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vg_chart_speed.svg" ContentType="image/svg+xml"/>
  <Override PartName="/ppt/media/svg_fern.svg" ContentType="image/svg+xml"/>
  <Override PartName="/ppt/media/svg_icon_cls.svg" ContentType="image/svg+xml"/>
  <Override PartName="/ppt/media/svg_icon_det.svg" ContentType="image/svg+xml"/>
  <Override PartName="/ppt/media/svg_icon_seg.svg" ContentType="image/svg+xml"/>
  <Override PartName="/ppt/media/svg_sprig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svg_sprig.svg"/><Relationship Id="rId8" Type="http://schemas.openxmlformats.org/officeDocument/2006/relationships/image" Target="../media/image6.png"/><Relationship Id="rId9" Type="http://schemas.openxmlformats.org/officeDocument/2006/relationships/image" Target="../media/svg_fern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svg_sprig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6.png"/><Relationship Id="rId6" Type="http://schemas.openxmlformats.org/officeDocument/2006/relationships/image" Target="../media/svg_fern.svg"/><Relationship Id="rId7" Type="http://schemas.openxmlformats.org/officeDocument/2006/relationships/image" Target="../media/image5.png"/><Relationship Id="rId8" Type="http://schemas.openxmlformats.org/officeDocument/2006/relationships/image" Target="../media/svg_sprig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4.jpg"/><Relationship Id="rId6" Type="http://schemas.openxmlformats.org/officeDocument/2006/relationships/image" Target="../media/image8.png"/><Relationship Id="rId7" Type="http://schemas.openxmlformats.org/officeDocument/2006/relationships/image" Target="../media/svg_icon_cls.svg"/><Relationship Id="rId8" Type="http://schemas.openxmlformats.org/officeDocument/2006/relationships/image" Target="../media/image9.png"/><Relationship Id="rId9" Type="http://schemas.openxmlformats.org/officeDocument/2006/relationships/image" Target="../media/svg_icon_det.svg"/><Relationship Id="rId10" Type="http://schemas.openxmlformats.org/officeDocument/2006/relationships/image" Target="../media/image10.png"/><Relationship Id="rId11" Type="http://schemas.openxmlformats.org/officeDocument/2006/relationships/image" Target="../media/svg_icon_seg.svg"/><Relationship Id="rId12" Type="http://schemas.openxmlformats.org/officeDocument/2006/relationships/image" Target="../media/image5.png"/><Relationship Id="rId13" Type="http://schemas.openxmlformats.org/officeDocument/2006/relationships/image" Target="../media/svg_sprig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5.png"/><Relationship Id="rId7" Type="http://schemas.openxmlformats.org/officeDocument/2006/relationships/image" Target="../media/svg_sprig.svg"/><Relationship Id="rId8" Type="http://schemas.openxmlformats.org/officeDocument/2006/relationships/image" Target="../media/image6.png"/><Relationship Id="rId9" Type="http://schemas.openxmlformats.org/officeDocument/2006/relationships/image" Target="../media/svg_fern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12.png"/><Relationship Id="rId6" Type="http://schemas.openxmlformats.org/officeDocument/2006/relationships/image" Target="../media/svg_chart_speed.svg"/><Relationship Id="rId7" Type="http://schemas.openxmlformats.org/officeDocument/2006/relationships/image" Target="../media/image6.png"/><Relationship Id="rId8" Type="http://schemas.openxmlformats.org/officeDocument/2006/relationships/image" Target="../media/svg_fern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svg_sprig.svg"/><Relationship Id="rId7" Type="http://schemas.openxmlformats.org/officeDocument/2006/relationships/image" Target="../media/image6.png"/><Relationship Id="rId8" Type="http://schemas.openxmlformats.org/officeDocument/2006/relationships/image" Target="../media/svg_fern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40000">
            <a:off x="7407103" y="-428503"/>
            <a:ext cx="5376341" cy="2938340"/>
          </a:xfrm>
          <a:custGeom>
            <a:avLst/>
            <a:gdLst/>
            <a:ahLst/>
            <a:cxnLst/>
            <a:rect l="l" t="t" r="r" b="b"/>
            <a:pathLst>
              <a:path w="5376341" h="2938340">
                <a:moveTo>
                  <a:pt x="22397" y="38812"/>
                </a:moveTo>
                <a:lnTo>
                  <a:pt x="108429" y="79665"/>
                </a:lnTo>
                <a:lnTo>
                  <a:pt x="194461" y="69135"/>
                </a:lnTo>
                <a:lnTo>
                  <a:pt x="280493" y="44276"/>
                </a:lnTo>
                <a:lnTo>
                  <a:pt x="366526" y="55047"/>
                </a:lnTo>
                <a:lnTo>
                  <a:pt x="452558" y="56473"/>
                </a:lnTo>
                <a:lnTo>
                  <a:pt x="538590" y="14928"/>
                </a:lnTo>
                <a:lnTo>
                  <a:pt x="624622" y="26895"/>
                </a:lnTo>
                <a:lnTo>
                  <a:pt x="710655" y="15988"/>
                </a:lnTo>
                <a:lnTo>
                  <a:pt x="796687" y="22050"/>
                </a:lnTo>
                <a:lnTo>
                  <a:pt x="882719" y="6353"/>
                </a:lnTo>
                <a:lnTo>
                  <a:pt x="968751" y="9865"/>
                </a:lnTo>
                <a:lnTo>
                  <a:pt x="1054784" y="28852"/>
                </a:lnTo>
                <a:lnTo>
                  <a:pt x="1140816" y="28542"/>
                </a:lnTo>
                <a:lnTo>
                  <a:pt x="1226848" y="30318"/>
                </a:lnTo>
                <a:lnTo>
                  <a:pt x="1312880" y="27674"/>
                </a:lnTo>
                <a:lnTo>
                  <a:pt x="1398913" y="33762"/>
                </a:lnTo>
                <a:lnTo>
                  <a:pt x="1484945" y="15711"/>
                </a:lnTo>
                <a:lnTo>
                  <a:pt x="1570977" y="12442"/>
                </a:lnTo>
                <a:lnTo>
                  <a:pt x="1657009" y="24507"/>
                </a:lnTo>
                <a:lnTo>
                  <a:pt x="1743042" y="19379"/>
                </a:lnTo>
                <a:lnTo>
                  <a:pt x="1829074" y="0"/>
                </a:lnTo>
                <a:lnTo>
                  <a:pt x="1915106" y="1140"/>
                </a:lnTo>
                <a:lnTo>
                  <a:pt x="2001138" y="23785"/>
                </a:lnTo>
                <a:lnTo>
                  <a:pt x="2087171" y="18963"/>
                </a:lnTo>
                <a:lnTo>
                  <a:pt x="2173203" y="27717"/>
                </a:lnTo>
                <a:lnTo>
                  <a:pt x="2259235" y="42328"/>
                </a:lnTo>
                <a:lnTo>
                  <a:pt x="2345267" y="36360"/>
                </a:lnTo>
                <a:lnTo>
                  <a:pt x="2431300" y="35361"/>
                </a:lnTo>
                <a:lnTo>
                  <a:pt x="2517332" y="1810"/>
                </a:lnTo>
                <a:lnTo>
                  <a:pt x="2603364" y="11382"/>
                </a:lnTo>
                <a:lnTo>
                  <a:pt x="2689397" y="44362"/>
                </a:lnTo>
                <a:lnTo>
                  <a:pt x="2775429" y="27000"/>
                </a:lnTo>
                <a:lnTo>
                  <a:pt x="2861461" y="57250"/>
                </a:lnTo>
                <a:lnTo>
                  <a:pt x="2947493" y="67326"/>
                </a:lnTo>
                <a:lnTo>
                  <a:pt x="3033526" y="33927"/>
                </a:lnTo>
                <a:lnTo>
                  <a:pt x="3119558" y="63304"/>
                </a:lnTo>
                <a:lnTo>
                  <a:pt x="3205590" y="64595"/>
                </a:lnTo>
                <a:lnTo>
                  <a:pt x="3291622" y="64795"/>
                </a:lnTo>
                <a:lnTo>
                  <a:pt x="3377655" y="92046"/>
                </a:lnTo>
                <a:lnTo>
                  <a:pt x="3463687" y="57215"/>
                </a:lnTo>
                <a:lnTo>
                  <a:pt x="3549719" y="81432"/>
                </a:lnTo>
                <a:lnTo>
                  <a:pt x="3635751" y="53766"/>
                </a:lnTo>
                <a:lnTo>
                  <a:pt x="3721784" y="75074"/>
                </a:lnTo>
                <a:lnTo>
                  <a:pt x="3807816" y="66720"/>
                </a:lnTo>
                <a:lnTo>
                  <a:pt x="3893848" y="32297"/>
                </a:lnTo>
                <a:lnTo>
                  <a:pt x="3979880" y="48882"/>
                </a:lnTo>
                <a:lnTo>
                  <a:pt x="4065913" y="36897"/>
                </a:lnTo>
                <a:lnTo>
                  <a:pt x="4151945" y="36794"/>
                </a:lnTo>
                <a:lnTo>
                  <a:pt x="4237977" y="25154"/>
                </a:lnTo>
                <a:lnTo>
                  <a:pt x="4324009" y="60102"/>
                </a:lnTo>
                <a:lnTo>
                  <a:pt x="4410042" y="48337"/>
                </a:lnTo>
                <a:lnTo>
                  <a:pt x="4496074" y="45510"/>
                </a:lnTo>
                <a:lnTo>
                  <a:pt x="4582106" y="54029"/>
                </a:lnTo>
                <a:lnTo>
                  <a:pt x="4668138" y="51050"/>
                </a:lnTo>
                <a:lnTo>
                  <a:pt x="4754171" y="60691"/>
                </a:lnTo>
                <a:lnTo>
                  <a:pt x="4840203" y="44794"/>
                </a:lnTo>
                <a:lnTo>
                  <a:pt x="4926235" y="46637"/>
                </a:lnTo>
                <a:lnTo>
                  <a:pt x="5012267" y="26455"/>
                </a:lnTo>
                <a:lnTo>
                  <a:pt x="5098300" y="10592"/>
                </a:lnTo>
                <a:lnTo>
                  <a:pt x="5184332" y="11263"/>
                </a:lnTo>
                <a:lnTo>
                  <a:pt x="5270364" y="15099"/>
                </a:lnTo>
                <a:lnTo>
                  <a:pt x="5344901" y="47503"/>
                </a:lnTo>
                <a:lnTo>
                  <a:pt x="5350619" y="134094"/>
                </a:lnTo>
                <a:lnTo>
                  <a:pt x="5338872" y="220685"/>
                </a:lnTo>
                <a:lnTo>
                  <a:pt x="5350370" y="307276"/>
                </a:lnTo>
                <a:lnTo>
                  <a:pt x="5351149" y="393867"/>
                </a:lnTo>
                <a:lnTo>
                  <a:pt x="5359911" y="480457"/>
                </a:lnTo>
                <a:lnTo>
                  <a:pt x="5354054" y="567048"/>
                </a:lnTo>
                <a:lnTo>
                  <a:pt x="5375402" y="653639"/>
                </a:lnTo>
                <a:lnTo>
                  <a:pt x="5354298" y="740230"/>
                </a:lnTo>
                <a:lnTo>
                  <a:pt x="5367250" y="826821"/>
                </a:lnTo>
                <a:lnTo>
                  <a:pt x="5368380" y="913412"/>
                </a:lnTo>
                <a:lnTo>
                  <a:pt x="5337028" y="1000003"/>
                </a:lnTo>
                <a:lnTo>
                  <a:pt x="5346464" y="1086593"/>
                </a:lnTo>
                <a:lnTo>
                  <a:pt x="5315012" y="1173184"/>
                </a:lnTo>
                <a:lnTo>
                  <a:pt x="5347141" y="1259775"/>
                </a:lnTo>
                <a:lnTo>
                  <a:pt x="5353638" y="1346366"/>
                </a:lnTo>
                <a:lnTo>
                  <a:pt x="5354868" y="1432957"/>
                </a:lnTo>
                <a:lnTo>
                  <a:pt x="5321211" y="1519548"/>
                </a:lnTo>
                <a:lnTo>
                  <a:pt x="5340630" y="1606139"/>
                </a:lnTo>
                <a:lnTo>
                  <a:pt x="5349733" y="1692730"/>
                </a:lnTo>
                <a:lnTo>
                  <a:pt x="5331527" y="1779321"/>
                </a:lnTo>
                <a:lnTo>
                  <a:pt x="5345767" y="1865912"/>
                </a:lnTo>
                <a:lnTo>
                  <a:pt x="5345784" y="1952503"/>
                </a:lnTo>
                <a:lnTo>
                  <a:pt x="5329384" y="2039093"/>
                </a:lnTo>
                <a:lnTo>
                  <a:pt x="5343076" y="2125684"/>
                </a:lnTo>
                <a:lnTo>
                  <a:pt x="5331304" y="2212275"/>
                </a:lnTo>
                <a:lnTo>
                  <a:pt x="5364245" y="2298866"/>
                </a:lnTo>
                <a:lnTo>
                  <a:pt x="5376341" y="2385457"/>
                </a:lnTo>
                <a:lnTo>
                  <a:pt x="5353629" y="2472048"/>
                </a:lnTo>
                <a:lnTo>
                  <a:pt x="5337161" y="2558639"/>
                </a:lnTo>
                <a:lnTo>
                  <a:pt x="5370268" y="2645230"/>
                </a:lnTo>
                <a:lnTo>
                  <a:pt x="5362229" y="2731821"/>
                </a:lnTo>
                <a:lnTo>
                  <a:pt x="5340963" y="2818412"/>
                </a:lnTo>
                <a:lnTo>
                  <a:pt x="5356397" y="2914654"/>
                </a:lnTo>
                <a:lnTo>
                  <a:pt x="5270364" y="2885936"/>
                </a:lnTo>
                <a:lnTo>
                  <a:pt x="5184332" y="2891161"/>
                </a:lnTo>
                <a:lnTo>
                  <a:pt x="5098300" y="2891807"/>
                </a:lnTo>
                <a:lnTo>
                  <a:pt x="5012267" y="2908771"/>
                </a:lnTo>
                <a:lnTo>
                  <a:pt x="4926235" y="2923861"/>
                </a:lnTo>
                <a:lnTo>
                  <a:pt x="4840203" y="2895896"/>
                </a:lnTo>
                <a:lnTo>
                  <a:pt x="4754171" y="2884889"/>
                </a:lnTo>
                <a:lnTo>
                  <a:pt x="4668138" y="2878073"/>
                </a:lnTo>
                <a:lnTo>
                  <a:pt x="4582106" y="2901789"/>
                </a:lnTo>
                <a:lnTo>
                  <a:pt x="4496074" y="2891010"/>
                </a:lnTo>
                <a:lnTo>
                  <a:pt x="4410042" y="2884733"/>
                </a:lnTo>
                <a:lnTo>
                  <a:pt x="4324009" y="2877222"/>
                </a:lnTo>
                <a:lnTo>
                  <a:pt x="4237977" y="2886653"/>
                </a:lnTo>
                <a:lnTo>
                  <a:pt x="4151945" y="2886492"/>
                </a:lnTo>
                <a:lnTo>
                  <a:pt x="4065913" y="2877300"/>
                </a:lnTo>
                <a:lnTo>
                  <a:pt x="3979880" y="2880648"/>
                </a:lnTo>
                <a:lnTo>
                  <a:pt x="3893848" y="2895910"/>
                </a:lnTo>
                <a:lnTo>
                  <a:pt x="3807816" y="2877767"/>
                </a:lnTo>
                <a:lnTo>
                  <a:pt x="3721784" y="2898539"/>
                </a:lnTo>
                <a:lnTo>
                  <a:pt x="3635751" y="2898245"/>
                </a:lnTo>
                <a:lnTo>
                  <a:pt x="3549719" y="2868997"/>
                </a:lnTo>
                <a:lnTo>
                  <a:pt x="3463687" y="2865815"/>
                </a:lnTo>
                <a:lnTo>
                  <a:pt x="3377655" y="2874454"/>
                </a:lnTo>
                <a:lnTo>
                  <a:pt x="3291622" y="2892077"/>
                </a:lnTo>
                <a:lnTo>
                  <a:pt x="3205590" y="2892884"/>
                </a:lnTo>
                <a:lnTo>
                  <a:pt x="3119558" y="2915171"/>
                </a:lnTo>
                <a:lnTo>
                  <a:pt x="3033526" y="2908350"/>
                </a:lnTo>
                <a:lnTo>
                  <a:pt x="2947493" y="2912839"/>
                </a:lnTo>
                <a:lnTo>
                  <a:pt x="2861461" y="2883114"/>
                </a:lnTo>
                <a:lnTo>
                  <a:pt x="2775429" y="2878038"/>
                </a:lnTo>
                <a:lnTo>
                  <a:pt x="2689397" y="2901176"/>
                </a:lnTo>
                <a:lnTo>
                  <a:pt x="2603364" y="2894629"/>
                </a:lnTo>
                <a:lnTo>
                  <a:pt x="2517332" y="2879479"/>
                </a:lnTo>
                <a:lnTo>
                  <a:pt x="2431300" y="2891175"/>
                </a:lnTo>
                <a:lnTo>
                  <a:pt x="2345267" y="2891220"/>
                </a:lnTo>
                <a:lnTo>
                  <a:pt x="2259235" y="2906228"/>
                </a:lnTo>
                <a:lnTo>
                  <a:pt x="2173203" y="2881669"/>
                </a:lnTo>
                <a:lnTo>
                  <a:pt x="2087171" y="2873988"/>
                </a:lnTo>
                <a:lnTo>
                  <a:pt x="2001138" y="2891929"/>
                </a:lnTo>
                <a:lnTo>
                  <a:pt x="1915106" y="2881495"/>
                </a:lnTo>
                <a:lnTo>
                  <a:pt x="1829074" y="2879594"/>
                </a:lnTo>
                <a:lnTo>
                  <a:pt x="1743042" y="2883115"/>
                </a:lnTo>
                <a:lnTo>
                  <a:pt x="1657009" y="2900179"/>
                </a:lnTo>
                <a:lnTo>
                  <a:pt x="1570977" y="2887967"/>
                </a:lnTo>
                <a:lnTo>
                  <a:pt x="1484945" y="2873581"/>
                </a:lnTo>
                <a:lnTo>
                  <a:pt x="1398913" y="2878228"/>
                </a:lnTo>
                <a:lnTo>
                  <a:pt x="1312880" y="2904057"/>
                </a:lnTo>
                <a:lnTo>
                  <a:pt x="1226848" y="2916575"/>
                </a:lnTo>
                <a:lnTo>
                  <a:pt x="1140816" y="2900521"/>
                </a:lnTo>
                <a:lnTo>
                  <a:pt x="1054784" y="2884356"/>
                </a:lnTo>
                <a:lnTo>
                  <a:pt x="968751" y="2883715"/>
                </a:lnTo>
                <a:lnTo>
                  <a:pt x="882719" y="2921089"/>
                </a:lnTo>
                <a:lnTo>
                  <a:pt x="796687" y="2925487"/>
                </a:lnTo>
                <a:lnTo>
                  <a:pt x="710655" y="2912126"/>
                </a:lnTo>
                <a:lnTo>
                  <a:pt x="624622" y="2932448"/>
                </a:lnTo>
                <a:lnTo>
                  <a:pt x="538590" y="2923901"/>
                </a:lnTo>
                <a:lnTo>
                  <a:pt x="452558" y="2900545"/>
                </a:lnTo>
                <a:lnTo>
                  <a:pt x="366526" y="2938340"/>
                </a:lnTo>
                <a:lnTo>
                  <a:pt x="280493" y="2900787"/>
                </a:lnTo>
                <a:lnTo>
                  <a:pt x="194461" y="2895594"/>
                </a:lnTo>
                <a:lnTo>
                  <a:pt x="108429" y="2886380"/>
                </a:lnTo>
                <a:lnTo>
                  <a:pt x="39324" y="2905003"/>
                </a:lnTo>
                <a:lnTo>
                  <a:pt x="25959" y="2818412"/>
                </a:lnTo>
                <a:lnTo>
                  <a:pt x="52687" y="2731821"/>
                </a:lnTo>
                <a:lnTo>
                  <a:pt x="25804" y="2645230"/>
                </a:lnTo>
                <a:lnTo>
                  <a:pt x="42401" y="2558639"/>
                </a:lnTo>
                <a:lnTo>
                  <a:pt x="35458" y="2472048"/>
                </a:lnTo>
                <a:lnTo>
                  <a:pt x="59136" y="2385457"/>
                </a:lnTo>
                <a:lnTo>
                  <a:pt x="54791" y="2298866"/>
                </a:lnTo>
                <a:lnTo>
                  <a:pt x="37782" y="2212275"/>
                </a:lnTo>
                <a:lnTo>
                  <a:pt x="44089" y="2125684"/>
                </a:lnTo>
                <a:lnTo>
                  <a:pt x="37943" y="2039093"/>
                </a:lnTo>
                <a:lnTo>
                  <a:pt x="41114" y="1952503"/>
                </a:lnTo>
                <a:lnTo>
                  <a:pt x="22028" y="1865912"/>
                </a:lnTo>
                <a:lnTo>
                  <a:pt x="22012" y="1779321"/>
                </a:lnTo>
                <a:lnTo>
                  <a:pt x="21668" y="1692730"/>
                </a:lnTo>
                <a:lnTo>
                  <a:pt x="27456" y="1606139"/>
                </a:lnTo>
                <a:lnTo>
                  <a:pt x="41587" y="1519548"/>
                </a:lnTo>
                <a:lnTo>
                  <a:pt x="13887" y="1432957"/>
                </a:lnTo>
                <a:lnTo>
                  <a:pt x="0" y="1346366"/>
                </a:lnTo>
                <a:lnTo>
                  <a:pt x="9189" y="1259775"/>
                </a:lnTo>
                <a:lnTo>
                  <a:pt x="43359" y="1173184"/>
                </a:lnTo>
                <a:lnTo>
                  <a:pt x="33875" y="1086593"/>
                </a:lnTo>
                <a:lnTo>
                  <a:pt x="25119" y="1000003"/>
                </a:lnTo>
                <a:lnTo>
                  <a:pt x="12141" y="913412"/>
                </a:lnTo>
                <a:lnTo>
                  <a:pt x="36541" y="826821"/>
                </a:lnTo>
                <a:lnTo>
                  <a:pt x="26552" y="740230"/>
                </a:lnTo>
                <a:lnTo>
                  <a:pt x="9767" y="653639"/>
                </a:lnTo>
                <a:lnTo>
                  <a:pt x="48354" y="567048"/>
                </a:lnTo>
                <a:lnTo>
                  <a:pt x="35770" y="480457"/>
                </a:lnTo>
                <a:lnTo>
                  <a:pt x="9172" y="393867"/>
                </a:lnTo>
                <a:lnTo>
                  <a:pt x="12763" y="307276"/>
                </a:lnTo>
                <a:lnTo>
                  <a:pt x="40584" y="220685"/>
                </a:lnTo>
                <a:lnTo>
                  <a:pt x="17333" y="134094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420000">
            <a:off x="-507806" y="4907597"/>
            <a:ext cx="4234494" cy="2561545"/>
          </a:xfrm>
          <a:custGeom>
            <a:avLst/>
            <a:gdLst/>
            <a:ahLst/>
            <a:cxnLst/>
            <a:rect l="l" t="t" r="r" b="b"/>
            <a:pathLst>
              <a:path w="4234494" h="2561545">
                <a:moveTo>
                  <a:pt x="31556" y="38920"/>
                </a:moveTo>
                <a:lnTo>
                  <a:pt x="118869" y="32383"/>
                </a:lnTo>
                <a:lnTo>
                  <a:pt x="206181" y="23667"/>
                </a:lnTo>
                <a:lnTo>
                  <a:pt x="293494" y="33902"/>
                </a:lnTo>
                <a:lnTo>
                  <a:pt x="380806" y="18658"/>
                </a:lnTo>
                <a:lnTo>
                  <a:pt x="468119" y="21921"/>
                </a:lnTo>
                <a:lnTo>
                  <a:pt x="555431" y="41376"/>
                </a:lnTo>
                <a:lnTo>
                  <a:pt x="642743" y="19033"/>
                </a:lnTo>
                <a:lnTo>
                  <a:pt x="730055" y="29033"/>
                </a:lnTo>
                <a:lnTo>
                  <a:pt x="817368" y="27470"/>
                </a:lnTo>
                <a:lnTo>
                  <a:pt x="904681" y="21734"/>
                </a:lnTo>
                <a:lnTo>
                  <a:pt x="991993" y="16035"/>
                </a:lnTo>
                <a:lnTo>
                  <a:pt x="1079306" y="19352"/>
                </a:lnTo>
                <a:lnTo>
                  <a:pt x="1166618" y="25119"/>
                </a:lnTo>
                <a:lnTo>
                  <a:pt x="1253931" y="0"/>
                </a:lnTo>
                <a:lnTo>
                  <a:pt x="1341243" y="21785"/>
                </a:lnTo>
                <a:lnTo>
                  <a:pt x="1428555" y="24281"/>
                </a:lnTo>
                <a:lnTo>
                  <a:pt x="1515868" y="11208"/>
                </a:lnTo>
                <a:lnTo>
                  <a:pt x="1603181" y="15166"/>
                </a:lnTo>
                <a:lnTo>
                  <a:pt x="1690493" y="21674"/>
                </a:lnTo>
                <a:lnTo>
                  <a:pt x="1777806" y="19974"/>
                </a:lnTo>
                <a:lnTo>
                  <a:pt x="1865118" y="22027"/>
                </a:lnTo>
                <a:lnTo>
                  <a:pt x="1952431" y="43563"/>
                </a:lnTo>
                <a:lnTo>
                  <a:pt x="2039743" y="44342"/>
                </a:lnTo>
                <a:lnTo>
                  <a:pt x="2127056" y="54709"/>
                </a:lnTo>
                <a:lnTo>
                  <a:pt x="2214368" y="41326"/>
                </a:lnTo>
                <a:lnTo>
                  <a:pt x="2301680" y="54667"/>
                </a:lnTo>
                <a:lnTo>
                  <a:pt x="2388993" y="53517"/>
                </a:lnTo>
                <a:lnTo>
                  <a:pt x="2476306" y="62864"/>
                </a:lnTo>
                <a:lnTo>
                  <a:pt x="2563618" y="52669"/>
                </a:lnTo>
                <a:lnTo>
                  <a:pt x="2650931" y="66896"/>
                </a:lnTo>
                <a:lnTo>
                  <a:pt x="2738243" y="78799"/>
                </a:lnTo>
                <a:lnTo>
                  <a:pt x="2825556" y="63886"/>
                </a:lnTo>
                <a:lnTo>
                  <a:pt x="2912868" y="75946"/>
                </a:lnTo>
                <a:lnTo>
                  <a:pt x="3000181" y="70290"/>
                </a:lnTo>
                <a:lnTo>
                  <a:pt x="3087493" y="73787"/>
                </a:lnTo>
                <a:lnTo>
                  <a:pt x="3174806" y="65389"/>
                </a:lnTo>
                <a:lnTo>
                  <a:pt x="3262118" y="80243"/>
                </a:lnTo>
                <a:lnTo>
                  <a:pt x="3349431" y="62669"/>
                </a:lnTo>
                <a:lnTo>
                  <a:pt x="3436743" y="54157"/>
                </a:lnTo>
                <a:lnTo>
                  <a:pt x="3524056" y="31329"/>
                </a:lnTo>
                <a:lnTo>
                  <a:pt x="3611368" y="30494"/>
                </a:lnTo>
                <a:lnTo>
                  <a:pt x="3698681" y="18892"/>
                </a:lnTo>
                <a:lnTo>
                  <a:pt x="3785993" y="22500"/>
                </a:lnTo>
                <a:lnTo>
                  <a:pt x="3873306" y="32990"/>
                </a:lnTo>
                <a:lnTo>
                  <a:pt x="3960618" y="16885"/>
                </a:lnTo>
                <a:lnTo>
                  <a:pt x="4047931" y="31011"/>
                </a:lnTo>
                <a:lnTo>
                  <a:pt x="4135243" y="13652"/>
                </a:lnTo>
                <a:lnTo>
                  <a:pt x="4201147" y="45403"/>
                </a:lnTo>
                <a:lnTo>
                  <a:pt x="4201820" y="133849"/>
                </a:lnTo>
                <a:lnTo>
                  <a:pt x="4220007" y="222295"/>
                </a:lnTo>
                <a:lnTo>
                  <a:pt x="4234494" y="310742"/>
                </a:lnTo>
                <a:lnTo>
                  <a:pt x="4217618" y="399188"/>
                </a:lnTo>
                <a:lnTo>
                  <a:pt x="4186197" y="487635"/>
                </a:lnTo>
                <a:lnTo>
                  <a:pt x="4193202" y="576081"/>
                </a:lnTo>
                <a:lnTo>
                  <a:pt x="4215264" y="664528"/>
                </a:lnTo>
                <a:lnTo>
                  <a:pt x="4210199" y="752974"/>
                </a:lnTo>
                <a:lnTo>
                  <a:pt x="4194075" y="841420"/>
                </a:lnTo>
                <a:lnTo>
                  <a:pt x="4186431" y="929867"/>
                </a:lnTo>
                <a:lnTo>
                  <a:pt x="4199956" y="1018313"/>
                </a:lnTo>
                <a:lnTo>
                  <a:pt x="4200340" y="1106760"/>
                </a:lnTo>
                <a:lnTo>
                  <a:pt x="4183755" y="1195206"/>
                </a:lnTo>
                <a:lnTo>
                  <a:pt x="4208154" y="1283653"/>
                </a:lnTo>
                <a:lnTo>
                  <a:pt x="4185119" y="1372099"/>
                </a:lnTo>
                <a:lnTo>
                  <a:pt x="4214263" y="1460545"/>
                </a:lnTo>
                <a:lnTo>
                  <a:pt x="4210033" y="1548992"/>
                </a:lnTo>
                <a:lnTo>
                  <a:pt x="4181161" y="1637438"/>
                </a:lnTo>
                <a:lnTo>
                  <a:pt x="4216028" y="1725885"/>
                </a:lnTo>
                <a:lnTo>
                  <a:pt x="4193773" y="1814331"/>
                </a:lnTo>
                <a:lnTo>
                  <a:pt x="4212966" y="1902778"/>
                </a:lnTo>
                <a:lnTo>
                  <a:pt x="4211675" y="1991224"/>
                </a:lnTo>
                <a:lnTo>
                  <a:pt x="4219314" y="2079670"/>
                </a:lnTo>
                <a:lnTo>
                  <a:pt x="4209013" y="2168117"/>
                </a:lnTo>
                <a:lnTo>
                  <a:pt x="4210466" y="2256563"/>
                </a:lnTo>
                <a:lnTo>
                  <a:pt x="4182761" y="2345010"/>
                </a:lnTo>
                <a:lnTo>
                  <a:pt x="4209231" y="2433456"/>
                </a:lnTo>
                <a:lnTo>
                  <a:pt x="4222556" y="2519638"/>
                </a:lnTo>
                <a:lnTo>
                  <a:pt x="4135243" y="2519759"/>
                </a:lnTo>
                <a:lnTo>
                  <a:pt x="4047931" y="2510892"/>
                </a:lnTo>
                <a:lnTo>
                  <a:pt x="3960618" y="2506744"/>
                </a:lnTo>
                <a:lnTo>
                  <a:pt x="3873306" y="2498154"/>
                </a:lnTo>
                <a:lnTo>
                  <a:pt x="3785993" y="2505830"/>
                </a:lnTo>
                <a:lnTo>
                  <a:pt x="3698681" y="2515794"/>
                </a:lnTo>
                <a:lnTo>
                  <a:pt x="3611368" y="2531161"/>
                </a:lnTo>
                <a:lnTo>
                  <a:pt x="3524056" y="2546854"/>
                </a:lnTo>
                <a:lnTo>
                  <a:pt x="3436743" y="2523399"/>
                </a:lnTo>
                <a:lnTo>
                  <a:pt x="3349431" y="2535130"/>
                </a:lnTo>
                <a:lnTo>
                  <a:pt x="3262118" y="2558285"/>
                </a:lnTo>
                <a:lnTo>
                  <a:pt x="3174806" y="2557563"/>
                </a:lnTo>
                <a:lnTo>
                  <a:pt x="3087493" y="2547733"/>
                </a:lnTo>
                <a:lnTo>
                  <a:pt x="3000180" y="2549513"/>
                </a:lnTo>
                <a:lnTo>
                  <a:pt x="2912868" y="2543677"/>
                </a:lnTo>
                <a:lnTo>
                  <a:pt x="2825556" y="2552857"/>
                </a:lnTo>
                <a:lnTo>
                  <a:pt x="2738243" y="2561545"/>
                </a:lnTo>
                <a:lnTo>
                  <a:pt x="2650931" y="2545524"/>
                </a:lnTo>
                <a:lnTo>
                  <a:pt x="2563618" y="2554945"/>
                </a:lnTo>
                <a:lnTo>
                  <a:pt x="2476305" y="2520696"/>
                </a:lnTo>
                <a:lnTo>
                  <a:pt x="2388993" y="2510739"/>
                </a:lnTo>
                <a:lnTo>
                  <a:pt x="2301681" y="2510493"/>
                </a:lnTo>
                <a:lnTo>
                  <a:pt x="2214368" y="2542308"/>
                </a:lnTo>
                <a:lnTo>
                  <a:pt x="2127056" y="2534681"/>
                </a:lnTo>
                <a:lnTo>
                  <a:pt x="2039743" y="2534353"/>
                </a:lnTo>
                <a:lnTo>
                  <a:pt x="1952431" y="2524709"/>
                </a:lnTo>
                <a:lnTo>
                  <a:pt x="1865118" y="2531592"/>
                </a:lnTo>
                <a:lnTo>
                  <a:pt x="1777805" y="2516042"/>
                </a:lnTo>
                <a:lnTo>
                  <a:pt x="1690493" y="2508224"/>
                </a:lnTo>
                <a:lnTo>
                  <a:pt x="1603181" y="2499000"/>
                </a:lnTo>
                <a:lnTo>
                  <a:pt x="1515868" y="2498775"/>
                </a:lnTo>
                <a:lnTo>
                  <a:pt x="1428556" y="2525433"/>
                </a:lnTo>
                <a:lnTo>
                  <a:pt x="1341243" y="2486189"/>
                </a:lnTo>
                <a:lnTo>
                  <a:pt x="1253930" y="2500021"/>
                </a:lnTo>
                <a:lnTo>
                  <a:pt x="1166618" y="2475677"/>
                </a:lnTo>
                <a:lnTo>
                  <a:pt x="1079306" y="2517786"/>
                </a:lnTo>
                <a:lnTo>
                  <a:pt x="991993" y="2520580"/>
                </a:lnTo>
                <a:lnTo>
                  <a:pt x="904681" y="2493057"/>
                </a:lnTo>
                <a:lnTo>
                  <a:pt x="817368" y="2488177"/>
                </a:lnTo>
                <a:lnTo>
                  <a:pt x="730055" y="2474148"/>
                </a:lnTo>
                <a:lnTo>
                  <a:pt x="642743" y="2477853"/>
                </a:lnTo>
                <a:lnTo>
                  <a:pt x="555431" y="2500748"/>
                </a:lnTo>
                <a:lnTo>
                  <a:pt x="468119" y="2503473"/>
                </a:lnTo>
                <a:lnTo>
                  <a:pt x="380807" y="2483028"/>
                </a:lnTo>
                <a:lnTo>
                  <a:pt x="293494" y="2508079"/>
                </a:lnTo>
                <a:lnTo>
                  <a:pt x="206181" y="2519312"/>
                </a:lnTo>
                <a:lnTo>
                  <a:pt x="118869" y="2523789"/>
                </a:lnTo>
                <a:lnTo>
                  <a:pt x="11757" y="2521903"/>
                </a:lnTo>
                <a:lnTo>
                  <a:pt x="30039" y="2433456"/>
                </a:lnTo>
                <a:lnTo>
                  <a:pt x="21098" y="2345010"/>
                </a:lnTo>
                <a:lnTo>
                  <a:pt x="0" y="2256563"/>
                </a:lnTo>
                <a:lnTo>
                  <a:pt x="14147" y="2168117"/>
                </a:lnTo>
                <a:lnTo>
                  <a:pt x="21728" y="2079670"/>
                </a:lnTo>
                <a:lnTo>
                  <a:pt x="360" y="1991224"/>
                </a:lnTo>
                <a:lnTo>
                  <a:pt x="17041" y="1902778"/>
                </a:lnTo>
                <a:lnTo>
                  <a:pt x="28989" y="1814331"/>
                </a:lnTo>
                <a:lnTo>
                  <a:pt x="7190" y="1725885"/>
                </a:lnTo>
                <a:lnTo>
                  <a:pt x="19113" y="1637438"/>
                </a:lnTo>
                <a:lnTo>
                  <a:pt x="23245" y="1548992"/>
                </a:lnTo>
                <a:lnTo>
                  <a:pt x="21152" y="1460545"/>
                </a:lnTo>
                <a:lnTo>
                  <a:pt x="17957" y="1372099"/>
                </a:lnTo>
                <a:lnTo>
                  <a:pt x="5814" y="1283653"/>
                </a:lnTo>
                <a:lnTo>
                  <a:pt x="18038" y="1195206"/>
                </a:lnTo>
                <a:lnTo>
                  <a:pt x="47624" y="1106760"/>
                </a:lnTo>
                <a:lnTo>
                  <a:pt x="55589" y="1018313"/>
                </a:lnTo>
                <a:lnTo>
                  <a:pt x="46453" y="929867"/>
                </a:lnTo>
                <a:lnTo>
                  <a:pt x="38606" y="841420"/>
                </a:lnTo>
                <a:lnTo>
                  <a:pt x="42474" y="752974"/>
                </a:lnTo>
                <a:lnTo>
                  <a:pt x="39670" y="664528"/>
                </a:lnTo>
                <a:lnTo>
                  <a:pt x="32217" y="576081"/>
                </a:lnTo>
                <a:lnTo>
                  <a:pt x="36528" y="487635"/>
                </a:lnTo>
                <a:lnTo>
                  <a:pt x="33529" y="399188"/>
                </a:lnTo>
                <a:lnTo>
                  <a:pt x="34679" y="310742"/>
                </a:lnTo>
                <a:lnTo>
                  <a:pt x="24178" y="222295"/>
                </a:lnTo>
                <a:lnTo>
                  <a:pt x="18138" y="133849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 rot="21528000">
            <a:off x="1571469" y="1002638"/>
            <a:ext cx="8092357" cy="4748190"/>
          </a:xfrm>
          <a:custGeom>
            <a:avLst/>
            <a:gdLst/>
            <a:ahLst/>
            <a:cxnLst/>
            <a:rect l="l" t="t" r="r" b="b"/>
            <a:pathLst>
              <a:path w="8092357" h="4748190">
                <a:moveTo>
                  <a:pt x="47781" y="58115"/>
                </a:moveTo>
                <a:lnTo>
                  <a:pt x="133813" y="74975"/>
                </a:lnTo>
                <a:lnTo>
                  <a:pt x="219845" y="42260"/>
                </a:lnTo>
                <a:lnTo>
                  <a:pt x="305877" y="46997"/>
                </a:lnTo>
                <a:lnTo>
                  <a:pt x="391910" y="71489"/>
                </a:lnTo>
                <a:lnTo>
                  <a:pt x="477942" y="54632"/>
                </a:lnTo>
                <a:lnTo>
                  <a:pt x="563974" y="45695"/>
                </a:lnTo>
                <a:lnTo>
                  <a:pt x="650006" y="48462"/>
                </a:lnTo>
                <a:lnTo>
                  <a:pt x="736039" y="43103"/>
                </a:lnTo>
                <a:lnTo>
                  <a:pt x="822071" y="46976"/>
                </a:lnTo>
                <a:lnTo>
                  <a:pt x="908103" y="33158"/>
                </a:lnTo>
                <a:lnTo>
                  <a:pt x="994135" y="51734"/>
                </a:lnTo>
                <a:lnTo>
                  <a:pt x="1080168" y="51454"/>
                </a:lnTo>
                <a:lnTo>
                  <a:pt x="1166200" y="55157"/>
                </a:lnTo>
                <a:lnTo>
                  <a:pt x="1252232" y="30757"/>
                </a:lnTo>
                <a:lnTo>
                  <a:pt x="1338264" y="54302"/>
                </a:lnTo>
                <a:lnTo>
                  <a:pt x="1424297" y="40674"/>
                </a:lnTo>
                <a:lnTo>
                  <a:pt x="1510329" y="26011"/>
                </a:lnTo>
                <a:lnTo>
                  <a:pt x="1596361" y="43135"/>
                </a:lnTo>
                <a:lnTo>
                  <a:pt x="1682393" y="51561"/>
                </a:lnTo>
                <a:lnTo>
                  <a:pt x="1768426" y="45622"/>
                </a:lnTo>
                <a:lnTo>
                  <a:pt x="1854458" y="31123"/>
                </a:lnTo>
                <a:lnTo>
                  <a:pt x="1940490" y="18072"/>
                </a:lnTo>
                <a:lnTo>
                  <a:pt x="2026522" y="0"/>
                </a:lnTo>
                <a:lnTo>
                  <a:pt x="2112555" y="12664"/>
                </a:lnTo>
                <a:lnTo>
                  <a:pt x="2198587" y="44254"/>
                </a:lnTo>
                <a:lnTo>
                  <a:pt x="2284619" y="23916"/>
                </a:lnTo>
                <a:lnTo>
                  <a:pt x="2370651" y="57381"/>
                </a:lnTo>
                <a:lnTo>
                  <a:pt x="2456684" y="51444"/>
                </a:lnTo>
                <a:lnTo>
                  <a:pt x="2542716" y="40247"/>
                </a:lnTo>
                <a:lnTo>
                  <a:pt x="2628748" y="52931"/>
                </a:lnTo>
                <a:lnTo>
                  <a:pt x="2714781" y="57824"/>
                </a:lnTo>
                <a:lnTo>
                  <a:pt x="2800813" y="53581"/>
                </a:lnTo>
                <a:lnTo>
                  <a:pt x="2886845" y="29171"/>
                </a:lnTo>
                <a:lnTo>
                  <a:pt x="2972877" y="22672"/>
                </a:lnTo>
                <a:lnTo>
                  <a:pt x="3058910" y="30250"/>
                </a:lnTo>
                <a:lnTo>
                  <a:pt x="3144942" y="35134"/>
                </a:lnTo>
                <a:lnTo>
                  <a:pt x="3230974" y="18235"/>
                </a:lnTo>
                <a:lnTo>
                  <a:pt x="3317006" y="30138"/>
                </a:lnTo>
                <a:lnTo>
                  <a:pt x="3403039" y="20305"/>
                </a:lnTo>
                <a:lnTo>
                  <a:pt x="3489071" y="17961"/>
                </a:lnTo>
                <a:lnTo>
                  <a:pt x="3575103" y="15039"/>
                </a:lnTo>
                <a:lnTo>
                  <a:pt x="3661135" y="39741"/>
                </a:lnTo>
                <a:lnTo>
                  <a:pt x="3747168" y="45658"/>
                </a:lnTo>
                <a:lnTo>
                  <a:pt x="3833200" y="37627"/>
                </a:lnTo>
                <a:lnTo>
                  <a:pt x="3919232" y="9636"/>
                </a:lnTo>
                <a:lnTo>
                  <a:pt x="4005264" y="7193"/>
                </a:lnTo>
                <a:lnTo>
                  <a:pt x="4091297" y="41360"/>
                </a:lnTo>
                <a:lnTo>
                  <a:pt x="4177329" y="47975"/>
                </a:lnTo>
                <a:lnTo>
                  <a:pt x="4263361" y="30470"/>
                </a:lnTo>
                <a:lnTo>
                  <a:pt x="4349393" y="24754"/>
                </a:lnTo>
                <a:lnTo>
                  <a:pt x="4435426" y="40179"/>
                </a:lnTo>
                <a:lnTo>
                  <a:pt x="4521458" y="17756"/>
                </a:lnTo>
                <a:lnTo>
                  <a:pt x="4607490" y="20200"/>
                </a:lnTo>
                <a:lnTo>
                  <a:pt x="4693522" y="31353"/>
                </a:lnTo>
                <a:lnTo>
                  <a:pt x="4779555" y="54928"/>
                </a:lnTo>
                <a:lnTo>
                  <a:pt x="4865587" y="31420"/>
                </a:lnTo>
                <a:lnTo>
                  <a:pt x="4951619" y="37463"/>
                </a:lnTo>
                <a:lnTo>
                  <a:pt x="5037651" y="37710"/>
                </a:lnTo>
                <a:lnTo>
                  <a:pt x="5123684" y="50057"/>
                </a:lnTo>
                <a:lnTo>
                  <a:pt x="5209716" y="51923"/>
                </a:lnTo>
                <a:lnTo>
                  <a:pt x="5295748" y="60548"/>
                </a:lnTo>
                <a:lnTo>
                  <a:pt x="5381781" y="68938"/>
                </a:lnTo>
                <a:lnTo>
                  <a:pt x="5467813" y="50613"/>
                </a:lnTo>
                <a:lnTo>
                  <a:pt x="5553845" y="50593"/>
                </a:lnTo>
                <a:lnTo>
                  <a:pt x="5639877" y="53670"/>
                </a:lnTo>
                <a:lnTo>
                  <a:pt x="5725910" y="68420"/>
                </a:lnTo>
                <a:lnTo>
                  <a:pt x="5811942" y="64186"/>
                </a:lnTo>
                <a:lnTo>
                  <a:pt x="5897974" y="76305"/>
                </a:lnTo>
                <a:lnTo>
                  <a:pt x="5984006" y="68492"/>
                </a:lnTo>
                <a:lnTo>
                  <a:pt x="6070039" y="38465"/>
                </a:lnTo>
                <a:lnTo>
                  <a:pt x="6156071" y="69143"/>
                </a:lnTo>
                <a:lnTo>
                  <a:pt x="6242103" y="85967"/>
                </a:lnTo>
                <a:lnTo>
                  <a:pt x="6328135" y="86756"/>
                </a:lnTo>
                <a:lnTo>
                  <a:pt x="6414168" y="58789"/>
                </a:lnTo>
                <a:lnTo>
                  <a:pt x="6500200" y="75843"/>
                </a:lnTo>
                <a:lnTo>
                  <a:pt x="6586232" y="84439"/>
                </a:lnTo>
                <a:lnTo>
                  <a:pt x="6672264" y="74741"/>
                </a:lnTo>
                <a:lnTo>
                  <a:pt x="6758297" y="72367"/>
                </a:lnTo>
                <a:lnTo>
                  <a:pt x="6844329" y="71484"/>
                </a:lnTo>
                <a:lnTo>
                  <a:pt x="6930361" y="93122"/>
                </a:lnTo>
                <a:lnTo>
                  <a:pt x="7016393" y="61222"/>
                </a:lnTo>
                <a:lnTo>
                  <a:pt x="7102426" y="73246"/>
                </a:lnTo>
                <a:lnTo>
                  <a:pt x="7188458" y="67014"/>
                </a:lnTo>
                <a:lnTo>
                  <a:pt x="7274490" y="74160"/>
                </a:lnTo>
                <a:lnTo>
                  <a:pt x="7360522" y="59217"/>
                </a:lnTo>
                <a:lnTo>
                  <a:pt x="7446555" y="51393"/>
                </a:lnTo>
                <a:lnTo>
                  <a:pt x="7532587" y="76393"/>
                </a:lnTo>
                <a:lnTo>
                  <a:pt x="7618619" y="79497"/>
                </a:lnTo>
                <a:lnTo>
                  <a:pt x="7704651" y="65013"/>
                </a:lnTo>
                <a:lnTo>
                  <a:pt x="7790684" y="55403"/>
                </a:lnTo>
                <a:lnTo>
                  <a:pt x="7876716" y="59972"/>
                </a:lnTo>
                <a:lnTo>
                  <a:pt x="7962748" y="47126"/>
                </a:lnTo>
                <a:lnTo>
                  <a:pt x="8050666" y="45112"/>
                </a:lnTo>
                <a:lnTo>
                  <a:pt x="8050694" y="131542"/>
                </a:lnTo>
                <a:lnTo>
                  <a:pt x="8043519" y="217973"/>
                </a:lnTo>
                <a:lnTo>
                  <a:pt x="8065512" y="304403"/>
                </a:lnTo>
                <a:lnTo>
                  <a:pt x="8067517" y="390834"/>
                </a:lnTo>
                <a:lnTo>
                  <a:pt x="8062251" y="477264"/>
                </a:lnTo>
                <a:lnTo>
                  <a:pt x="8073340" y="563695"/>
                </a:lnTo>
                <a:lnTo>
                  <a:pt x="8066841" y="650125"/>
                </a:lnTo>
                <a:lnTo>
                  <a:pt x="8067256" y="736556"/>
                </a:lnTo>
                <a:lnTo>
                  <a:pt x="8092357" y="822987"/>
                </a:lnTo>
                <a:lnTo>
                  <a:pt x="8074833" y="909417"/>
                </a:lnTo>
                <a:lnTo>
                  <a:pt x="8052150" y="995848"/>
                </a:lnTo>
                <a:lnTo>
                  <a:pt x="8038292" y="1082278"/>
                </a:lnTo>
                <a:lnTo>
                  <a:pt x="8027373" y="1168709"/>
                </a:lnTo>
                <a:lnTo>
                  <a:pt x="8022522" y="1255139"/>
                </a:lnTo>
                <a:lnTo>
                  <a:pt x="8041151" y="1341570"/>
                </a:lnTo>
                <a:lnTo>
                  <a:pt x="8020016" y="1428000"/>
                </a:lnTo>
                <a:lnTo>
                  <a:pt x="8046318" y="1514431"/>
                </a:lnTo>
                <a:lnTo>
                  <a:pt x="8045451" y="1600862"/>
                </a:lnTo>
                <a:lnTo>
                  <a:pt x="8047740" y="1687292"/>
                </a:lnTo>
                <a:lnTo>
                  <a:pt x="8066007" y="1773723"/>
                </a:lnTo>
                <a:lnTo>
                  <a:pt x="8037562" y="1860153"/>
                </a:lnTo>
                <a:lnTo>
                  <a:pt x="8044526" y="1946584"/>
                </a:lnTo>
                <a:lnTo>
                  <a:pt x="8042056" y="2033014"/>
                </a:lnTo>
                <a:lnTo>
                  <a:pt x="8020340" y="2119445"/>
                </a:lnTo>
                <a:lnTo>
                  <a:pt x="8053352" y="2205875"/>
                </a:lnTo>
                <a:lnTo>
                  <a:pt x="8040898" y="2292306"/>
                </a:lnTo>
                <a:lnTo>
                  <a:pt x="8045335" y="2378737"/>
                </a:lnTo>
                <a:lnTo>
                  <a:pt x="8039293" y="2465167"/>
                </a:lnTo>
                <a:lnTo>
                  <a:pt x="8015150" y="2551598"/>
                </a:lnTo>
                <a:lnTo>
                  <a:pt x="8041053" y="2638028"/>
                </a:lnTo>
                <a:lnTo>
                  <a:pt x="8032233" y="2724459"/>
                </a:lnTo>
                <a:lnTo>
                  <a:pt x="8015858" y="2810889"/>
                </a:lnTo>
                <a:lnTo>
                  <a:pt x="8014527" y="2897320"/>
                </a:lnTo>
                <a:lnTo>
                  <a:pt x="8016574" y="2983750"/>
                </a:lnTo>
                <a:lnTo>
                  <a:pt x="8013282" y="3070181"/>
                </a:lnTo>
                <a:lnTo>
                  <a:pt x="8028049" y="3156611"/>
                </a:lnTo>
                <a:lnTo>
                  <a:pt x="8031846" y="3243042"/>
                </a:lnTo>
                <a:lnTo>
                  <a:pt x="8018781" y="3329473"/>
                </a:lnTo>
                <a:lnTo>
                  <a:pt x="8026284" y="3415903"/>
                </a:lnTo>
                <a:lnTo>
                  <a:pt x="8056959" y="3502334"/>
                </a:lnTo>
                <a:lnTo>
                  <a:pt x="8058588" y="3588764"/>
                </a:lnTo>
                <a:lnTo>
                  <a:pt x="8072846" y="3675195"/>
                </a:lnTo>
                <a:lnTo>
                  <a:pt x="8070675" y="3761625"/>
                </a:lnTo>
                <a:lnTo>
                  <a:pt x="8038910" y="3848056"/>
                </a:lnTo>
                <a:lnTo>
                  <a:pt x="8031097" y="3934487"/>
                </a:lnTo>
                <a:lnTo>
                  <a:pt x="8064257" y="4020917"/>
                </a:lnTo>
                <a:lnTo>
                  <a:pt x="8032301" y="4107348"/>
                </a:lnTo>
                <a:lnTo>
                  <a:pt x="8039542" y="4193778"/>
                </a:lnTo>
                <a:lnTo>
                  <a:pt x="8051170" y="4280209"/>
                </a:lnTo>
                <a:lnTo>
                  <a:pt x="8040624" y="4366639"/>
                </a:lnTo>
                <a:lnTo>
                  <a:pt x="8049834" y="4453070"/>
                </a:lnTo>
                <a:lnTo>
                  <a:pt x="8055224" y="4539500"/>
                </a:lnTo>
                <a:lnTo>
                  <a:pt x="8032479" y="4625931"/>
                </a:lnTo>
                <a:lnTo>
                  <a:pt x="8048781" y="4726159"/>
                </a:lnTo>
                <a:lnTo>
                  <a:pt x="7962748" y="4716994"/>
                </a:lnTo>
                <a:lnTo>
                  <a:pt x="7876716" y="4711779"/>
                </a:lnTo>
                <a:lnTo>
                  <a:pt x="7790684" y="4707266"/>
                </a:lnTo>
                <a:lnTo>
                  <a:pt x="7704651" y="4710180"/>
                </a:lnTo>
                <a:lnTo>
                  <a:pt x="7618619" y="4691981"/>
                </a:lnTo>
                <a:lnTo>
                  <a:pt x="7532587" y="4699256"/>
                </a:lnTo>
                <a:lnTo>
                  <a:pt x="7446555" y="4684399"/>
                </a:lnTo>
                <a:lnTo>
                  <a:pt x="7360522" y="4713472"/>
                </a:lnTo>
                <a:lnTo>
                  <a:pt x="7274490" y="4681140"/>
                </a:lnTo>
                <a:lnTo>
                  <a:pt x="7188458" y="4689452"/>
                </a:lnTo>
                <a:lnTo>
                  <a:pt x="7102426" y="4690809"/>
                </a:lnTo>
                <a:lnTo>
                  <a:pt x="7016393" y="4700813"/>
                </a:lnTo>
                <a:lnTo>
                  <a:pt x="6930361" y="4696322"/>
                </a:lnTo>
                <a:lnTo>
                  <a:pt x="6844329" y="4672860"/>
                </a:lnTo>
                <a:lnTo>
                  <a:pt x="6758297" y="4694533"/>
                </a:lnTo>
                <a:lnTo>
                  <a:pt x="6672264" y="4674079"/>
                </a:lnTo>
                <a:lnTo>
                  <a:pt x="6586232" y="4676514"/>
                </a:lnTo>
                <a:lnTo>
                  <a:pt x="6500200" y="4703267"/>
                </a:lnTo>
                <a:lnTo>
                  <a:pt x="6414168" y="4682081"/>
                </a:lnTo>
                <a:lnTo>
                  <a:pt x="6328135" y="4700864"/>
                </a:lnTo>
                <a:lnTo>
                  <a:pt x="6242103" y="4698780"/>
                </a:lnTo>
                <a:lnTo>
                  <a:pt x="6156071" y="4677019"/>
                </a:lnTo>
                <a:lnTo>
                  <a:pt x="6070039" y="4666954"/>
                </a:lnTo>
                <a:lnTo>
                  <a:pt x="5984006" y="4669318"/>
                </a:lnTo>
                <a:lnTo>
                  <a:pt x="5897974" y="4667131"/>
                </a:lnTo>
                <a:lnTo>
                  <a:pt x="5811942" y="4676794"/>
                </a:lnTo>
                <a:lnTo>
                  <a:pt x="5725910" y="4685385"/>
                </a:lnTo>
                <a:lnTo>
                  <a:pt x="5639877" y="4673896"/>
                </a:lnTo>
                <a:lnTo>
                  <a:pt x="5553845" y="4689071"/>
                </a:lnTo>
                <a:lnTo>
                  <a:pt x="5467813" y="4689198"/>
                </a:lnTo>
                <a:lnTo>
                  <a:pt x="5381781" y="4699698"/>
                </a:lnTo>
                <a:lnTo>
                  <a:pt x="5295748" y="4701518"/>
                </a:lnTo>
                <a:lnTo>
                  <a:pt x="5209716" y="4735618"/>
                </a:lnTo>
                <a:lnTo>
                  <a:pt x="5123684" y="4714047"/>
                </a:lnTo>
                <a:lnTo>
                  <a:pt x="5037651" y="4709147"/>
                </a:lnTo>
                <a:lnTo>
                  <a:pt x="4951619" y="4711344"/>
                </a:lnTo>
                <a:lnTo>
                  <a:pt x="4865587" y="4714052"/>
                </a:lnTo>
                <a:lnTo>
                  <a:pt x="4779555" y="4696009"/>
                </a:lnTo>
                <a:lnTo>
                  <a:pt x="4693522" y="4715378"/>
                </a:lnTo>
                <a:lnTo>
                  <a:pt x="4607490" y="4722526"/>
                </a:lnTo>
                <a:lnTo>
                  <a:pt x="4521458" y="4748190"/>
                </a:lnTo>
                <a:lnTo>
                  <a:pt x="4435426" y="4737445"/>
                </a:lnTo>
                <a:lnTo>
                  <a:pt x="4349393" y="4716863"/>
                </a:lnTo>
                <a:lnTo>
                  <a:pt x="4263361" y="4733137"/>
                </a:lnTo>
                <a:lnTo>
                  <a:pt x="4177329" y="4720491"/>
                </a:lnTo>
                <a:lnTo>
                  <a:pt x="4091297" y="4711165"/>
                </a:lnTo>
                <a:lnTo>
                  <a:pt x="4005264" y="4718092"/>
                </a:lnTo>
                <a:lnTo>
                  <a:pt x="3919232" y="4710292"/>
                </a:lnTo>
                <a:lnTo>
                  <a:pt x="3833200" y="4717612"/>
                </a:lnTo>
                <a:lnTo>
                  <a:pt x="3747168" y="4743819"/>
                </a:lnTo>
                <a:lnTo>
                  <a:pt x="3661135" y="4744866"/>
                </a:lnTo>
                <a:lnTo>
                  <a:pt x="3575103" y="4745738"/>
                </a:lnTo>
                <a:lnTo>
                  <a:pt x="3489071" y="4744660"/>
                </a:lnTo>
                <a:lnTo>
                  <a:pt x="3403039" y="4723043"/>
                </a:lnTo>
                <a:lnTo>
                  <a:pt x="3317006" y="4709032"/>
                </a:lnTo>
                <a:lnTo>
                  <a:pt x="3230974" y="4711926"/>
                </a:lnTo>
                <a:lnTo>
                  <a:pt x="3144942" y="4715213"/>
                </a:lnTo>
                <a:lnTo>
                  <a:pt x="3058910" y="4699411"/>
                </a:lnTo>
                <a:lnTo>
                  <a:pt x="2972877" y="4702141"/>
                </a:lnTo>
                <a:lnTo>
                  <a:pt x="2886845" y="4716241"/>
                </a:lnTo>
                <a:lnTo>
                  <a:pt x="2800813" y="4702244"/>
                </a:lnTo>
                <a:lnTo>
                  <a:pt x="2714781" y="4692682"/>
                </a:lnTo>
                <a:lnTo>
                  <a:pt x="2628748" y="4683334"/>
                </a:lnTo>
                <a:lnTo>
                  <a:pt x="2542716" y="4686389"/>
                </a:lnTo>
                <a:lnTo>
                  <a:pt x="2456684" y="4701582"/>
                </a:lnTo>
                <a:lnTo>
                  <a:pt x="2370651" y="4682836"/>
                </a:lnTo>
                <a:lnTo>
                  <a:pt x="2284619" y="4691756"/>
                </a:lnTo>
                <a:lnTo>
                  <a:pt x="2198587" y="4691229"/>
                </a:lnTo>
                <a:lnTo>
                  <a:pt x="2112555" y="4698748"/>
                </a:lnTo>
                <a:lnTo>
                  <a:pt x="2026522" y="4713037"/>
                </a:lnTo>
                <a:lnTo>
                  <a:pt x="1940490" y="4680647"/>
                </a:lnTo>
                <a:lnTo>
                  <a:pt x="1854458" y="4677398"/>
                </a:lnTo>
                <a:lnTo>
                  <a:pt x="1768426" y="4684611"/>
                </a:lnTo>
                <a:lnTo>
                  <a:pt x="1682393" y="4688844"/>
                </a:lnTo>
                <a:lnTo>
                  <a:pt x="1596361" y="4701617"/>
                </a:lnTo>
                <a:lnTo>
                  <a:pt x="1510329" y="4709979"/>
                </a:lnTo>
                <a:lnTo>
                  <a:pt x="1424297" y="4721914"/>
                </a:lnTo>
                <a:lnTo>
                  <a:pt x="1338264" y="4731885"/>
                </a:lnTo>
                <a:lnTo>
                  <a:pt x="1252232" y="4721638"/>
                </a:lnTo>
                <a:lnTo>
                  <a:pt x="1166200" y="4713193"/>
                </a:lnTo>
                <a:lnTo>
                  <a:pt x="1080168" y="4700653"/>
                </a:lnTo>
                <a:lnTo>
                  <a:pt x="994135" y="4717850"/>
                </a:lnTo>
                <a:lnTo>
                  <a:pt x="908103" y="4729129"/>
                </a:lnTo>
                <a:lnTo>
                  <a:pt x="822071" y="4713837"/>
                </a:lnTo>
                <a:lnTo>
                  <a:pt x="736039" y="4721736"/>
                </a:lnTo>
                <a:lnTo>
                  <a:pt x="650006" y="4708484"/>
                </a:lnTo>
                <a:lnTo>
                  <a:pt x="563974" y="4707911"/>
                </a:lnTo>
                <a:lnTo>
                  <a:pt x="477942" y="4701145"/>
                </a:lnTo>
                <a:lnTo>
                  <a:pt x="391910" y="4722347"/>
                </a:lnTo>
                <a:lnTo>
                  <a:pt x="305877" y="4676252"/>
                </a:lnTo>
                <a:lnTo>
                  <a:pt x="219845" y="4695646"/>
                </a:lnTo>
                <a:lnTo>
                  <a:pt x="133813" y="4712217"/>
                </a:lnTo>
                <a:lnTo>
                  <a:pt x="36117" y="4712362"/>
                </a:lnTo>
                <a:lnTo>
                  <a:pt x="49571" y="4625931"/>
                </a:lnTo>
                <a:lnTo>
                  <a:pt x="55122" y="4539500"/>
                </a:lnTo>
                <a:lnTo>
                  <a:pt x="50934" y="4453070"/>
                </a:lnTo>
                <a:lnTo>
                  <a:pt x="49596" y="4366639"/>
                </a:lnTo>
                <a:lnTo>
                  <a:pt x="53372" y="4280209"/>
                </a:lnTo>
                <a:lnTo>
                  <a:pt x="20537" y="4193778"/>
                </a:lnTo>
                <a:lnTo>
                  <a:pt x="40378" y="4107348"/>
                </a:lnTo>
                <a:lnTo>
                  <a:pt x="21802" y="4020917"/>
                </a:lnTo>
                <a:lnTo>
                  <a:pt x="9532" y="3934487"/>
                </a:lnTo>
                <a:lnTo>
                  <a:pt x="16385" y="3848056"/>
                </a:lnTo>
                <a:lnTo>
                  <a:pt x="0" y="3761625"/>
                </a:lnTo>
                <a:lnTo>
                  <a:pt x="5847" y="3675195"/>
                </a:lnTo>
                <a:lnTo>
                  <a:pt x="31453" y="3588764"/>
                </a:lnTo>
                <a:lnTo>
                  <a:pt x="34417" y="3502334"/>
                </a:lnTo>
                <a:lnTo>
                  <a:pt x="10970" y="3415903"/>
                </a:lnTo>
                <a:lnTo>
                  <a:pt x="17944" y="3329473"/>
                </a:lnTo>
                <a:lnTo>
                  <a:pt x="42141" y="3243042"/>
                </a:lnTo>
                <a:lnTo>
                  <a:pt x="38282" y="3156612"/>
                </a:lnTo>
                <a:lnTo>
                  <a:pt x="34877" y="3070181"/>
                </a:lnTo>
                <a:lnTo>
                  <a:pt x="22294" y="2983750"/>
                </a:lnTo>
                <a:lnTo>
                  <a:pt x="18981" y="2897320"/>
                </a:lnTo>
                <a:lnTo>
                  <a:pt x="26604" y="2810889"/>
                </a:lnTo>
                <a:lnTo>
                  <a:pt x="32261" y="2724459"/>
                </a:lnTo>
                <a:lnTo>
                  <a:pt x="23881" y="2638028"/>
                </a:lnTo>
                <a:lnTo>
                  <a:pt x="46209" y="2551598"/>
                </a:lnTo>
                <a:lnTo>
                  <a:pt x="44831" y="2465167"/>
                </a:lnTo>
                <a:lnTo>
                  <a:pt x="56802" y="2378737"/>
                </a:lnTo>
                <a:lnTo>
                  <a:pt x="57858" y="2292306"/>
                </a:lnTo>
                <a:lnTo>
                  <a:pt x="16546" y="2205875"/>
                </a:lnTo>
                <a:lnTo>
                  <a:pt x="16110" y="2119445"/>
                </a:lnTo>
                <a:lnTo>
                  <a:pt x="34644" y="2033014"/>
                </a:lnTo>
                <a:lnTo>
                  <a:pt x="31046" y="1946584"/>
                </a:lnTo>
                <a:lnTo>
                  <a:pt x="46049" y="1860153"/>
                </a:lnTo>
                <a:lnTo>
                  <a:pt x="44366" y="1773723"/>
                </a:lnTo>
                <a:lnTo>
                  <a:pt x="27939" y="1687292"/>
                </a:lnTo>
                <a:lnTo>
                  <a:pt x="26853" y="1600862"/>
                </a:lnTo>
                <a:lnTo>
                  <a:pt x="16969" y="1514431"/>
                </a:lnTo>
                <a:lnTo>
                  <a:pt x="43873" y="1428000"/>
                </a:lnTo>
                <a:lnTo>
                  <a:pt x="20747" y="1341570"/>
                </a:lnTo>
                <a:lnTo>
                  <a:pt x="17368" y="1255139"/>
                </a:lnTo>
                <a:lnTo>
                  <a:pt x="30987" y="1168709"/>
                </a:lnTo>
                <a:lnTo>
                  <a:pt x="36485" y="1082278"/>
                </a:lnTo>
                <a:lnTo>
                  <a:pt x="52899" y="995848"/>
                </a:lnTo>
                <a:lnTo>
                  <a:pt x="52732" y="909417"/>
                </a:lnTo>
                <a:lnTo>
                  <a:pt x="52070" y="822986"/>
                </a:lnTo>
                <a:lnTo>
                  <a:pt x="52331" y="736556"/>
                </a:lnTo>
                <a:lnTo>
                  <a:pt x="51048" y="650125"/>
                </a:lnTo>
                <a:lnTo>
                  <a:pt x="21055" y="563695"/>
                </a:lnTo>
                <a:lnTo>
                  <a:pt x="52185" y="477264"/>
                </a:lnTo>
                <a:lnTo>
                  <a:pt x="35332" y="390834"/>
                </a:lnTo>
                <a:lnTo>
                  <a:pt x="12939" y="304403"/>
                </a:lnTo>
                <a:lnTo>
                  <a:pt x="39006" y="217973"/>
                </a:lnTo>
                <a:lnTo>
                  <a:pt x="43813" y="131542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28000">
            <a:off x="2443785" y="1714842"/>
            <a:ext cx="6286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COMPUTER VISION · OBJECT DETECTION</a:t>
            </a:r>
          </a:p>
        </p:txBody>
      </p:sp>
      <p:sp>
        <p:nvSpPr>
          <p:cNvPr id="7" name="TextBox 6"/>
          <p:cNvSpPr txBox="1"/>
          <p:nvPr/>
        </p:nvSpPr>
        <p:spPr>
          <a:xfrm rot="21528000">
            <a:off x="2469277" y="2034435"/>
            <a:ext cx="6667500" cy="200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260"/>
              </a:lnSpc>
            </a:pPr>
            <a:r>
              <a:rPr sz="6600" b="1">
                <a:solidFill>
                  <a:srgbClr val="5C2E14"/>
                </a:solidFill>
                <a:latin typeface="Arial Black"/>
                <a:ea typeface="맑은 고딕"/>
              </a:rPr>
              <a:t>객체 </a:t>
            </a:r>
            <a:r>
              <a:rPr sz="5940" b="1">
                <a:solidFill>
                  <a:srgbClr val="7A4A2A"/>
                </a:solidFill>
                <a:latin typeface="Arial"/>
                <a:ea typeface="맑은 고딕"/>
              </a:rPr>
              <a:t>탐</a:t>
            </a:r>
            <a:r>
              <a:rPr sz="6600" b="1">
                <a:solidFill>
                  <a:srgbClr val="5C2E14"/>
                </a:solidFill>
                <a:latin typeface="Arial Black"/>
                <a:ea typeface="맑은 고딕"/>
              </a:rPr>
              <a:t>지</a:t>
            </a:r>
          </a:p>
          <a:p>
            <a:pPr algn="l">
              <a:lnSpc>
                <a:spcPts val="7260"/>
              </a:lnSpc>
            </a:pPr>
            <a:r>
              <a:rPr sz="6600" b="1">
                <a:solidFill>
                  <a:srgbClr val="5C2E14"/>
                </a:solidFill>
                <a:latin typeface="Arial Black"/>
                <a:ea typeface="맑은 고딕"/>
              </a:rPr>
              <a:t>한눈에 보기</a:t>
            </a:r>
          </a:p>
        </p:txBody>
      </p:sp>
      <p:sp>
        <p:nvSpPr>
          <p:cNvPr id="8" name="TextBox 7"/>
          <p:cNvSpPr txBox="1"/>
          <p:nvPr/>
        </p:nvSpPr>
        <p:spPr>
          <a:xfrm rot="21528000">
            <a:off x="2496626" y="4150694"/>
            <a:ext cx="6477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0">
                <a:solidFill>
                  <a:srgbClr val="3B2414"/>
                </a:solidFill>
                <a:latin typeface="Arial"/>
                <a:ea typeface="맑은 고딕"/>
              </a:rPr>
              <a:t>무엇이, 어디에 있는지 찾는 기술의 구조와 흐름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507310" y="4801381"/>
            <a:ext cx="3999622" cy="83780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21528000">
            <a:off x="2512825" y="4992714"/>
            <a:ext cx="6096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1">
                <a:solidFill>
                  <a:srgbClr val="7B6552"/>
                </a:solidFill>
                <a:latin typeface="Arial"/>
                <a:ea typeface="맑은 고딕"/>
              </a:rPr>
              <a:t>개요 발표</a:t>
            </a: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 · 2026. 09. 15</a:t>
            </a:r>
          </a:p>
        </p:txBody>
      </p:sp>
      <p:pic>
        <p:nvPicPr>
          <p:cNvPr id="11" name="Picture 10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900000">
            <a:off x="-476250" y="-762000"/>
            <a:ext cx="2286000" cy="4762500"/>
          </a:xfrm>
          <a:prstGeom prst="rect">
            <a:avLst/>
          </a:prstGeom>
        </p:spPr>
      </p:pic>
      <p:pic>
        <p:nvPicPr>
          <p:cNvPr id="12" name="Picture 11" descr="fern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840000">
            <a:off x="9048750" y="-95250"/>
            <a:ext cx="857250" cy="3810000"/>
          </a:xfrm>
          <a:prstGeom prst="rect">
            <a:avLst/>
          </a:prstGeom>
        </p:spPr>
      </p:pic>
      <p:pic>
        <p:nvPicPr>
          <p:cNvPr id="13" name="Picture 12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00000">
            <a:off x="9429750" y="2762250"/>
            <a:ext cx="257175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120000">
            <a:off x="-711572" y="-417081"/>
            <a:ext cx="4662121" cy="7701911"/>
          </a:xfrm>
          <a:custGeom>
            <a:avLst/>
            <a:gdLst/>
            <a:ahLst/>
            <a:cxnLst/>
            <a:rect l="l" t="t" r="r" b="b"/>
            <a:pathLst>
              <a:path w="4662121" h="7701911">
                <a:moveTo>
                  <a:pt x="44822" y="63702"/>
                </a:moveTo>
                <a:lnTo>
                  <a:pt x="131087" y="47207"/>
                </a:lnTo>
                <a:lnTo>
                  <a:pt x="217351" y="59828"/>
                </a:lnTo>
                <a:lnTo>
                  <a:pt x="303615" y="43680"/>
                </a:lnTo>
                <a:lnTo>
                  <a:pt x="389879" y="65659"/>
                </a:lnTo>
                <a:lnTo>
                  <a:pt x="476143" y="45238"/>
                </a:lnTo>
                <a:lnTo>
                  <a:pt x="562407" y="39688"/>
                </a:lnTo>
                <a:lnTo>
                  <a:pt x="648672" y="48390"/>
                </a:lnTo>
                <a:lnTo>
                  <a:pt x="734935" y="35592"/>
                </a:lnTo>
                <a:lnTo>
                  <a:pt x="821199" y="50485"/>
                </a:lnTo>
                <a:lnTo>
                  <a:pt x="907463" y="41805"/>
                </a:lnTo>
                <a:lnTo>
                  <a:pt x="993727" y="35304"/>
                </a:lnTo>
                <a:lnTo>
                  <a:pt x="1079991" y="36889"/>
                </a:lnTo>
                <a:lnTo>
                  <a:pt x="1166255" y="25773"/>
                </a:lnTo>
                <a:lnTo>
                  <a:pt x="1252520" y="43395"/>
                </a:lnTo>
                <a:lnTo>
                  <a:pt x="1338784" y="20729"/>
                </a:lnTo>
                <a:lnTo>
                  <a:pt x="1425048" y="31260"/>
                </a:lnTo>
                <a:lnTo>
                  <a:pt x="1511312" y="40759"/>
                </a:lnTo>
                <a:lnTo>
                  <a:pt x="1597576" y="45329"/>
                </a:lnTo>
                <a:lnTo>
                  <a:pt x="1683840" y="77737"/>
                </a:lnTo>
                <a:lnTo>
                  <a:pt x="1770105" y="71415"/>
                </a:lnTo>
                <a:lnTo>
                  <a:pt x="1856369" y="84715"/>
                </a:lnTo>
                <a:lnTo>
                  <a:pt x="1942633" y="57617"/>
                </a:lnTo>
                <a:lnTo>
                  <a:pt x="2028897" y="38320"/>
                </a:lnTo>
                <a:lnTo>
                  <a:pt x="2115161" y="19518"/>
                </a:lnTo>
                <a:lnTo>
                  <a:pt x="2201425" y="20552"/>
                </a:lnTo>
                <a:lnTo>
                  <a:pt x="2287689" y="7274"/>
                </a:lnTo>
                <a:lnTo>
                  <a:pt x="2373954" y="25386"/>
                </a:lnTo>
                <a:lnTo>
                  <a:pt x="2460218" y="26150"/>
                </a:lnTo>
                <a:lnTo>
                  <a:pt x="2546482" y="33130"/>
                </a:lnTo>
                <a:lnTo>
                  <a:pt x="2632746" y="31066"/>
                </a:lnTo>
                <a:lnTo>
                  <a:pt x="2719010" y="29554"/>
                </a:lnTo>
                <a:lnTo>
                  <a:pt x="2805274" y="54028"/>
                </a:lnTo>
                <a:lnTo>
                  <a:pt x="2891538" y="72140"/>
                </a:lnTo>
                <a:lnTo>
                  <a:pt x="2977803" y="67262"/>
                </a:lnTo>
                <a:lnTo>
                  <a:pt x="3064067" y="75109"/>
                </a:lnTo>
                <a:lnTo>
                  <a:pt x="3150331" y="49295"/>
                </a:lnTo>
                <a:lnTo>
                  <a:pt x="3236595" y="55555"/>
                </a:lnTo>
                <a:lnTo>
                  <a:pt x="3322859" y="64345"/>
                </a:lnTo>
                <a:lnTo>
                  <a:pt x="3409123" y="56552"/>
                </a:lnTo>
                <a:lnTo>
                  <a:pt x="3495388" y="67895"/>
                </a:lnTo>
                <a:lnTo>
                  <a:pt x="3581652" y="52787"/>
                </a:lnTo>
                <a:lnTo>
                  <a:pt x="3667916" y="78635"/>
                </a:lnTo>
                <a:lnTo>
                  <a:pt x="3754180" y="78581"/>
                </a:lnTo>
                <a:lnTo>
                  <a:pt x="3840444" y="58045"/>
                </a:lnTo>
                <a:lnTo>
                  <a:pt x="3926708" y="29975"/>
                </a:lnTo>
                <a:lnTo>
                  <a:pt x="4012972" y="25381"/>
                </a:lnTo>
                <a:lnTo>
                  <a:pt x="4099237" y="13967"/>
                </a:lnTo>
                <a:lnTo>
                  <a:pt x="4185501" y="7155"/>
                </a:lnTo>
                <a:lnTo>
                  <a:pt x="4271765" y="10183"/>
                </a:lnTo>
                <a:lnTo>
                  <a:pt x="4358029" y="0"/>
                </a:lnTo>
                <a:lnTo>
                  <a:pt x="4444293" y="6572"/>
                </a:lnTo>
                <a:lnTo>
                  <a:pt x="4530557" y="7826"/>
                </a:lnTo>
                <a:lnTo>
                  <a:pt x="4626512" y="36081"/>
                </a:lnTo>
                <a:lnTo>
                  <a:pt x="4625060" y="122672"/>
                </a:lnTo>
                <a:lnTo>
                  <a:pt x="4641050" y="209263"/>
                </a:lnTo>
                <a:lnTo>
                  <a:pt x="4619341" y="295854"/>
                </a:lnTo>
                <a:lnTo>
                  <a:pt x="4639746" y="382445"/>
                </a:lnTo>
                <a:lnTo>
                  <a:pt x="4648880" y="469035"/>
                </a:lnTo>
                <a:lnTo>
                  <a:pt x="4632027" y="555626"/>
                </a:lnTo>
                <a:lnTo>
                  <a:pt x="4628420" y="642217"/>
                </a:lnTo>
                <a:lnTo>
                  <a:pt x="4652575" y="728808"/>
                </a:lnTo>
                <a:lnTo>
                  <a:pt x="4623701" y="815399"/>
                </a:lnTo>
                <a:lnTo>
                  <a:pt x="4658010" y="901990"/>
                </a:lnTo>
                <a:lnTo>
                  <a:pt x="4640943" y="988581"/>
                </a:lnTo>
                <a:lnTo>
                  <a:pt x="4652832" y="1075171"/>
                </a:lnTo>
                <a:lnTo>
                  <a:pt x="4652575" y="1161762"/>
                </a:lnTo>
                <a:lnTo>
                  <a:pt x="4657646" y="1248353"/>
                </a:lnTo>
                <a:lnTo>
                  <a:pt x="4643436" y="1334944"/>
                </a:lnTo>
                <a:lnTo>
                  <a:pt x="4624363" y="1421535"/>
                </a:lnTo>
                <a:lnTo>
                  <a:pt x="4647911" y="1508126"/>
                </a:lnTo>
                <a:lnTo>
                  <a:pt x="4636348" y="1594717"/>
                </a:lnTo>
                <a:lnTo>
                  <a:pt x="4652112" y="1681308"/>
                </a:lnTo>
                <a:lnTo>
                  <a:pt x="4625990" y="1767899"/>
                </a:lnTo>
                <a:lnTo>
                  <a:pt x="4662121" y="1854490"/>
                </a:lnTo>
                <a:lnTo>
                  <a:pt x="4654145" y="1941081"/>
                </a:lnTo>
                <a:lnTo>
                  <a:pt x="4649955" y="2027671"/>
                </a:lnTo>
                <a:lnTo>
                  <a:pt x="4626638" y="2114262"/>
                </a:lnTo>
                <a:lnTo>
                  <a:pt x="4614514" y="2200853"/>
                </a:lnTo>
                <a:lnTo>
                  <a:pt x="4624485" y="2287444"/>
                </a:lnTo>
                <a:lnTo>
                  <a:pt x="4634245" y="2374035"/>
                </a:lnTo>
                <a:lnTo>
                  <a:pt x="4631544" y="2460626"/>
                </a:lnTo>
                <a:lnTo>
                  <a:pt x="4632878" y="2547217"/>
                </a:lnTo>
                <a:lnTo>
                  <a:pt x="4657987" y="2633808"/>
                </a:lnTo>
                <a:lnTo>
                  <a:pt x="4635465" y="2720399"/>
                </a:lnTo>
                <a:lnTo>
                  <a:pt x="4628339" y="2806990"/>
                </a:lnTo>
                <a:lnTo>
                  <a:pt x="4647979" y="2893581"/>
                </a:lnTo>
                <a:lnTo>
                  <a:pt x="4660091" y="2980171"/>
                </a:lnTo>
                <a:lnTo>
                  <a:pt x="4643482" y="3066762"/>
                </a:lnTo>
                <a:lnTo>
                  <a:pt x="4641560" y="3153353"/>
                </a:lnTo>
                <a:lnTo>
                  <a:pt x="4626087" y="3239944"/>
                </a:lnTo>
                <a:lnTo>
                  <a:pt x="4655272" y="3326535"/>
                </a:lnTo>
                <a:lnTo>
                  <a:pt x="4635255" y="3413126"/>
                </a:lnTo>
                <a:lnTo>
                  <a:pt x="4635029" y="3499717"/>
                </a:lnTo>
                <a:lnTo>
                  <a:pt x="4625941" y="3586308"/>
                </a:lnTo>
                <a:lnTo>
                  <a:pt x="4644777" y="3672899"/>
                </a:lnTo>
                <a:lnTo>
                  <a:pt x="4647769" y="3759490"/>
                </a:lnTo>
                <a:lnTo>
                  <a:pt x="4632126" y="3846081"/>
                </a:lnTo>
                <a:lnTo>
                  <a:pt x="4624037" y="3932671"/>
                </a:lnTo>
                <a:lnTo>
                  <a:pt x="4621740" y="4019262"/>
                </a:lnTo>
                <a:lnTo>
                  <a:pt x="4621758" y="4105853"/>
                </a:lnTo>
                <a:lnTo>
                  <a:pt x="4600812" y="4192444"/>
                </a:lnTo>
                <a:lnTo>
                  <a:pt x="4595257" y="4279035"/>
                </a:lnTo>
                <a:lnTo>
                  <a:pt x="4581778" y="4365626"/>
                </a:lnTo>
                <a:lnTo>
                  <a:pt x="4613182" y="4452217"/>
                </a:lnTo>
                <a:lnTo>
                  <a:pt x="4606898" y="4538808"/>
                </a:lnTo>
                <a:lnTo>
                  <a:pt x="4582165" y="4625399"/>
                </a:lnTo>
                <a:lnTo>
                  <a:pt x="4614247" y="4711990"/>
                </a:lnTo>
                <a:lnTo>
                  <a:pt x="4584048" y="4798581"/>
                </a:lnTo>
                <a:lnTo>
                  <a:pt x="4590779" y="4885171"/>
                </a:lnTo>
                <a:lnTo>
                  <a:pt x="4573601" y="4971762"/>
                </a:lnTo>
                <a:lnTo>
                  <a:pt x="4584746" y="5058353"/>
                </a:lnTo>
                <a:lnTo>
                  <a:pt x="4599805" y="5144944"/>
                </a:lnTo>
                <a:lnTo>
                  <a:pt x="4618249" y="5231535"/>
                </a:lnTo>
                <a:lnTo>
                  <a:pt x="4613735" y="5318126"/>
                </a:lnTo>
                <a:lnTo>
                  <a:pt x="4597772" y="5404717"/>
                </a:lnTo>
                <a:lnTo>
                  <a:pt x="4582448" y="5491308"/>
                </a:lnTo>
                <a:lnTo>
                  <a:pt x="4594515" y="5577899"/>
                </a:lnTo>
                <a:lnTo>
                  <a:pt x="4570895" y="5664490"/>
                </a:lnTo>
                <a:lnTo>
                  <a:pt x="4584368" y="5751081"/>
                </a:lnTo>
                <a:lnTo>
                  <a:pt x="4606959" y="5837671"/>
                </a:lnTo>
                <a:lnTo>
                  <a:pt x="4608447" y="5924262"/>
                </a:lnTo>
                <a:lnTo>
                  <a:pt x="4603716" y="6010853"/>
                </a:lnTo>
                <a:lnTo>
                  <a:pt x="4631574" y="6097444"/>
                </a:lnTo>
                <a:lnTo>
                  <a:pt x="4631025" y="6184035"/>
                </a:lnTo>
                <a:lnTo>
                  <a:pt x="4606785" y="6270626"/>
                </a:lnTo>
                <a:lnTo>
                  <a:pt x="4621198" y="6357217"/>
                </a:lnTo>
                <a:lnTo>
                  <a:pt x="4619480" y="6443808"/>
                </a:lnTo>
                <a:lnTo>
                  <a:pt x="4620992" y="6530399"/>
                </a:lnTo>
                <a:lnTo>
                  <a:pt x="4617437" y="6616990"/>
                </a:lnTo>
                <a:lnTo>
                  <a:pt x="4600764" y="6703581"/>
                </a:lnTo>
                <a:lnTo>
                  <a:pt x="4600187" y="6790171"/>
                </a:lnTo>
                <a:lnTo>
                  <a:pt x="4611886" y="6876762"/>
                </a:lnTo>
                <a:lnTo>
                  <a:pt x="4620037" y="6963353"/>
                </a:lnTo>
                <a:lnTo>
                  <a:pt x="4603941" y="7049944"/>
                </a:lnTo>
                <a:lnTo>
                  <a:pt x="4608626" y="7136535"/>
                </a:lnTo>
                <a:lnTo>
                  <a:pt x="4578159" y="7223126"/>
                </a:lnTo>
                <a:lnTo>
                  <a:pt x="4611011" y="7309717"/>
                </a:lnTo>
                <a:lnTo>
                  <a:pt x="4593890" y="7396308"/>
                </a:lnTo>
                <a:lnTo>
                  <a:pt x="4606960" y="7482899"/>
                </a:lnTo>
                <a:lnTo>
                  <a:pt x="4622253" y="7569490"/>
                </a:lnTo>
                <a:lnTo>
                  <a:pt x="4616822" y="7657147"/>
                </a:lnTo>
                <a:lnTo>
                  <a:pt x="4530557" y="7671517"/>
                </a:lnTo>
                <a:lnTo>
                  <a:pt x="4444293" y="7671289"/>
                </a:lnTo>
                <a:lnTo>
                  <a:pt x="4358029" y="7650944"/>
                </a:lnTo>
                <a:lnTo>
                  <a:pt x="4271765" y="7641167"/>
                </a:lnTo>
                <a:lnTo>
                  <a:pt x="4185501" y="7637758"/>
                </a:lnTo>
                <a:lnTo>
                  <a:pt x="4099237" y="7648601"/>
                </a:lnTo>
                <a:lnTo>
                  <a:pt x="4012972" y="7646968"/>
                </a:lnTo>
                <a:lnTo>
                  <a:pt x="3926708" y="7653288"/>
                </a:lnTo>
                <a:lnTo>
                  <a:pt x="3840444" y="7645413"/>
                </a:lnTo>
                <a:lnTo>
                  <a:pt x="3754180" y="7637314"/>
                </a:lnTo>
                <a:lnTo>
                  <a:pt x="3667916" y="7637171"/>
                </a:lnTo>
                <a:lnTo>
                  <a:pt x="3581652" y="7619172"/>
                </a:lnTo>
                <a:lnTo>
                  <a:pt x="3495388" y="7645693"/>
                </a:lnTo>
                <a:lnTo>
                  <a:pt x="3409123" y="7621208"/>
                </a:lnTo>
                <a:lnTo>
                  <a:pt x="3322859" y="7618232"/>
                </a:lnTo>
                <a:lnTo>
                  <a:pt x="3236595" y="7650070"/>
                </a:lnTo>
                <a:lnTo>
                  <a:pt x="3150331" y="7636520"/>
                </a:lnTo>
                <a:lnTo>
                  <a:pt x="3064067" y="7660324"/>
                </a:lnTo>
                <a:lnTo>
                  <a:pt x="2977803" y="7668530"/>
                </a:lnTo>
                <a:lnTo>
                  <a:pt x="2891538" y="7652608"/>
                </a:lnTo>
                <a:lnTo>
                  <a:pt x="2805274" y="7664267"/>
                </a:lnTo>
                <a:lnTo>
                  <a:pt x="2719010" y="7630765"/>
                </a:lnTo>
                <a:lnTo>
                  <a:pt x="2632746" y="7664966"/>
                </a:lnTo>
                <a:lnTo>
                  <a:pt x="2546482" y="7634687"/>
                </a:lnTo>
                <a:lnTo>
                  <a:pt x="2460218" y="7675769"/>
                </a:lnTo>
                <a:lnTo>
                  <a:pt x="2373954" y="7671436"/>
                </a:lnTo>
                <a:lnTo>
                  <a:pt x="2287689" y="7693402"/>
                </a:lnTo>
                <a:lnTo>
                  <a:pt x="2201425" y="7663943"/>
                </a:lnTo>
                <a:lnTo>
                  <a:pt x="2115161" y="7686753"/>
                </a:lnTo>
                <a:lnTo>
                  <a:pt x="2028897" y="7672539"/>
                </a:lnTo>
                <a:lnTo>
                  <a:pt x="1942633" y="7689304"/>
                </a:lnTo>
                <a:lnTo>
                  <a:pt x="1856369" y="7671353"/>
                </a:lnTo>
                <a:lnTo>
                  <a:pt x="1770105" y="7667991"/>
                </a:lnTo>
                <a:lnTo>
                  <a:pt x="1683840" y="7700028"/>
                </a:lnTo>
                <a:lnTo>
                  <a:pt x="1597576" y="7692245"/>
                </a:lnTo>
                <a:lnTo>
                  <a:pt x="1511312" y="7701911"/>
                </a:lnTo>
                <a:lnTo>
                  <a:pt x="1425048" y="7667187"/>
                </a:lnTo>
                <a:lnTo>
                  <a:pt x="1338784" y="7677117"/>
                </a:lnTo>
                <a:lnTo>
                  <a:pt x="1252520" y="7672986"/>
                </a:lnTo>
                <a:lnTo>
                  <a:pt x="1166255" y="7638410"/>
                </a:lnTo>
                <a:lnTo>
                  <a:pt x="1079991" y="7679741"/>
                </a:lnTo>
                <a:lnTo>
                  <a:pt x="993727" y="7639525"/>
                </a:lnTo>
                <a:lnTo>
                  <a:pt x="907463" y="7662480"/>
                </a:lnTo>
                <a:lnTo>
                  <a:pt x="821199" y="7633621"/>
                </a:lnTo>
                <a:lnTo>
                  <a:pt x="734935" y="7639754"/>
                </a:lnTo>
                <a:lnTo>
                  <a:pt x="648672" y="7649106"/>
                </a:lnTo>
                <a:lnTo>
                  <a:pt x="562407" y="7613598"/>
                </a:lnTo>
                <a:lnTo>
                  <a:pt x="476143" y="7634451"/>
                </a:lnTo>
                <a:lnTo>
                  <a:pt x="389879" y="7626167"/>
                </a:lnTo>
                <a:lnTo>
                  <a:pt x="303615" y="7618607"/>
                </a:lnTo>
                <a:lnTo>
                  <a:pt x="217351" y="7618598"/>
                </a:lnTo>
                <a:lnTo>
                  <a:pt x="131087" y="7613993"/>
                </a:lnTo>
                <a:lnTo>
                  <a:pt x="49170" y="7656081"/>
                </a:lnTo>
                <a:lnTo>
                  <a:pt x="67986" y="7569490"/>
                </a:lnTo>
                <a:lnTo>
                  <a:pt x="60986" y="7482899"/>
                </a:lnTo>
                <a:lnTo>
                  <a:pt x="49215" y="7396308"/>
                </a:lnTo>
                <a:lnTo>
                  <a:pt x="66909" y="7309717"/>
                </a:lnTo>
                <a:lnTo>
                  <a:pt x="21720" y="7223126"/>
                </a:lnTo>
                <a:lnTo>
                  <a:pt x="23974" y="7136535"/>
                </a:lnTo>
                <a:lnTo>
                  <a:pt x="64533" y="7049944"/>
                </a:lnTo>
                <a:lnTo>
                  <a:pt x="39376" y="6963353"/>
                </a:lnTo>
                <a:lnTo>
                  <a:pt x="63747" y="6876762"/>
                </a:lnTo>
                <a:lnTo>
                  <a:pt x="68349" y="6790171"/>
                </a:lnTo>
                <a:lnTo>
                  <a:pt x="47898" y="6703581"/>
                </a:lnTo>
                <a:lnTo>
                  <a:pt x="63659" y="6616990"/>
                </a:lnTo>
                <a:lnTo>
                  <a:pt x="45868" y="6530399"/>
                </a:lnTo>
                <a:lnTo>
                  <a:pt x="67906" y="6443808"/>
                </a:lnTo>
                <a:lnTo>
                  <a:pt x="53693" y="6357217"/>
                </a:lnTo>
                <a:lnTo>
                  <a:pt x="43494" y="6270626"/>
                </a:lnTo>
                <a:lnTo>
                  <a:pt x="35888" y="6184035"/>
                </a:lnTo>
                <a:lnTo>
                  <a:pt x="47008" y="6097444"/>
                </a:lnTo>
                <a:lnTo>
                  <a:pt x="57044" y="6010853"/>
                </a:lnTo>
                <a:lnTo>
                  <a:pt x="40415" y="5924262"/>
                </a:lnTo>
                <a:lnTo>
                  <a:pt x="53693" y="5837671"/>
                </a:lnTo>
                <a:lnTo>
                  <a:pt x="14647" y="5751081"/>
                </a:lnTo>
                <a:lnTo>
                  <a:pt x="12354" y="5664490"/>
                </a:lnTo>
                <a:lnTo>
                  <a:pt x="9700" y="5577899"/>
                </a:lnTo>
                <a:lnTo>
                  <a:pt x="39192" y="5491308"/>
                </a:lnTo>
                <a:lnTo>
                  <a:pt x="32443" y="5404717"/>
                </a:lnTo>
                <a:lnTo>
                  <a:pt x="0" y="5318126"/>
                </a:lnTo>
                <a:lnTo>
                  <a:pt x="24718" y="5231535"/>
                </a:lnTo>
                <a:lnTo>
                  <a:pt x="16973" y="5144944"/>
                </a:lnTo>
                <a:lnTo>
                  <a:pt x="27825" y="5058353"/>
                </a:lnTo>
                <a:lnTo>
                  <a:pt x="24380" y="4971762"/>
                </a:lnTo>
                <a:lnTo>
                  <a:pt x="30884" y="4885171"/>
                </a:lnTo>
                <a:lnTo>
                  <a:pt x="15439" y="4798581"/>
                </a:lnTo>
                <a:lnTo>
                  <a:pt x="51394" y="4711990"/>
                </a:lnTo>
                <a:lnTo>
                  <a:pt x="65236" y="4625399"/>
                </a:lnTo>
                <a:lnTo>
                  <a:pt x="44074" y="4538808"/>
                </a:lnTo>
                <a:lnTo>
                  <a:pt x="37257" y="4452217"/>
                </a:lnTo>
                <a:lnTo>
                  <a:pt x="58458" y="4365626"/>
                </a:lnTo>
                <a:lnTo>
                  <a:pt x="76613" y="4279035"/>
                </a:lnTo>
                <a:lnTo>
                  <a:pt x="49916" y="4192444"/>
                </a:lnTo>
                <a:lnTo>
                  <a:pt x="44130" y="4105853"/>
                </a:lnTo>
                <a:lnTo>
                  <a:pt x="40570" y="4019262"/>
                </a:lnTo>
                <a:lnTo>
                  <a:pt x="70671" y="3932671"/>
                </a:lnTo>
                <a:lnTo>
                  <a:pt x="79676" y="3846081"/>
                </a:lnTo>
                <a:lnTo>
                  <a:pt x="64383" y="3759490"/>
                </a:lnTo>
                <a:lnTo>
                  <a:pt x="79473" y="3672899"/>
                </a:lnTo>
                <a:lnTo>
                  <a:pt x="72687" y="3586308"/>
                </a:lnTo>
                <a:lnTo>
                  <a:pt x="65347" y="3499717"/>
                </a:lnTo>
                <a:lnTo>
                  <a:pt x="82570" y="3413126"/>
                </a:lnTo>
                <a:lnTo>
                  <a:pt x="93306" y="3326535"/>
                </a:lnTo>
                <a:lnTo>
                  <a:pt x="76167" y="3239944"/>
                </a:lnTo>
                <a:lnTo>
                  <a:pt x="78772" y="3153353"/>
                </a:lnTo>
                <a:lnTo>
                  <a:pt x="85017" y="3066762"/>
                </a:lnTo>
                <a:lnTo>
                  <a:pt x="78446" y="2980171"/>
                </a:lnTo>
                <a:lnTo>
                  <a:pt x="58175" y="2893581"/>
                </a:lnTo>
                <a:lnTo>
                  <a:pt x="36366" y="2806990"/>
                </a:lnTo>
                <a:lnTo>
                  <a:pt x="31966" y="2720399"/>
                </a:lnTo>
                <a:lnTo>
                  <a:pt x="57703" y="2633808"/>
                </a:lnTo>
                <a:lnTo>
                  <a:pt x="59449" y="2547217"/>
                </a:lnTo>
                <a:lnTo>
                  <a:pt x="79502" y="2460626"/>
                </a:lnTo>
                <a:lnTo>
                  <a:pt x="77723" y="2374035"/>
                </a:lnTo>
                <a:lnTo>
                  <a:pt x="67986" y="2287444"/>
                </a:lnTo>
                <a:lnTo>
                  <a:pt x="44755" y="2200853"/>
                </a:lnTo>
                <a:lnTo>
                  <a:pt x="76676" y="2114262"/>
                </a:lnTo>
                <a:lnTo>
                  <a:pt x="47924" y="2027671"/>
                </a:lnTo>
                <a:lnTo>
                  <a:pt x="53276" y="1941081"/>
                </a:lnTo>
                <a:lnTo>
                  <a:pt x="77667" y="1854490"/>
                </a:lnTo>
                <a:lnTo>
                  <a:pt x="52676" y="1767899"/>
                </a:lnTo>
                <a:lnTo>
                  <a:pt x="64326" y="1681308"/>
                </a:lnTo>
                <a:lnTo>
                  <a:pt x="80862" y="1594717"/>
                </a:lnTo>
                <a:lnTo>
                  <a:pt x="83127" y="1508126"/>
                </a:lnTo>
                <a:lnTo>
                  <a:pt x="49579" y="1421535"/>
                </a:lnTo>
                <a:lnTo>
                  <a:pt x="83425" y="1334944"/>
                </a:lnTo>
                <a:lnTo>
                  <a:pt x="53696" y="1248353"/>
                </a:lnTo>
                <a:lnTo>
                  <a:pt x="58799" y="1161762"/>
                </a:lnTo>
                <a:lnTo>
                  <a:pt x="51392" y="1075171"/>
                </a:lnTo>
                <a:lnTo>
                  <a:pt x="54266" y="988581"/>
                </a:lnTo>
                <a:lnTo>
                  <a:pt x="47493" y="901990"/>
                </a:lnTo>
                <a:lnTo>
                  <a:pt x="56353" y="815399"/>
                </a:lnTo>
                <a:lnTo>
                  <a:pt x="29635" y="728808"/>
                </a:lnTo>
                <a:lnTo>
                  <a:pt x="48415" y="642217"/>
                </a:lnTo>
                <a:lnTo>
                  <a:pt x="24194" y="555626"/>
                </a:lnTo>
                <a:lnTo>
                  <a:pt x="44404" y="469035"/>
                </a:lnTo>
                <a:lnTo>
                  <a:pt x="37323" y="382445"/>
                </a:lnTo>
                <a:lnTo>
                  <a:pt x="41654" y="295854"/>
                </a:lnTo>
                <a:lnTo>
                  <a:pt x="32438" y="209263"/>
                </a:lnTo>
                <a:lnTo>
                  <a:pt x="50592" y="122672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21526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EFD6A0"/>
                </a:solidFill>
                <a:latin typeface="Arial"/>
                <a:ea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41935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678"/>
              </a:lnSpc>
            </a:pPr>
            <a:r>
              <a:rPr sz="6300" b="1">
                <a:solidFill>
                  <a:srgbClr val="F3EBDD"/>
                </a:solidFill>
                <a:latin typeface="Arial Black"/>
                <a:ea typeface="맑은 고딕"/>
              </a:rPr>
              <a:t>목</a:t>
            </a:r>
            <a:r>
              <a:rPr sz="5670" b="1">
                <a:solidFill>
                  <a:srgbClr val="EFD6A0"/>
                </a:solidFill>
                <a:latin typeface="Arial"/>
                <a:ea typeface="맑은 고딕"/>
              </a:rPr>
              <a:t>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543300"/>
            <a:ext cx="285750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객체 탐지의 개념부터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대표 모델까지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다섯 부분으로 정리했습니다.</a:t>
            </a:r>
          </a:p>
        </p:txBody>
      </p:sp>
      <p:sp>
        <p:nvSpPr>
          <p:cNvPr id="7" name="Freeform 6"/>
          <p:cNvSpPr/>
          <p:nvPr/>
        </p:nvSpPr>
        <p:spPr>
          <a:xfrm rot="21240000">
            <a:off x="3289722" y="5406868"/>
            <a:ext cx="2909735" cy="1965907"/>
          </a:xfrm>
          <a:custGeom>
            <a:avLst/>
            <a:gdLst/>
            <a:ahLst/>
            <a:cxnLst/>
            <a:rect l="l" t="t" r="r" b="b"/>
            <a:pathLst>
              <a:path w="2909735" h="1965907">
                <a:moveTo>
                  <a:pt x="44028" y="28387"/>
                </a:moveTo>
                <a:lnTo>
                  <a:pt x="130618" y="59284"/>
                </a:lnTo>
                <a:lnTo>
                  <a:pt x="217209" y="46858"/>
                </a:lnTo>
                <a:lnTo>
                  <a:pt x="303800" y="19708"/>
                </a:lnTo>
                <a:lnTo>
                  <a:pt x="390391" y="36570"/>
                </a:lnTo>
                <a:lnTo>
                  <a:pt x="476982" y="22464"/>
                </a:lnTo>
                <a:lnTo>
                  <a:pt x="563573" y="0"/>
                </a:lnTo>
                <a:lnTo>
                  <a:pt x="650164" y="5823"/>
                </a:lnTo>
                <a:lnTo>
                  <a:pt x="736755" y="22708"/>
                </a:lnTo>
                <a:lnTo>
                  <a:pt x="823346" y="11604"/>
                </a:lnTo>
                <a:lnTo>
                  <a:pt x="909937" y="40547"/>
                </a:lnTo>
                <a:lnTo>
                  <a:pt x="996528" y="62049"/>
                </a:lnTo>
                <a:lnTo>
                  <a:pt x="1083118" y="42135"/>
                </a:lnTo>
                <a:lnTo>
                  <a:pt x="1169709" y="71118"/>
                </a:lnTo>
                <a:lnTo>
                  <a:pt x="1256300" y="38833"/>
                </a:lnTo>
                <a:lnTo>
                  <a:pt x="1342891" y="62564"/>
                </a:lnTo>
                <a:lnTo>
                  <a:pt x="1429482" y="70283"/>
                </a:lnTo>
                <a:lnTo>
                  <a:pt x="1516073" y="61500"/>
                </a:lnTo>
                <a:lnTo>
                  <a:pt x="1602664" y="50761"/>
                </a:lnTo>
                <a:lnTo>
                  <a:pt x="1689255" y="59252"/>
                </a:lnTo>
                <a:lnTo>
                  <a:pt x="1775846" y="64789"/>
                </a:lnTo>
                <a:lnTo>
                  <a:pt x="1862437" y="56155"/>
                </a:lnTo>
                <a:lnTo>
                  <a:pt x="1949028" y="63536"/>
                </a:lnTo>
                <a:lnTo>
                  <a:pt x="2035618" y="60131"/>
                </a:lnTo>
                <a:lnTo>
                  <a:pt x="2122209" y="38444"/>
                </a:lnTo>
                <a:lnTo>
                  <a:pt x="2208800" y="26346"/>
                </a:lnTo>
                <a:lnTo>
                  <a:pt x="2295391" y="9411"/>
                </a:lnTo>
                <a:lnTo>
                  <a:pt x="2381982" y="33430"/>
                </a:lnTo>
                <a:lnTo>
                  <a:pt x="2468573" y="51383"/>
                </a:lnTo>
                <a:lnTo>
                  <a:pt x="2555164" y="19019"/>
                </a:lnTo>
                <a:lnTo>
                  <a:pt x="2641755" y="11175"/>
                </a:lnTo>
                <a:lnTo>
                  <a:pt x="2728346" y="32002"/>
                </a:lnTo>
                <a:lnTo>
                  <a:pt x="2814937" y="43621"/>
                </a:lnTo>
                <a:lnTo>
                  <a:pt x="2886111" y="22382"/>
                </a:lnTo>
                <a:lnTo>
                  <a:pt x="2909735" y="108972"/>
                </a:lnTo>
                <a:lnTo>
                  <a:pt x="2895350" y="195563"/>
                </a:lnTo>
                <a:lnTo>
                  <a:pt x="2884039" y="282154"/>
                </a:lnTo>
                <a:lnTo>
                  <a:pt x="2867957" y="368745"/>
                </a:lnTo>
                <a:lnTo>
                  <a:pt x="2901288" y="455336"/>
                </a:lnTo>
                <a:lnTo>
                  <a:pt x="2861673" y="541927"/>
                </a:lnTo>
                <a:lnTo>
                  <a:pt x="2889415" y="628518"/>
                </a:lnTo>
                <a:lnTo>
                  <a:pt x="2876902" y="715109"/>
                </a:lnTo>
                <a:lnTo>
                  <a:pt x="2895492" y="801700"/>
                </a:lnTo>
                <a:lnTo>
                  <a:pt x="2880729" y="888291"/>
                </a:lnTo>
                <a:lnTo>
                  <a:pt x="2887599" y="974882"/>
                </a:lnTo>
                <a:lnTo>
                  <a:pt x="2858341" y="1061472"/>
                </a:lnTo>
                <a:lnTo>
                  <a:pt x="2881024" y="1148063"/>
                </a:lnTo>
                <a:lnTo>
                  <a:pt x="2879098" y="1234654"/>
                </a:lnTo>
                <a:lnTo>
                  <a:pt x="2886001" y="1321245"/>
                </a:lnTo>
                <a:lnTo>
                  <a:pt x="2881144" y="1407836"/>
                </a:lnTo>
                <a:lnTo>
                  <a:pt x="2901246" y="1494427"/>
                </a:lnTo>
                <a:lnTo>
                  <a:pt x="2886456" y="1581018"/>
                </a:lnTo>
                <a:lnTo>
                  <a:pt x="2882699" y="1667609"/>
                </a:lnTo>
                <a:lnTo>
                  <a:pt x="2890257" y="1754200"/>
                </a:lnTo>
                <a:lnTo>
                  <a:pt x="2875620" y="1840791"/>
                </a:lnTo>
                <a:lnTo>
                  <a:pt x="2901528" y="1913786"/>
                </a:lnTo>
                <a:lnTo>
                  <a:pt x="2814937" y="1929375"/>
                </a:lnTo>
                <a:lnTo>
                  <a:pt x="2728346" y="1928528"/>
                </a:lnTo>
                <a:lnTo>
                  <a:pt x="2641755" y="1927360"/>
                </a:lnTo>
                <a:lnTo>
                  <a:pt x="2555164" y="1955498"/>
                </a:lnTo>
                <a:lnTo>
                  <a:pt x="2468573" y="1965907"/>
                </a:lnTo>
                <a:lnTo>
                  <a:pt x="2381982" y="1937507"/>
                </a:lnTo>
                <a:lnTo>
                  <a:pt x="2295391" y="1953687"/>
                </a:lnTo>
                <a:lnTo>
                  <a:pt x="2208800" y="1928755"/>
                </a:lnTo>
                <a:lnTo>
                  <a:pt x="2122209" y="1919525"/>
                </a:lnTo>
                <a:lnTo>
                  <a:pt x="2035618" y="1936901"/>
                </a:lnTo>
                <a:lnTo>
                  <a:pt x="1949028" y="1922092"/>
                </a:lnTo>
                <a:lnTo>
                  <a:pt x="1862437" y="1921735"/>
                </a:lnTo>
                <a:lnTo>
                  <a:pt x="1775846" y="1938993"/>
                </a:lnTo>
                <a:lnTo>
                  <a:pt x="1689255" y="1919129"/>
                </a:lnTo>
                <a:lnTo>
                  <a:pt x="1602664" y="1925256"/>
                </a:lnTo>
                <a:lnTo>
                  <a:pt x="1516073" y="1927039"/>
                </a:lnTo>
                <a:lnTo>
                  <a:pt x="1429482" y="1936256"/>
                </a:lnTo>
                <a:lnTo>
                  <a:pt x="1342891" y="1907439"/>
                </a:lnTo>
                <a:lnTo>
                  <a:pt x="1256300" y="1922276"/>
                </a:lnTo>
                <a:lnTo>
                  <a:pt x="1169709" y="1900204"/>
                </a:lnTo>
                <a:lnTo>
                  <a:pt x="1083118" y="1903218"/>
                </a:lnTo>
                <a:lnTo>
                  <a:pt x="996528" y="1918687"/>
                </a:lnTo>
                <a:lnTo>
                  <a:pt x="909937" y="1886342"/>
                </a:lnTo>
                <a:lnTo>
                  <a:pt x="823346" y="1902536"/>
                </a:lnTo>
                <a:lnTo>
                  <a:pt x="736755" y="1894146"/>
                </a:lnTo>
                <a:lnTo>
                  <a:pt x="650164" y="1885162"/>
                </a:lnTo>
                <a:lnTo>
                  <a:pt x="563573" y="1911658"/>
                </a:lnTo>
                <a:lnTo>
                  <a:pt x="476982" y="1889642"/>
                </a:lnTo>
                <a:lnTo>
                  <a:pt x="390391" y="1908148"/>
                </a:lnTo>
                <a:lnTo>
                  <a:pt x="303800" y="1891514"/>
                </a:lnTo>
                <a:lnTo>
                  <a:pt x="217209" y="1897705"/>
                </a:lnTo>
                <a:lnTo>
                  <a:pt x="130618" y="1881400"/>
                </a:lnTo>
                <a:lnTo>
                  <a:pt x="36033" y="1927382"/>
                </a:lnTo>
                <a:lnTo>
                  <a:pt x="25503" y="1840791"/>
                </a:lnTo>
                <a:lnTo>
                  <a:pt x="36945" y="1754200"/>
                </a:lnTo>
                <a:lnTo>
                  <a:pt x="35837" y="1667609"/>
                </a:lnTo>
                <a:lnTo>
                  <a:pt x="30448" y="1581018"/>
                </a:lnTo>
                <a:lnTo>
                  <a:pt x="45699" y="1494427"/>
                </a:lnTo>
                <a:lnTo>
                  <a:pt x="20682" y="1407836"/>
                </a:lnTo>
                <a:lnTo>
                  <a:pt x="33577" y="1321245"/>
                </a:lnTo>
                <a:lnTo>
                  <a:pt x="32690" y="1234654"/>
                </a:lnTo>
                <a:lnTo>
                  <a:pt x="23705" y="1148063"/>
                </a:lnTo>
                <a:lnTo>
                  <a:pt x="22782" y="1061472"/>
                </a:lnTo>
                <a:lnTo>
                  <a:pt x="38537" y="974882"/>
                </a:lnTo>
                <a:lnTo>
                  <a:pt x="31378" y="888291"/>
                </a:lnTo>
                <a:lnTo>
                  <a:pt x="32542" y="801700"/>
                </a:lnTo>
                <a:lnTo>
                  <a:pt x="23685" y="715109"/>
                </a:lnTo>
                <a:lnTo>
                  <a:pt x="25075" y="628518"/>
                </a:lnTo>
                <a:lnTo>
                  <a:pt x="20001" y="541927"/>
                </a:lnTo>
                <a:lnTo>
                  <a:pt x="31438" y="455336"/>
                </a:lnTo>
                <a:lnTo>
                  <a:pt x="12521" y="368745"/>
                </a:lnTo>
                <a:lnTo>
                  <a:pt x="0" y="282154"/>
                </a:lnTo>
                <a:lnTo>
                  <a:pt x="26106" y="195563"/>
                </a:lnTo>
                <a:lnTo>
                  <a:pt x="12100" y="108972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 rot="48000">
            <a:off x="4920756" y="557522"/>
            <a:ext cx="6646854" cy="5757440"/>
          </a:xfrm>
          <a:custGeom>
            <a:avLst/>
            <a:gdLst/>
            <a:ahLst/>
            <a:cxnLst/>
            <a:rect l="l" t="t" r="r" b="b"/>
            <a:pathLst>
              <a:path w="6646854" h="5757440">
                <a:moveTo>
                  <a:pt x="32244" y="54120"/>
                </a:moveTo>
                <a:lnTo>
                  <a:pt x="118720" y="40889"/>
                </a:lnTo>
                <a:lnTo>
                  <a:pt x="205197" y="18290"/>
                </a:lnTo>
                <a:lnTo>
                  <a:pt x="291674" y="54978"/>
                </a:lnTo>
                <a:lnTo>
                  <a:pt x="378151" y="51562"/>
                </a:lnTo>
                <a:lnTo>
                  <a:pt x="464628" y="28379"/>
                </a:lnTo>
                <a:lnTo>
                  <a:pt x="551105" y="41819"/>
                </a:lnTo>
                <a:lnTo>
                  <a:pt x="637582" y="34261"/>
                </a:lnTo>
                <a:lnTo>
                  <a:pt x="724059" y="28627"/>
                </a:lnTo>
                <a:lnTo>
                  <a:pt x="810536" y="34686"/>
                </a:lnTo>
                <a:lnTo>
                  <a:pt x="897013" y="16527"/>
                </a:lnTo>
                <a:lnTo>
                  <a:pt x="983490" y="19911"/>
                </a:lnTo>
                <a:lnTo>
                  <a:pt x="1069967" y="12711"/>
                </a:lnTo>
                <a:lnTo>
                  <a:pt x="1156444" y="22246"/>
                </a:lnTo>
                <a:lnTo>
                  <a:pt x="1242921" y="36144"/>
                </a:lnTo>
                <a:lnTo>
                  <a:pt x="1329398" y="27353"/>
                </a:lnTo>
                <a:lnTo>
                  <a:pt x="1415875" y="28617"/>
                </a:lnTo>
                <a:lnTo>
                  <a:pt x="1502352" y="13768"/>
                </a:lnTo>
                <a:lnTo>
                  <a:pt x="1588829" y="4705"/>
                </a:lnTo>
                <a:lnTo>
                  <a:pt x="1675306" y="1222"/>
                </a:lnTo>
                <a:lnTo>
                  <a:pt x="1761783" y="9220"/>
                </a:lnTo>
                <a:lnTo>
                  <a:pt x="1848260" y="0"/>
                </a:lnTo>
                <a:lnTo>
                  <a:pt x="1934737" y="14585"/>
                </a:lnTo>
                <a:lnTo>
                  <a:pt x="2021214" y="26085"/>
                </a:lnTo>
                <a:lnTo>
                  <a:pt x="2107691" y="32010"/>
                </a:lnTo>
                <a:lnTo>
                  <a:pt x="2194168" y="24536"/>
                </a:lnTo>
                <a:lnTo>
                  <a:pt x="2280645" y="23874"/>
                </a:lnTo>
                <a:lnTo>
                  <a:pt x="2367122" y="30082"/>
                </a:lnTo>
                <a:lnTo>
                  <a:pt x="2453599" y="52841"/>
                </a:lnTo>
                <a:lnTo>
                  <a:pt x="2540076" y="30874"/>
                </a:lnTo>
                <a:lnTo>
                  <a:pt x="2626553" y="55384"/>
                </a:lnTo>
                <a:lnTo>
                  <a:pt x="2713030" y="32198"/>
                </a:lnTo>
                <a:lnTo>
                  <a:pt x="2799507" y="37124"/>
                </a:lnTo>
                <a:lnTo>
                  <a:pt x="2885984" y="42144"/>
                </a:lnTo>
                <a:lnTo>
                  <a:pt x="2972461" y="51111"/>
                </a:lnTo>
                <a:lnTo>
                  <a:pt x="3058938" y="48765"/>
                </a:lnTo>
                <a:lnTo>
                  <a:pt x="3145415" y="72594"/>
                </a:lnTo>
                <a:lnTo>
                  <a:pt x="3231892" y="41715"/>
                </a:lnTo>
                <a:lnTo>
                  <a:pt x="3318369" y="55919"/>
                </a:lnTo>
                <a:lnTo>
                  <a:pt x="3404845" y="33870"/>
                </a:lnTo>
                <a:lnTo>
                  <a:pt x="3491322" y="49792"/>
                </a:lnTo>
                <a:lnTo>
                  <a:pt x="3577799" y="55377"/>
                </a:lnTo>
                <a:lnTo>
                  <a:pt x="3664276" y="45203"/>
                </a:lnTo>
                <a:lnTo>
                  <a:pt x="3750753" y="47615"/>
                </a:lnTo>
                <a:lnTo>
                  <a:pt x="3837230" y="36986"/>
                </a:lnTo>
                <a:lnTo>
                  <a:pt x="3923707" y="27660"/>
                </a:lnTo>
                <a:lnTo>
                  <a:pt x="4010184" y="58804"/>
                </a:lnTo>
                <a:lnTo>
                  <a:pt x="4096661" y="40615"/>
                </a:lnTo>
                <a:lnTo>
                  <a:pt x="4183138" y="37843"/>
                </a:lnTo>
                <a:lnTo>
                  <a:pt x="4269615" y="51670"/>
                </a:lnTo>
                <a:lnTo>
                  <a:pt x="4356092" y="53966"/>
                </a:lnTo>
                <a:lnTo>
                  <a:pt x="4442569" y="50552"/>
                </a:lnTo>
                <a:lnTo>
                  <a:pt x="4529046" y="74671"/>
                </a:lnTo>
                <a:lnTo>
                  <a:pt x="4615523" y="64801"/>
                </a:lnTo>
                <a:lnTo>
                  <a:pt x="4702000" y="46465"/>
                </a:lnTo>
                <a:lnTo>
                  <a:pt x="4788477" y="56904"/>
                </a:lnTo>
                <a:lnTo>
                  <a:pt x="4874954" y="59825"/>
                </a:lnTo>
                <a:lnTo>
                  <a:pt x="4961431" y="36713"/>
                </a:lnTo>
                <a:lnTo>
                  <a:pt x="5047908" y="36719"/>
                </a:lnTo>
                <a:lnTo>
                  <a:pt x="5134385" y="43119"/>
                </a:lnTo>
                <a:lnTo>
                  <a:pt x="5220862" y="62012"/>
                </a:lnTo>
                <a:lnTo>
                  <a:pt x="5307339" y="61499"/>
                </a:lnTo>
                <a:lnTo>
                  <a:pt x="5393816" y="57369"/>
                </a:lnTo>
                <a:lnTo>
                  <a:pt x="5480293" y="63184"/>
                </a:lnTo>
                <a:lnTo>
                  <a:pt x="5566770" y="57928"/>
                </a:lnTo>
                <a:lnTo>
                  <a:pt x="5653247" y="39491"/>
                </a:lnTo>
                <a:lnTo>
                  <a:pt x="5739724" y="39196"/>
                </a:lnTo>
                <a:lnTo>
                  <a:pt x="5826201" y="55369"/>
                </a:lnTo>
                <a:lnTo>
                  <a:pt x="5912678" y="80195"/>
                </a:lnTo>
                <a:lnTo>
                  <a:pt x="5999155" y="57554"/>
                </a:lnTo>
                <a:lnTo>
                  <a:pt x="6085632" y="64527"/>
                </a:lnTo>
                <a:lnTo>
                  <a:pt x="6172109" y="52411"/>
                </a:lnTo>
                <a:lnTo>
                  <a:pt x="6258586" y="49456"/>
                </a:lnTo>
                <a:lnTo>
                  <a:pt x="6345063" y="45286"/>
                </a:lnTo>
                <a:lnTo>
                  <a:pt x="6431540" y="52909"/>
                </a:lnTo>
                <a:lnTo>
                  <a:pt x="6518017" y="43982"/>
                </a:lnTo>
                <a:lnTo>
                  <a:pt x="6613510" y="33028"/>
                </a:lnTo>
                <a:lnTo>
                  <a:pt x="6617688" y="119041"/>
                </a:lnTo>
                <a:lnTo>
                  <a:pt x="6625948" y="205055"/>
                </a:lnTo>
                <a:lnTo>
                  <a:pt x="6625927" y="291068"/>
                </a:lnTo>
                <a:lnTo>
                  <a:pt x="6637799" y="377082"/>
                </a:lnTo>
                <a:lnTo>
                  <a:pt x="6619402" y="463096"/>
                </a:lnTo>
                <a:lnTo>
                  <a:pt x="6613567" y="549109"/>
                </a:lnTo>
                <a:lnTo>
                  <a:pt x="6627152" y="635123"/>
                </a:lnTo>
                <a:lnTo>
                  <a:pt x="6606224" y="721137"/>
                </a:lnTo>
                <a:lnTo>
                  <a:pt x="6618217" y="807150"/>
                </a:lnTo>
                <a:lnTo>
                  <a:pt x="6569670" y="893164"/>
                </a:lnTo>
                <a:lnTo>
                  <a:pt x="6602951" y="979177"/>
                </a:lnTo>
                <a:lnTo>
                  <a:pt x="6592525" y="1065191"/>
                </a:lnTo>
                <a:lnTo>
                  <a:pt x="6594002" y="1151205"/>
                </a:lnTo>
                <a:lnTo>
                  <a:pt x="6583331" y="1237218"/>
                </a:lnTo>
                <a:lnTo>
                  <a:pt x="6601581" y="1323232"/>
                </a:lnTo>
                <a:lnTo>
                  <a:pt x="6595024" y="1409246"/>
                </a:lnTo>
                <a:lnTo>
                  <a:pt x="6582059" y="1495259"/>
                </a:lnTo>
                <a:lnTo>
                  <a:pt x="6621447" y="1581273"/>
                </a:lnTo>
                <a:lnTo>
                  <a:pt x="6601131" y="1667287"/>
                </a:lnTo>
                <a:lnTo>
                  <a:pt x="6584124" y="1753300"/>
                </a:lnTo>
                <a:lnTo>
                  <a:pt x="6617697" y="1839314"/>
                </a:lnTo>
                <a:lnTo>
                  <a:pt x="6604975" y="1925327"/>
                </a:lnTo>
                <a:lnTo>
                  <a:pt x="6595352" y="2011341"/>
                </a:lnTo>
                <a:lnTo>
                  <a:pt x="6627948" y="2097355"/>
                </a:lnTo>
                <a:lnTo>
                  <a:pt x="6631229" y="2183368"/>
                </a:lnTo>
                <a:lnTo>
                  <a:pt x="6622444" y="2269382"/>
                </a:lnTo>
                <a:lnTo>
                  <a:pt x="6645811" y="2355396"/>
                </a:lnTo>
                <a:lnTo>
                  <a:pt x="6615797" y="2441409"/>
                </a:lnTo>
                <a:lnTo>
                  <a:pt x="6624587" y="2527423"/>
                </a:lnTo>
                <a:lnTo>
                  <a:pt x="6611355" y="2613437"/>
                </a:lnTo>
                <a:lnTo>
                  <a:pt x="6619824" y="2699450"/>
                </a:lnTo>
                <a:lnTo>
                  <a:pt x="6618419" y="2785464"/>
                </a:lnTo>
                <a:lnTo>
                  <a:pt x="6624911" y="2871478"/>
                </a:lnTo>
                <a:lnTo>
                  <a:pt x="6628674" y="2957491"/>
                </a:lnTo>
                <a:lnTo>
                  <a:pt x="6614548" y="3043505"/>
                </a:lnTo>
                <a:lnTo>
                  <a:pt x="6595269" y="3129518"/>
                </a:lnTo>
                <a:lnTo>
                  <a:pt x="6615816" y="3215532"/>
                </a:lnTo>
                <a:lnTo>
                  <a:pt x="6615816" y="3301546"/>
                </a:lnTo>
                <a:lnTo>
                  <a:pt x="6608002" y="3387559"/>
                </a:lnTo>
                <a:lnTo>
                  <a:pt x="6608236" y="3473573"/>
                </a:lnTo>
                <a:lnTo>
                  <a:pt x="6612135" y="3559587"/>
                </a:lnTo>
                <a:lnTo>
                  <a:pt x="6614564" y="3645600"/>
                </a:lnTo>
                <a:lnTo>
                  <a:pt x="6624942" y="3731614"/>
                </a:lnTo>
                <a:lnTo>
                  <a:pt x="6626049" y="3817628"/>
                </a:lnTo>
                <a:lnTo>
                  <a:pt x="6611831" y="3903641"/>
                </a:lnTo>
                <a:lnTo>
                  <a:pt x="6622034" y="3989655"/>
                </a:lnTo>
                <a:lnTo>
                  <a:pt x="6613404" y="4075668"/>
                </a:lnTo>
                <a:lnTo>
                  <a:pt x="6602298" y="4161682"/>
                </a:lnTo>
                <a:lnTo>
                  <a:pt x="6590686" y="4247696"/>
                </a:lnTo>
                <a:lnTo>
                  <a:pt x="6631104" y="4333709"/>
                </a:lnTo>
                <a:lnTo>
                  <a:pt x="6609517" y="4419723"/>
                </a:lnTo>
                <a:lnTo>
                  <a:pt x="6617396" y="4505737"/>
                </a:lnTo>
                <a:lnTo>
                  <a:pt x="6608603" y="4591750"/>
                </a:lnTo>
                <a:lnTo>
                  <a:pt x="6641723" y="4677764"/>
                </a:lnTo>
                <a:lnTo>
                  <a:pt x="6643951" y="4763778"/>
                </a:lnTo>
                <a:lnTo>
                  <a:pt x="6629524" y="4849791"/>
                </a:lnTo>
                <a:lnTo>
                  <a:pt x="6617271" y="4935805"/>
                </a:lnTo>
                <a:lnTo>
                  <a:pt x="6621286" y="5021818"/>
                </a:lnTo>
                <a:lnTo>
                  <a:pt x="6619463" y="5107832"/>
                </a:lnTo>
                <a:lnTo>
                  <a:pt x="6633042" y="5193846"/>
                </a:lnTo>
                <a:lnTo>
                  <a:pt x="6627019" y="5279859"/>
                </a:lnTo>
                <a:lnTo>
                  <a:pt x="6623116" y="5365873"/>
                </a:lnTo>
                <a:lnTo>
                  <a:pt x="6646854" y="5451887"/>
                </a:lnTo>
                <a:lnTo>
                  <a:pt x="6621978" y="5537900"/>
                </a:lnTo>
                <a:lnTo>
                  <a:pt x="6646807" y="5623914"/>
                </a:lnTo>
                <a:lnTo>
                  <a:pt x="6604494" y="5722006"/>
                </a:lnTo>
                <a:lnTo>
                  <a:pt x="6518017" y="5706183"/>
                </a:lnTo>
                <a:lnTo>
                  <a:pt x="6431540" y="5720001"/>
                </a:lnTo>
                <a:lnTo>
                  <a:pt x="6345063" y="5713141"/>
                </a:lnTo>
                <a:lnTo>
                  <a:pt x="6258586" y="5697784"/>
                </a:lnTo>
                <a:lnTo>
                  <a:pt x="6172109" y="5708622"/>
                </a:lnTo>
                <a:lnTo>
                  <a:pt x="6085632" y="5698908"/>
                </a:lnTo>
                <a:lnTo>
                  <a:pt x="5999155" y="5680923"/>
                </a:lnTo>
                <a:lnTo>
                  <a:pt x="5912678" y="5663701"/>
                </a:lnTo>
                <a:lnTo>
                  <a:pt x="5826201" y="5672301"/>
                </a:lnTo>
                <a:lnTo>
                  <a:pt x="5739724" y="5674130"/>
                </a:lnTo>
                <a:lnTo>
                  <a:pt x="5653247" y="5672174"/>
                </a:lnTo>
                <a:lnTo>
                  <a:pt x="5566770" y="5680431"/>
                </a:lnTo>
                <a:lnTo>
                  <a:pt x="5480293" y="5697216"/>
                </a:lnTo>
                <a:lnTo>
                  <a:pt x="5393816" y="5683850"/>
                </a:lnTo>
                <a:lnTo>
                  <a:pt x="5307339" y="5700836"/>
                </a:lnTo>
                <a:lnTo>
                  <a:pt x="5220862" y="5710216"/>
                </a:lnTo>
                <a:lnTo>
                  <a:pt x="5134385" y="5692460"/>
                </a:lnTo>
                <a:lnTo>
                  <a:pt x="5047908" y="5692501"/>
                </a:lnTo>
                <a:lnTo>
                  <a:pt x="4961431" y="5727911"/>
                </a:lnTo>
                <a:lnTo>
                  <a:pt x="4874954" y="5718076"/>
                </a:lnTo>
                <a:lnTo>
                  <a:pt x="4788477" y="5695165"/>
                </a:lnTo>
                <a:lnTo>
                  <a:pt x="4702000" y="5696338"/>
                </a:lnTo>
                <a:lnTo>
                  <a:pt x="4615523" y="5729969"/>
                </a:lnTo>
                <a:lnTo>
                  <a:pt x="4529046" y="5714631"/>
                </a:lnTo>
                <a:lnTo>
                  <a:pt x="4442569" y="5686894"/>
                </a:lnTo>
                <a:lnTo>
                  <a:pt x="4356092" y="5704229"/>
                </a:lnTo>
                <a:lnTo>
                  <a:pt x="4269615" y="5717936"/>
                </a:lnTo>
                <a:lnTo>
                  <a:pt x="4183138" y="5710898"/>
                </a:lnTo>
                <a:lnTo>
                  <a:pt x="4096661" y="5701817"/>
                </a:lnTo>
                <a:lnTo>
                  <a:pt x="4010184" y="5699079"/>
                </a:lnTo>
                <a:lnTo>
                  <a:pt x="3923707" y="5701544"/>
                </a:lnTo>
                <a:lnTo>
                  <a:pt x="3837230" y="5698879"/>
                </a:lnTo>
                <a:lnTo>
                  <a:pt x="3750753" y="5729432"/>
                </a:lnTo>
                <a:lnTo>
                  <a:pt x="3664276" y="5721589"/>
                </a:lnTo>
                <a:lnTo>
                  <a:pt x="3577799" y="5724281"/>
                </a:lnTo>
                <a:lnTo>
                  <a:pt x="3491322" y="5738209"/>
                </a:lnTo>
                <a:lnTo>
                  <a:pt x="3404845" y="5712538"/>
                </a:lnTo>
                <a:lnTo>
                  <a:pt x="3318369" y="5727749"/>
                </a:lnTo>
                <a:lnTo>
                  <a:pt x="3231892" y="5757440"/>
                </a:lnTo>
                <a:lnTo>
                  <a:pt x="3145415" y="5755527"/>
                </a:lnTo>
                <a:lnTo>
                  <a:pt x="3058938" y="5746729"/>
                </a:lnTo>
                <a:lnTo>
                  <a:pt x="2972461" y="5731234"/>
                </a:lnTo>
                <a:lnTo>
                  <a:pt x="2885984" y="5731335"/>
                </a:lnTo>
                <a:lnTo>
                  <a:pt x="2799507" y="5740906"/>
                </a:lnTo>
                <a:lnTo>
                  <a:pt x="2713030" y="5749605"/>
                </a:lnTo>
                <a:lnTo>
                  <a:pt x="2626553" y="5727903"/>
                </a:lnTo>
                <a:lnTo>
                  <a:pt x="2540076" y="5751142"/>
                </a:lnTo>
                <a:lnTo>
                  <a:pt x="2453599" y="5743998"/>
                </a:lnTo>
                <a:lnTo>
                  <a:pt x="2367122" y="5739453"/>
                </a:lnTo>
                <a:lnTo>
                  <a:pt x="2280645" y="5747440"/>
                </a:lnTo>
                <a:lnTo>
                  <a:pt x="2194168" y="5735559"/>
                </a:lnTo>
                <a:lnTo>
                  <a:pt x="2107691" y="5736614"/>
                </a:lnTo>
                <a:lnTo>
                  <a:pt x="2021214" y="5745141"/>
                </a:lnTo>
                <a:lnTo>
                  <a:pt x="1934737" y="5731695"/>
                </a:lnTo>
                <a:lnTo>
                  <a:pt x="1848260" y="5732519"/>
                </a:lnTo>
                <a:lnTo>
                  <a:pt x="1761783" y="5748635"/>
                </a:lnTo>
                <a:lnTo>
                  <a:pt x="1675306" y="5727684"/>
                </a:lnTo>
                <a:lnTo>
                  <a:pt x="1588829" y="5736561"/>
                </a:lnTo>
                <a:lnTo>
                  <a:pt x="1502352" y="5717529"/>
                </a:lnTo>
                <a:lnTo>
                  <a:pt x="1415875" y="5731172"/>
                </a:lnTo>
                <a:lnTo>
                  <a:pt x="1329398" y="5736873"/>
                </a:lnTo>
                <a:lnTo>
                  <a:pt x="1242921" y="5751157"/>
                </a:lnTo>
                <a:lnTo>
                  <a:pt x="1156444" y="5722233"/>
                </a:lnTo>
                <a:lnTo>
                  <a:pt x="1069967" y="5729632"/>
                </a:lnTo>
                <a:lnTo>
                  <a:pt x="983490" y="5724806"/>
                </a:lnTo>
                <a:lnTo>
                  <a:pt x="897013" y="5737437"/>
                </a:lnTo>
                <a:lnTo>
                  <a:pt x="810536" y="5750991"/>
                </a:lnTo>
                <a:lnTo>
                  <a:pt x="724059" y="5730814"/>
                </a:lnTo>
                <a:lnTo>
                  <a:pt x="637582" y="5715920"/>
                </a:lnTo>
                <a:lnTo>
                  <a:pt x="551105" y="5707834"/>
                </a:lnTo>
                <a:lnTo>
                  <a:pt x="464628" y="5715060"/>
                </a:lnTo>
                <a:lnTo>
                  <a:pt x="378151" y="5746450"/>
                </a:lnTo>
                <a:lnTo>
                  <a:pt x="291674" y="5738946"/>
                </a:lnTo>
                <a:lnTo>
                  <a:pt x="205197" y="5727240"/>
                </a:lnTo>
                <a:lnTo>
                  <a:pt x="118720" y="5724928"/>
                </a:lnTo>
                <a:lnTo>
                  <a:pt x="25402" y="5709928"/>
                </a:lnTo>
                <a:lnTo>
                  <a:pt x="12120" y="5623914"/>
                </a:lnTo>
                <a:lnTo>
                  <a:pt x="45191" y="5537900"/>
                </a:lnTo>
                <a:lnTo>
                  <a:pt x="25839" y="5451887"/>
                </a:lnTo>
                <a:lnTo>
                  <a:pt x="52847" y="5365873"/>
                </a:lnTo>
                <a:lnTo>
                  <a:pt x="47200" y="5279859"/>
                </a:lnTo>
                <a:lnTo>
                  <a:pt x="67133" y="5193846"/>
                </a:lnTo>
                <a:lnTo>
                  <a:pt x="60628" y="5107832"/>
                </a:lnTo>
                <a:lnTo>
                  <a:pt x="51671" y="5021818"/>
                </a:lnTo>
                <a:lnTo>
                  <a:pt x="80003" y="4935805"/>
                </a:lnTo>
                <a:lnTo>
                  <a:pt x="47803" y="4849791"/>
                </a:lnTo>
                <a:lnTo>
                  <a:pt x="51606" y="4763778"/>
                </a:lnTo>
                <a:lnTo>
                  <a:pt x="65748" y="4677764"/>
                </a:lnTo>
                <a:lnTo>
                  <a:pt x="60771" y="4591750"/>
                </a:lnTo>
                <a:lnTo>
                  <a:pt x="74205" y="4505737"/>
                </a:lnTo>
                <a:lnTo>
                  <a:pt x="53375" y="4419723"/>
                </a:lnTo>
                <a:lnTo>
                  <a:pt x="80729" y="4333709"/>
                </a:lnTo>
                <a:lnTo>
                  <a:pt x="47101" y="4247696"/>
                </a:lnTo>
                <a:lnTo>
                  <a:pt x="63579" y="4161682"/>
                </a:lnTo>
                <a:lnTo>
                  <a:pt x="79031" y="4075668"/>
                </a:lnTo>
                <a:lnTo>
                  <a:pt x="59911" y="3989655"/>
                </a:lnTo>
                <a:lnTo>
                  <a:pt x="75781" y="3903641"/>
                </a:lnTo>
                <a:lnTo>
                  <a:pt x="67903" y="3817628"/>
                </a:lnTo>
                <a:lnTo>
                  <a:pt x="70325" y="3731614"/>
                </a:lnTo>
                <a:lnTo>
                  <a:pt x="45563" y="3645600"/>
                </a:lnTo>
                <a:lnTo>
                  <a:pt x="46811" y="3559587"/>
                </a:lnTo>
                <a:lnTo>
                  <a:pt x="41164" y="3473573"/>
                </a:lnTo>
                <a:lnTo>
                  <a:pt x="33954" y="3387559"/>
                </a:lnTo>
                <a:lnTo>
                  <a:pt x="8580" y="3301546"/>
                </a:lnTo>
                <a:lnTo>
                  <a:pt x="41084" y="3215532"/>
                </a:lnTo>
                <a:lnTo>
                  <a:pt x="54397" y="3129518"/>
                </a:lnTo>
                <a:lnTo>
                  <a:pt x="51711" y="3043505"/>
                </a:lnTo>
                <a:lnTo>
                  <a:pt x="58400" y="2957491"/>
                </a:lnTo>
                <a:lnTo>
                  <a:pt x="28590" y="2871478"/>
                </a:lnTo>
                <a:lnTo>
                  <a:pt x="52742" y="2785464"/>
                </a:lnTo>
                <a:lnTo>
                  <a:pt x="65585" y="2699450"/>
                </a:lnTo>
                <a:lnTo>
                  <a:pt x="68982" y="2613437"/>
                </a:lnTo>
                <a:lnTo>
                  <a:pt x="51297" y="2527423"/>
                </a:lnTo>
                <a:lnTo>
                  <a:pt x="53702" y="2441409"/>
                </a:lnTo>
                <a:lnTo>
                  <a:pt x="56677" y="2355396"/>
                </a:lnTo>
                <a:lnTo>
                  <a:pt x="44467" y="2269382"/>
                </a:lnTo>
                <a:lnTo>
                  <a:pt x="38542" y="2183368"/>
                </a:lnTo>
                <a:lnTo>
                  <a:pt x="57568" y="2097355"/>
                </a:lnTo>
                <a:lnTo>
                  <a:pt x="50599" y="2011341"/>
                </a:lnTo>
                <a:lnTo>
                  <a:pt x="41987" y="1925328"/>
                </a:lnTo>
                <a:lnTo>
                  <a:pt x="58438" y="1839314"/>
                </a:lnTo>
                <a:lnTo>
                  <a:pt x="62326" y="1753300"/>
                </a:lnTo>
                <a:lnTo>
                  <a:pt x="47621" y="1667287"/>
                </a:lnTo>
                <a:lnTo>
                  <a:pt x="67608" y="1581273"/>
                </a:lnTo>
                <a:lnTo>
                  <a:pt x="56041" y="1495259"/>
                </a:lnTo>
                <a:lnTo>
                  <a:pt x="57702" y="1409246"/>
                </a:lnTo>
                <a:lnTo>
                  <a:pt x="66417" y="1323232"/>
                </a:lnTo>
                <a:lnTo>
                  <a:pt x="62883" y="1237218"/>
                </a:lnTo>
                <a:lnTo>
                  <a:pt x="51152" y="1151205"/>
                </a:lnTo>
                <a:lnTo>
                  <a:pt x="52965" y="1065191"/>
                </a:lnTo>
                <a:lnTo>
                  <a:pt x="53198" y="979177"/>
                </a:lnTo>
                <a:lnTo>
                  <a:pt x="36218" y="893164"/>
                </a:lnTo>
                <a:lnTo>
                  <a:pt x="51293" y="807150"/>
                </a:lnTo>
                <a:lnTo>
                  <a:pt x="59278" y="721137"/>
                </a:lnTo>
                <a:lnTo>
                  <a:pt x="42758" y="635123"/>
                </a:lnTo>
                <a:lnTo>
                  <a:pt x="33670" y="549109"/>
                </a:lnTo>
                <a:lnTo>
                  <a:pt x="12737" y="463096"/>
                </a:lnTo>
                <a:lnTo>
                  <a:pt x="0" y="377082"/>
                </a:lnTo>
                <a:lnTo>
                  <a:pt x="38304" y="291068"/>
                </a:lnTo>
                <a:lnTo>
                  <a:pt x="29172" y="205055"/>
                </a:lnTo>
                <a:lnTo>
                  <a:pt x="20541" y="119041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48000">
            <a:off x="5479005" y="993005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 rot="48000">
            <a:off x="6108969" y="1004737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객체 탐지란</a:t>
            </a:r>
          </a:p>
        </p:txBody>
      </p:sp>
      <p:sp>
        <p:nvSpPr>
          <p:cNvPr id="11" name="TextBox 10"/>
          <p:cNvSpPr txBox="1"/>
          <p:nvPr/>
        </p:nvSpPr>
        <p:spPr>
          <a:xfrm rot="48000">
            <a:off x="6105246" y="1280936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분류 · 탐지 · 분할은 무엇이 다른가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71978" y="1713797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 rot="48000">
            <a:off x="5465174" y="1983508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 rot="48000">
            <a:off x="6095138" y="199524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탐지 모델의 구조</a:t>
            </a:r>
          </a:p>
        </p:txBody>
      </p:sp>
      <p:sp>
        <p:nvSpPr>
          <p:cNvPr id="15" name="TextBox 14"/>
          <p:cNvSpPr txBox="1"/>
          <p:nvPr/>
        </p:nvSpPr>
        <p:spPr>
          <a:xfrm rot="48000">
            <a:off x="6091415" y="2271439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백본 → 넥 → 헤드 → 후처리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58147" y="2704300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 rot="48000">
            <a:off x="5451343" y="2974012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 rot="48000">
            <a:off x="6081308" y="2985744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2-Stage와 1-Stage</a:t>
            </a:r>
          </a:p>
        </p:txBody>
      </p:sp>
      <p:sp>
        <p:nvSpPr>
          <p:cNvPr id="19" name="TextBox 18"/>
          <p:cNvSpPr txBox="1"/>
          <p:nvPr/>
        </p:nvSpPr>
        <p:spPr>
          <a:xfrm rot="48000">
            <a:off x="6077584" y="3261943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정확도와 속도 사이의 선택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44316" y="3694804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 rot="48000">
            <a:off x="5437512" y="3964515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 rot="48000">
            <a:off x="6067477" y="3976247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핵심 개념</a:t>
            </a:r>
          </a:p>
        </p:txBody>
      </p:sp>
      <p:sp>
        <p:nvSpPr>
          <p:cNvPr id="23" name="TextBox 22"/>
          <p:cNvSpPr txBox="1"/>
          <p:nvPr/>
        </p:nvSpPr>
        <p:spPr>
          <a:xfrm rot="48000">
            <a:off x="6063753" y="4252446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IoU · NMS · 앵커 · mAP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30485" y="4685307"/>
            <a:ext cx="5581106" cy="77932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48000">
            <a:off x="5423681" y="4955019"/>
            <a:ext cx="438150" cy="43815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431"/>
              </a:lnSpc>
            </a:pPr>
            <a:r>
              <a:rPr sz="1350" b="1">
                <a:solidFill>
                  <a:srgbClr val="F3EBDD"/>
                </a:solidFill>
                <a:latin typeface="Arial Black"/>
                <a:ea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 rot="48000">
            <a:off x="6053646" y="4966751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대표 모델</a:t>
            </a:r>
          </a:p>
        </p:txBody>
      </p:sp>
      <p:sp>
        <p:nvSpPr>
          <p:cNvPr id="27" name="TextBox 26"/>
          <p:cNvSpPr txBox="1"/>
          <p:nvPr/>
        </p:nvSpPr>
        <p:spPr>
          <a:xfrm rot="48000">
            <a:off x="6049922" y="52429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Faster R-CNN · YOLOv8 · EfficientDet · DETR</a:t>
            </a:r>
          </a:p>
        </p:txBody>
      </p:sp>
      <p:pic>
        <p:nvPicPr>
          <p:cNvPr id="28" name="Picture 27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760000">
            <a:off x="2190750" y="4000500"/>
            <a:ext cx="20002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1360000">
            <a:off x="-509432" y="-394143"/>
            <a:ext cx="4250674" cy="1295148"/>
          </a:xfrm>
          <a:custGeom>
            <a:avLst/>
            <a:gdLst/>
            <a:ahLst/>
            <a:cxnLst/>
            <a:rect l="l" t="t" r="r" b="b"/>
            <a:pathLst>
              <a:path w="4250674" h="1295148">
                <a:moveTo>
                  <a:pt x="33182" y="8390"/>
                </a:moveTo>
                <a:lnTo>
                  <a:pt x="120495" y="25583"/>
                </a:lnTo>
                <a:lnTo>
                  <a:pt x="207807" y="12292"/>
                </a:lnTo>
                <a:lnTo>
                  <a:pt x="295120" y="26481"/>
                </a:lnTo>
                <a:lnTo>
                  <a:pt x="382432" y="6851"/>
                </a:lnTo>
                <a:lnTo>
                  <a:pt x="469745" y="26505"/>
                </a:lnTo>
                <a:lnTo>
                  <a:pt x="557057" y="23233"/>
                </a:lnTo>
                <a:lnTo>
                  <a:pt x="644369" y="14144"/>
                </a:lnTo>
                <a:lnTo>
                  <a:pt x="731681" y="43752"/>
                </a:lnTo>
                <a:lnTo>
                  <a:pt x="818994" y="22283"/>
                </a:lnTo>
                <a:lnTo>
                  <a:pt x="906307" y="16078"/>
                </a:lnTo>
                <a:lnTo>
                  <a:pt x="993619" y="20976"/>
                </a:lnTo>
                <a:lnTo>
                  <a:pt x="1080932" y="2275"/>
                </a:lnTo>
                <a:lnTo>
                  <a:pt x="1168244" y="0"/>
                </a:lnTo>
                <a:lnTo>
                  <a:pt x="1255557" y="4004"/>
                </a:lnTo>
                <a:lnTo>
                  <a:pt x="1342869" y="13468"/>
                </a:lnTo>
                <a:lnTo>
                  <a:pt x="1430181" y="3398"/>
                </a:lnTo>
                <a:lnTo>
                  <a:pt x="1517494" y="31804"/>
                </a:lnTo>
                <a:lnTo>
                  <a:pt x="1604807" y="40577"/>
                </a:lnTo>
                <a:lnTo>
                  <a:pt x="1692119" y="25948"/>
                </a:lnTo>
                <a:lnTo>
                  <a:pt x="1779432" y="27643"/>
                </a:lnTo>
                <a:lnTo>
                  <a:pt x="1866744" y="38946"/>
                </a:lnTo>
                <a:lnTo>
                  <a:pt x="1954057" y="51803"/>
                </a:lnTo>
                <a:lnTo>
                  <a:pt x="2041369" y="49995"/>
                </a:lnTo>
                <a:lnTo>
                  <a:pt x="2128682" y="54570"/>
                </a:lnTo>
                <a:lnTo>
                  <a:pt x="2215994" y="54431"/>
                </a:lnTo>
                <a:lnTo>
                  <a:pt x="2303306" y="44073"/>
                </a:lnTo>
                <a:lnTo>
                  <a:pt x="2390619" y="34485"/>
                </a:lnTo>
                <a:lnTo>
                  <a:pt x="2477932" y="44680"/>
                </a:lnTo>
                <a:lnTo>
                  <a:pt x="2565244" y="38064"/>
                </a:lnTo>
                <a:lnTo>
                  <a:pt x="2652557" y="50381"/>
                </a:lnTo>
                <a:lnTo>
                  <a:pt x="2739869" y="60525"/>
                </a:lnTo>
                <a:lnTo>
                  <a:pt x="2827182" y="25154"/>
                </a:lnTo>
                <a:lnTo>
                  <a:pt x="2914494" y="37520"/>
                </a:lnTo>
                <a:lnTo>
                  <a:pt x="3001807" y="30908"/>
                </a:lnTo>
                <a:lnTo>
                  <a:pt x="3089119" y="49502"/>
                </a:lnTo>
                <a:lnTo>
                  <a:pt x="3176432" y="55337"/>
                </a:lnTo>
                <a:lnTo>
                  <a:pt x="3263744" y="59015"/>
                </a:lnTo>
                <a:lnTo>
                  <a:pt x="3351057" y="58829"/>
                </a:lnTo>
                <a:lnTo>
                  <a:pt x="3438369" y="59344"/>
                </a:lnTo>
                <a:lnTo>
                  <a:pt x="3525682" y="37623"/>
                </a:lnTo>
                <a:lnTo>
                  <a:pt x="3612994" y="49104"/>
                </a:lnTo>
                <a:lnTo>
                  <a:pt x="3700307" y="49904"/>
                </a:lnTo>
                <a:lnTo>
                  <a:pt x="3787619" y="26162"/>
                </a:lnTo>
                <a:lnTo>
                  <a:pt x="3874932" y="14386"/>
                </a:lnTo>
                <a:lnTo>
                  <a:pt x="3962244" y="1282"/>
                </a:lnTo>
                <a:lnTo>
                  <a:pt x="4049557" y="9325"/>
                </a:lnTo>
                <a:lnTo>
                  <a:pt x="4136869" y="17506"/>
                </a:lnTo>
                <a:lnTo>
                  <a:pt x="4222019" y="13143"/>
                </a:lnTo>
                <a:lnTo>
                  <a:pt x="4223296" y="101590"/>
                </a:lnTo>
                <a:lnTo>
                  <a:pt x="4228487" y="190036"/>
                </a:lnTo>
                <a:lnTo>
                  <a:pt x="4233662" y="278483"/>
                </a:lnTo>
                <a:lnTo>
                  <a:pt x="4220394" y="366929"/>
                </a:lnTo>
                <a:lnTo>
                  <a:pt x="4213353" y="455375"/>
                </a:lnTo>
                <a:lnTo>
                  <a:pt x="4232346" y="543821"/>
                </a:lnTo>
                <a:lnTo>
                  <a:pt x="4242875" y="632268"/>
                </a:lnTo>
                <a:lnTo>
                  <a:pt x="4250674" y="720714"/>
                </a:lnTo>
                <a:lnTo>
                  <a:pt x="4237150" y="809160"/>
                </a:lnTo>
                <a:lnTo>
                  <a:pt x="4244815" y="897607"/>
                </a:lnTo>
                <a:lnTo>
                  <a:pt x="4218983" y="986053"/>
                </a:lnTo>
                <a:lnTo>
                  <a:pt x="4225967" y="1074500"/>
                </a:lnTo>
                <a:lnTo>
                  <a:pt x="4236588" y="1162946"/>
                </a:lnTo>
                <a:lnTo>
                  <a:pt x="4224182" y="1253360"/>
                </a:lnTo>
                <a:lnTo>
                  <a:pt x="4136869" y="1262162"/>
                </a:lnTo>
                <a:lnTo>
                  <a:pt x="4049557" y="1260204"/>
                </a:lnTo>
                <a:lnTo>
                  <a:pt x="3962244" y="1275157"/>
                </a:lnTo>
                <a:lnTo>
                  <a:pt x="3874932" y="1284497"/>
                </a:lnTo>
                <a:lnTo>
                  <a:pt x="3787619" y="1269243"/>
                </a:lnTo>
                <a:lnTo>
                  <a:pt x="3700307" y="1245672"/>
                </a:lnTo>
                <a:lnTo>
                  <a:pt x="3612994" y="1261212"/>
                </a:lnTo>
                <a:lnTo>
                  <a:pt x="3525682" y="1244673"/>
                </a:lnTo>
                <a:lnTo>
                  <a:pt x="3438369" y="1243503"/>
                </a:lnTo>
                <a:lnTo>
                  <a:pt x="3351057" y="1237527"/>
                </a:lnTo>
                <a:lnTo>
                  <a:pt x="3263744" y="1239479"/>
                </a:lnTo>
                <a:lnTo>
                  <a:pt x="3176432" y="1229048"/>
                </a:lnTo>
                <a:lnTo>
                  <a:pt x="3089119" y="1237761"/>
                </a:lnTo>
                <a:lnTo>
                  <a:pt x="3001806" y="1231213"/>
                </a:lnTo>
                <a:lnTo>
                  <a:pt x="2914494" y="1212042"/>
                </a:lnTo>
                <a:lnTo>
                  <a:pt x="2827182" y="1203907"/>
                </a:lnTo>
                <a:lnTo>
                  <a:pt x="2739869" y="1229708"/>
                </a:lnTo>
                <a:lnTo>
                  <a:pt x="2652557" y="1222529"/>
                </a:lnTo>
                <a:lnTo>
                  <a:pt x="2565244" y="1242386"/>
                </a:lnTo>
                <a:lnTo>
                  <a:pt x="2477931" y="1223253"/>
                </a:lnTo>
                <a:lnTo>
                  <a:pt x="2390619" y="1242093"/>
                </a:lnTo>
                <a:lnTo>
                  <a:pt x="2303307" y="1259225"/>
                </a:lnTo>
                <a:lnTo>
                  <a:pt x="2215994" y="1236585"/>
                </a:lnTo>
                <a:lnTo>
                  <a:pt x="2128682" y="1247830"/>
                </a:lnTo>
                <a:lnTo>
                  <a:pt x="2041369" y="1247997"/>
                </a:lnTo>
                <a:lnTo>
                  <a:pt x="1954057" y="1262028"/>
                </a:lnTo>
                <a:lnTo>
                  <a:pt x="1866744" y="1235008"/>
                </a:lnTo>
                <a:lnTo>
                  <a:pt x="1779431" y="1241887"/>
                </a:lnTo>
                <a:lnTo>
                  <a:pt x="1692119" y="1251917"/>
                </a:lnTo>
                <a:lnTo>
                  <a:pt x="1604807" y="1263376"/>
                </a:lnTo>
                <a:lnTo>
                  <a:pt x="1517494" y="1284833"/>
                </a:lnTo>
                <a:lnTo>
                  <a:pt x="1430182" y="1261470"/>
                </a:lnTo>
                <a:lnTo>
                  <a:pt x="1342869" y="1282145"/>
                </a:lnTo>
                <a:lnTo>
                  <a:pt x="1255556" y="1284026"/>
                </a:lnTo>
                <a:lnTo>
                  <a:pt x="1168244" y="1270561"/>
                </a:lnTo>
                <a:lnTo>
                  <a:pt x="1080932" y="1283869"/>
                </a:lnTo>
                <a:lnTo>
                  <a:pt x="993619" y="1281351"/>
                </a:lnTo>
                <a:lnTo>
                  <a:pt x="906307" y="1288463"/>
                </a:lnTo>
                <a:lnTo>
                  <a:pt x="818994" y="1290099"/>
                </a:lnTo>
                <a:lnTo>
                  <a:pt x="731681" y="1271652"/>
                </a:lnTo>
                <a:lnTo>
                  <a:pt x="644369" y="1269130"/>
                </a:lnTo>
                <a:lnTo>
                  <a:pt x="557057" y="1274161"/>
                </a:lnTo>
                <a:lnTo>
                  <a:pt x="469745" y="1255334"/>
                </a:lnTo>
                <a:lnTo>
                  <a:pt x="382433" y="1272876"/>
                </a:lnTo>
                <a:lnTo>
                  <a:pt x="295120" y="1255514"/>
                </a:lnTo>
                <a:lnTo>
                  <a:pt x="207807" y="1259665"/>
                </a:lnTo>
                <a:lnTo>
                  <a:pt x="120495" y="1295148"/>
                </a:lnTo>
                <a:lnTo>
                  <a:pt x="38815" y="1251393"/>
                </a:lnTo>
                <a:lnTo>
                  <a:pt x="0" y="1162946"/>
                </a:lnTo>
                <a:lnTo>
                  <a:pt x="30937" y="1074500"/>
                </a:lnTo>
                <a:lnTo>
                  <a:pt x="14708" y="986053"/>
                </a:lnTo>
                <a:lnTo>
                  <a:pt x="19091" y="897607"/>
                </a:lnTo>
                <a:lnTo>
                  <a:pt x="6633" y="809160"/>
                </a:lnTo>
                <a:lnTo>
                  <a:pt x="15363" y="720714"/>
                </a:lnTo>
                <a:lnTo>
                  <a:pt x="8360" y="632268"/>
                </a:lnTo>
                <a:lnTo>
                  <a:pt x="50776" y="543821"/>
                </a:lnTo>
                <a:lnTo>
                  <a:pt x="33513" y="455375"/>
                </a:lnTo>
                <a:lnTo>
                  <a:pt x="74376" y="366929"/>
                </a:lnTo>
                <a:lnTo>
                  <a:pt x="48866" y="278483"/>
                </a:lnTo>
                <a:lnTo>
                  <a:pt x="36608" y="190036"/>
                </a:lnTo>
                <a:lnTo>
                  <a:pt x="34637" y="101590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477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EFD6A0"/>
                </a:solidFill>
                <a:latin typeface="Arial"/>
                <a:ea typeface="맑은 고딕"/>
              </a:rPr>
              <a:t>01 · 객체 탐지란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954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93"/>
              </a:lnSpc>
            </a:pPr>
            <a:r>
              <a:rPr sz="4050" b="1">
                <a:solidFill>
                  <a:srgbClr val="F3EBDD"/>
                </a:solidFill>
                <a:latin typeface="Arial Black"/>
                <a:ea typeface="맑은 고딕"/>
              </a:rPr>
              <a:t>무엇이, </a:t>
            </a:r>
            <a:r>
              <a:rPr sz="3645" b="1">
                <a:solidFill>
                  <a:srgbClr val="EFD6A0"/>
                </a:solidFill>
                <a:latin typeface="Arial"/>
                <a:ea typeface="맑은 고딕"/>
              </a:rPr>
              <a:t>어</a:t>
            </a:r>
            <a:r>
              <a:rPr sz="4050" b="1">
                <a:solidFill>
                  <a:srgbClr val="F3EBDD"/>
                </a:solidFill>
                <a:latin typeface="Arial Black"/>
                <a:ea typeface="맑은 고딕"/>
              </a:rPr>
              <a:t>디에</a:t>
            </a:r>
          </a:p>
        </p:txBody>
      </p:sp>
      <p:sp>
        <p:nvSpPr>
          <p:cNvPr id="6" name="Freeform 5"/>
          <p:cNvSpPr/>
          <p:nvPr/>
        </p:nvSpPr>
        <p:spPr>
          <a:xfrm rot="30000">
            <a:off x="832618" y="2206085"/>
            <a:ext cx="10545027" cy="4220802"/>
          </a:xfrm>
          <a:custGeom>
            <a:avLst/>
            <a:gdLst/>
            <a:ahLst/>
            <a:cxnLst/>
            <a:rect l="l" t="t" r="r" b="b"/>
            <a:pathLst>
              <a:path w="10545027" h="4220802">
                <a:moveTo>
                  <a:pt x="24632" y="42097"/>
                </a:moveTo>
                <a:lnTo>
                  <a:pt x="110513" y="37946"/>
                </a:lnTo>
                <a:lnTo>
                  <a:pt x="196394" y="24215"/>
                </a:lnTo>
                <a:lnTo>
                  <a:pt x="282275" y="12134"/>
                </a:lnTo>
                <a:lnTo>
                  <a:pt x="368156" y="26424"/>
                </a:lnTo>
                <a:lnTo>
                  <a:pt x="454037" y="0"/>
                </a:lnTo>
                <a:lnTo>
                  <a:pt x="539918" y="39635"/>
                </a:lnTo>
                <a:lnTo>
                  <a:pt x="625800" y="5769"/>
                </a:lnTo>
                <a:lnTo>
                  <a:pt x="711681" y="23140"/>
                </a:lnTo>
                <a:lnTo>
                  <a:pt x="797562" y="38038"/>
                </a:lnTo>
                <a:lnTo>
                  <a:pt x="883443" y="19254"/>
                </a:lnTo>
                <a:lnTo>
                  <a:pt x="969324" y="53784"/>
                </a:lnTo>
                <a:lnTo>
                  <a:pt x="1055205" y="35082"/>
                </a:lnTo>
                <a:lnTo>
                  <a:pt x="1141086" y="65410"/>
                </a:lnTo>
                <a:lnTo>
                  <a:pt x="1226968" y="50090"/>
                </a:lnTo>
                <a:lnTo>
                  <a:pt x="1312849" y="68535"/>
                </a:lnTo>
                <a:lnTo>
                  <a:pt x="1398730" y="89505"/>
                </a:lnTo>
                <a:lnTo>
                  <a:pt x="1484611" y="86503"/>
                </a:lnTo>
                <a:lnTo>
                  <a:pt x="1570492" y="58086"/>
                </a:lnTo>
                <a:lnTo>
                  <a:pt x="1656373" y="85768"/>
                </a:lnTo>
                <a:lnTo>
                  <a:pt x="1742254" y="59102"/>
                </a:lnTo>
                <a:lnTo>
                  <a:pt x="1828136" y="59884"/>
                </a:lnTo>
                <a:lnTo>
                  <a:pt x="1914017" y="60678"/>
                </a:lnTo>
                <a:lnTo>
                  <a:pt x="1999898" y="74187"/>
                </a:lnTo>
                <a:lnTo>
                  <a:pt x="2085779" y="68544"/>
                </a:lnTo>
                <a:lnTo>
                  <a:pt x="2171660" y="79610"/>
                </a:lnTo>
                <a:lnTo>
                  <a:pt x="2257541" y="58444"/>
                </a:lnTo>
                <a:lnTo>
                  <a:pt x="2343422" y="55202"/>
                </a:lnTo>
                <a:lnTo>
                  <a:pt x="2429304" y="64460"/>
                </a:lnTo>
                <a:lnTo>
                  <a:pt x="2515185" y="30015"/>
                </a:lnTo>
                <a:lnTo>
                  <a:pt x="2601066" y="41621"/>
                </a:lnTo>
                <a:lnTo>
                  <a:pt x="2686947" y="17299"/>
                </a:lnTo>
                <a:lnTo>
                  <a:pt x="2772828" y="35744"/>
                </a:lnTo>
                <a:lnTo>
                  <a:pt x="2858709" y="45047"/>
                </a:lnTo>
                <a:lnTo>
                  <a:pt x="2944591" y="41226"/>
                </a:lnTo>
                <a:lnTo>
                  <a:pt x="3030472" y="31337"/>
                </a:lnTo>
                <a:lnTo>
                  <a:pt x="3116353" y="20544"/>
                </a:lnTo>
                <a:lnTo>
                  <a:pt x="3202234" y="24245"/>
                </a:lnTo>
                <a:lnTo>
                  <a:pt x="3288115" y="39467"/>
                </a:lnTo>
                <a:lnTo>
                  <a:pt x="3373996" y="16314"/>
                </a:lnTo>
                <a:lnTo>
                  <a:pt x="3459877" y="39622"/>
                </a:lnTo>
                <a:lnTo>
                  <a:pt x="3545759" y="48050"/>
                </a:lnTo>
                <a:lnTo>
                  <a:pt x="3631640" y="37458"/>
                </a:lnTo>
                <a:lnTo>
                  <a:pt x="3717521" y="28233"/>
                </a:lnTo>
                <a:lnTo>
                  <a:pt x="3803402" y="54205"/>
                </a:lnTo>
                <a:lnTo>
                  <a:pt x="3889283" y="47081"/>
                </a:lnTo>
                <a:lnTo>
                  <a:pt x="3975164" y="27195"/>
                </a:lnTo>
                <a:lnTo>
                  <a:pt x="4061045" y="23734"/>
                </a:lnTo>
                <a:lnTo>
                  <a:pt x="4146927" y="40020"/>
                </a:lnTo>
                <a:lnTo>
                  <a:pt x="4232808" y="53102"/>
                </a:lnTo>
                <a:lnTo>
                  <a:pt x="4318689" y="37701"/>
                </a:lnTo>
                <a:lnTo>
                  <a:pt x="4404570" y="43126"/>
                </a:lnTo>
                <a:lnTo>
                  <a:pt x="4490451" y="73734"/>
                </a:lnTo>
                <a:lnTo>
                  <a:pt x="4576332" y="58986"/>
                </a:lnTo>
                <a:lnTo>
                  <a:pt x="4662213" y="59622"/>
                </a:lnTo>
                <a:lnTo>
                  <a:pt x="4748095" y="42798"/>
                </a:lnTo>
                <a:lnTo>
                  <a:pt x="4833976" y="61270"/>
                </a:lnTo>
                <a:lnTo>
                  <a:pt x="4919857" y="57449"/>
                </a:lnTo>
                <a:lnTo>
                  <a:pt x="5005738" y="38885"/>
                </a:lnTo>
                <a:lnTo>
                  <a:pt x="5091619" y="33672"/>
                </a:lnTo>
                <a:lnTo>
                  <a:pt x="5177500" y="45851"/>
                </a:lnTo>
                <a:lnTo>
                  <a:pt x="5263382" y="32998"/>
                </a:lnTo>
                <a:lnTo>
                  <a:pt x="5349263" y="19078"/>
                </a:lnTo>
                <a:lnTo>
                  <a:pt x="5435144" y="35907"/>
                </a:lnTo>
                <a:lnTo>
                  <a:pt x="5521025" y="23974"/>
                </a:lnTo>
                <a:lnTo>
                  <a:pt x="5606906" y="32695"/>
                </a:lnTo>
                <a:lnTo>
                  <a:pt x="5692787" y="42188"/>
                </a:lnTo>
                <a:lnTo>
                  <a:pt x="5778668" y="47520"/>
                </a:lnTo>
                <a:lnTo>
                  <a:pt x="5864550" y="47561"/>
                </a:lnTo>
                <a:lnTo>
                  <a:pt x="5950431" y="47910"/>
                </a:lnTo>
                <a:lnTo>
                  <a:pt x="6036312" y="25872"/>
                </a:lnTo>
                <a:lnTo>
                  <a:pt x="6122193" y="47246"/>
                </a:lnTo>
                <a:lnTo>
                  <a:pt x="6208074" y="12873"/>
                </a:lnTo>
                <a:lnTo>
                  <a:pt x="6293955" y="18411"/>
                </a:lnTo>
                <a:lnTo>
                  <a:pt x="6379836" y="33161"/>
                </a:lnTo>
                <a:lnTo>
                  <a:pt x="6465718" y="26414"/>
                </a:lnTo>
                <a:lnTo>
                  <a:pt x="6551599" y="64894"/>
                </a:lnTo>
                <a:lnTo>
                  <a:pt x="6637480" y="46486"/>
                </a:lnTo>
                <a:lnTo>
                  <a:pt x="6723361" y="66585"/>
                </a:lnTo>
                <a:lnTo>
                  <a:pt x="6809242" y="53062"/>
                </a:lnTo>
                <a:lnTo>
                  <a:pt x="6895123" y="32244"/>
                </a:lnTo>
                <a:lnTo>
                  <a:pt x="6981004" y="61045"/>
                </a:lnTo>
                <a:lnTo>
                  <a:pt x="7066886" y="32990"/>
                </a:lnTo>
                <a:lnTo>
                  <a:pt x="7152767" y="76715"/>
                </a:lnTo>
                <a:lnTo>
                  <a:pt x="7238648" y="34360"/>
                </a:lnTo>
                <a:lnTo>
                  <a:pt x="7324529" y="56143"/>
                </a:lnTo>
                <a:lnTo>
                  <a:pt x="7410410" y="68452"/>
                </a:lnTo>
                <a:lnTo>
                  <a:pt x="7496291" y="81971"/>
                </a:lnTo>
                <a:lnTo>
                  <a:pt x="7582172" y="75665"/>
                </a:lnTo>
                <a:lnTo>
                  <a:pt x="7668054" y="54359"/>
                </a:lnTo>
                <a:lnTo>
                  <a:pt x="7753935" y="88872"/>
                </a:lnTo>
                <a:lnTo>
                  <a:pt x="7839816" y="62090"/>
                </a:lnTo>
                <a:lnTo>
                  <a:pt x="7925697" y="51387"/>
                </a:lnTo>
                <a:lnTo>
                  <a:pt x="8011578" y="83170"/>
                </a:lnTo>
                <a:lnTo>
                  <a:pt x="8097459" y="83604"/>
                </a:lnTo>
                <a:lnTo>
                  <a:pt x="8183341" y="75043"/>
                </a:lnTo>
                <a:lnTo>
                  <a:pt x="8269222" y="65855"/>
                </a:lnTo>
                <a:lnTo>
                  <a:pt x="8355103" y="69876"/>
                </a:lnTo>
                <a:lnTo>
                  <a:pt x="8440984" y="66947"/>
                </a:lnTo>
                <a:lnTo>
                  <a:pt x="8526865" y="70501"/>
                </a:lnTo>
                <a:lnTo>
                  <a:pt x="8612746" y="61075"/>
                </a:lnTo>
                <a:lnTo>
                  <a:pt x="8698627" y="73249"/>
                </a:lnTo>
                <a:lnTo>
                  <a:pt x="8784509" y="83007"/>
                </a:lnTo>
                <a:lnTo>
                  <a:pt x="8870390" y="60741"/>
                </a:lnTo>
                <a:lnTo>
                  <a:pt x="8956271" y="41522"/>
                </a:lnTo>
                <a:lnTo>
                  <a:pt x="9042152" y="77442"/>
                </a:lnTo>
                <a:lnTo>
                  <a:pt x="9128033" y="71338"/>
                </a:lnTo>
                <a:lnTo>
                  <a:pt x="9213914" y="81583"/>
                </a:lnTo>
                <a:lnTo>
                  <a:pt x="9299795" y="74955"/>
                </a:lnTo>
                <a:lnTo>
                  <a:pt x="9385677" y="74848"/>
                </a:lnTo>
                <a:lnTo>
                  <a:pt x="9471558" y="46779"/>
                </a:lnTo>
                <a:lnTo>
                  <a:pt x="9557439" y="79453"/>
                </a:lnTo>
                <a:lnTo>
                  <a:pt x="9643320" y="53322"/>
                </a:lnTo>
                <a:lnTo>
                  <a:pt x="9729201" y="36358"/>
                </a:lnTo>
                <a:lnTo>
                  <a:pt x="9815082" y="52870"/>
                </a:lnTo>
                <a:lnTo>
                  <a:pt x="9900963" y="59611"/>
                </a:lnTo>
                <a:lnTo>
                  <a:pt x="9986845" y="51971"/>
                </a:lnTo>
                <a:lnTo>
                  <a:pt x="10072726" y="53430"/>
                </a:lnTo>
                <a:lnTo>
                  <a:pt x="10158607" y="46142"/>
                </a:lnTo>
                <a:lnTo>
                  <a:pt x="10244488" y="36994"/>
                </a:lnTo>
                <a:lnTo>
                  <a:pt x="10330369" y="48821"/>
                </a:lnTo>
                <a:lnTo>
                  <a:pt x="10416250" y="25994"/>
                </a:lnTo>
                <a:lnTo>
                  <a:pt x="10486373" y="41815"/>
                </a:lnTo>
                <a:lnTo>
                  <a:pt x="10501097" y="127936"/>
                </a:lnTo>
                <a:lnTo>
                  <a:pt x="10537867" y="214058"/>
                </a:lnTo>
                <a:lnTo>
                  <a:pt x="10514121" y="300180"/>
                </a:lnTo>
                <a:lnTo>
                  <a:pt x="10507923" y="386302"/>
                </a:lnTo>
                <a:lnTo>
                  <a:pt x="10497478" y="472424"/>
                </a:lnTo>
                <a:lnTo>
                  <a:pt x="10503926" y="558546"/>
                </a:lnTo>
                <a:lnTo>
                  <a:pt x="10499922" y="644668"/>
                </a:lnTo>
                <a:lnTo>
                  <a:pt x="10513181" y="730790"/>
                </a:lnTo>
                <a:lnTo>
                  <a:pt x="10529987" y="816911"/>
                </a:lnTo>
                <a:lnTo>
                  <a:pt x="10530797" y="903033"/>
                </a:lnTo>
                <a:lnTo>
                  <a:pt x="10526966" y="989155"/>
                </a:lnTo>
                <a:lnTo>
                  <a:pt x="10532190" y="1075277"/>
                </a:lnTo>
                <a:lnTo>
                  <a:pt x="10531111" y="1161399"/>
                </a:lnTo>
                <a:lnTo>
                  <a:pt x="10507759" y="1247521"/>
                </a:lnTo>
                <a:lnTo>
                  <a:pt x="10512411" y="1333643"/>
                </a:lnTo>
                <a:lnTo>
                  <a:pt x="10494618" y="1419764"/>
                </a:lnTo>
                <a:lnTo>
                  <a:pt x="10490783" y="1505886"/>
                </a:lnTo>
                <a:lnTo>
                  <a:pt x="10499396" y="1592008"/>
                </a:lnTo>
                <a:lnTo>
                  <a:pt x="10521267" y="1678130"/>
                </a:lnTo>
                <a:lnTo>
                  <a:pt x="10510179" y="1764252"/>
                </a:lnTo>
                <a:lnTo>
                  <a:pt x="10534001" y="1850374"/>
                </a:lnTo>
                <a:lnTo>
                  <a:pt x="10535879" y="1936496"/>
                </a:lnTo>
                <a:lnTo>
                  <a:pt x="10538205" y="2022618"/>
                </a:lnTo>
                <a:lnTo>
                  <a:pt x="10526182" y="2108740"/>
                </a:lnTo>
                <a:lnTo>
                  <a:pt x="10519110" y="2194861"/>
                </a:lnTo>
                <a:lnTo>
                  <a:pt x="10532802" y="2280983"/>
                </a:lnTo>
                <a:lnTo>
                  <a:pt x="10502698" y="2367105"/>
                </a:lnTo>
                <a:lnTo>
                  <a:pt x="10507681" y="2453227"/>
                </a:lnTo>
                <a:lnTo>
                  <a:pt x="10545027" y="2539349"/>
                </a:lnTo>
                <a:lnTo>
                  <a:pt x="10540054" y="2625471"/>
                </a:lnTo>
                <a:lnTo>
                  <a:pt x="10526823" y="2711593"/>
                </a:lnTo>
                <a:lnTo>
                  <a:pt x="10519402" y="2797714"/>
                </a:lnTo>
                <a:lnTo>
                  <a:pt x="10533247" y="2883836"/>
                </a:lnTo>
                <a:lnTo>
                  <a:pt x="10519604" y="2969958"/>
                </a:lnTo>
                <a:lnTo>
                  <a:pt x="10518388" y="3056080"/>
                </a:lnTo>
                <a:lnTo>
                  <a:pt x="10542021" y="3142202"/>
                </a:lnTo>
                <a:lnTo>
                  <a:pt x="10510388" y="3228324"/>
                </a:lnTo>
                <a:lnTo>
                  <a:pt x="10525001" y="3314446"/>
                </a:lnTo>
                <a:lnTo>
                  <a:pt x="10515125" y="3400568"/>
                </a:lnTo>
                <a:lnTo>
                  <a:pt x="10524818" y="3486690"/>
                </a:lnTo>
                <a:lnTo>
                  <a:pt x="10505967" y="3572811"/>
                </a:lnTo>
                <a:lnTo>
                  <a:pt x="10529593" y="3658933"/>
                </a:lnTo>
                <a:lnTo>
                  <a:pt x="10528667" y="3745055"/>
                </a:lnTo>
                <a:lnTo>
                  <a:pt x="10539030" y="3831177"/>
                </a:lnTo>
                <a:lnTo>
                  <a:pt x="10518019" y="3917299"/>
                </a:lnTo>
                <a:lnTo>
                  <a:pt x="10515054" y="4003421"/>
                </a:lnTo>
                <a:lnTo>
                  <a:pt x="10529758" y="4089543"/>
                </a:lnTo>
                <a:lnTo>
                  <a:pt x="10502132" y="4170602"/>
                </a:lnTo>
                <a:lnTo>
                  <a:pt x="10416250" y="4181501"/>
                </a:lnTo>
                <a:lnTo>
                  <a:pt x="10330369" y="4180890"/>
                </a:lnTo>
                <a:lnTo>
                  <a:pt x="10244488" y="4170441"/>
                </a:lnTo>
                <a:lnTo>
                  <a:pt x="10158607" y="4185408"/>
                </a:lnTo>
                <a:lnTo>
                  <a:pt x="10072726" y="4155017"/>
                </a:lnTo>
                <a:lnTo>
                  <a:pt x="9986845" y="4178487"/>
                </a:lnTo>
                <a:lnTo>
                  <a:pt x="9900963" y="4184473"/>
                </a:lnTo>
                <a:lnTo>
                  <a:pt x="9815082" y="4198654"/>
                </a:lnTo>
                <a:lnTo>
                  <a:pt x="9729201" y="4191106"/>
                </a:lnTo>
                <a:lnTo>
                  <a:pt x="9643320" y="4220623"/>
                </a:lnTo>
                <a:lnTo>
                  <a:pt x="9557439" y="4183799"/>
                </a:lnTo>
                <a:lnTo>
                  <a:pt x="9471558" y="4188314"/>
                </a:lnTo>
                <a:lnTo>
                  <a:pt x="9385677" y="4191239"/>
                </a:lnTo>
                <a:lnTo>
                  <a:pt x="9299795" y="4220802"/>
                </a:lnTo>
                <a:lnTo>
                  <a:pt x="9213914" y="4210497"/>
                </a:lnTo>
                <a:lnTo>
                  <a:pt x="9128033" y="4215171"/>
                </a:lnTo>
                <a:lnTo>
                  <a:pt x="9042152" y="4187402"/>
                </a:lnTo>
                <a:lnTo>
                  <a:pt x="8956271" y="4158983"/>
                </a:lnTo>
                <a:lnTo>
                  <a:pt x="8870390" y="4143599"/>
                </a:lnTo>
                <a:lnTo>
                  <a:pt x="8784509" y="4164592"/>
                </a:lnTo>
                <a:lnTo>
                  <a:pt x="8698627" y="4164836"/>
                </a:lnTo>
                <a:lnTo>
                  <a:pt x="8612746" y="4171291"/>
                </a:lnTo>
                <a:lnTo>
                  <a:pt x="8526865" y="4175270"/>
                </a:lnTo>
                <a:lnTo>
                  <a:pt x="8440984" y="4177987"/>
                </a:lnTo>
                <a:lnTo>
                  <a:pt x="8355103" y="4171265"/>
                </a:lnTo>
                <a:lnTo>
                  <a:pt x="8269222" y="4157595"/>
                </a:lnTo>
                <a:lnTo>
                  <a:pt x="8183341" y="4170651"/>
                </a:lnTo>
                <a:lnTo>
                  <a:pt x="8097459" y="4190161"/>
                </a:lnTo>
                <a:lnTo>
                  <a:pt x="8011578" y="4203628"/>
                </a:lnTo>
                <a:lnTo>
                  <a:pt x="7925697" y="4179149"/>
                </a:lnTo>
                <a:lnTo>
                  <a:pt x="7839816" y="4187065"/>
                </a:lnTo>
                <a:lnTo>
                  <a:pt x="7753935" y="4153574"/>
                </a:lnTo>
                <a:lnTo>
                  <a:pt x="7668054" y="4142151"/>
                </a:lnTo>
                <a:lnTo>
                  <a:pt x="7582172" y="4151909"/>
                </a:lnTo>
                <a:lnTo>
                  <a:pt x="7496291" y="4127138"/>
                </a:lnTo>
                <a:lnTo>
                  <a:pt x="7410410" y="4152060"/>
                </a:lnTo>
                <a:lnTo>
                  <a:pt x="7324529" y="4129495"/>
                </a:lnTo>
                <a:lnTo>
                  <a:pt x="7238648" y="4158610"/>
                </a:lnTo>
                <a:lnTo>
                  <a:pt x="7152767" y="4161503"/>
                </a:lnTo>
                <a:lnTo>
                  <a:pt x="7066886" y="4152730"/>
                </a:lnTo>
                <a:lnTo>
                  <a:pt x="6981004" y="4158555"/>
                </a:lnTo>
                <a:lnTo>
                  <a:pt x="6895123" y="4182215"/>
                </a:lnTo>
                <a:lnTo>
                  <a:pt x="6809242" y="4171149"/>
                </a:lnTo>
                <a:lnTo>
                  <a:pt x="6723361" y="4158679"/>
                </a:lnTo>
                <a:lnTo>
                  <a:pt x="6637480" y="4155610"/>
                </a:lnTo>
                <a:lnTo>
                  <a:pt x="6551599" y="4163230"/>
                </a:lnTo>
                <a:lnTo>
                  <a:pt x="6465718" y="4166080"/>
                </a:lnTo>
                <a:lnTo>
                  <a:pt x="6379836" y="4173706"/>
                </a:lnTo>
                <a:lnTo>
                  <a:pt x="6293955" y="4165217"/>
                </a:lnTo>
                <a:lnTo>
                  <a:pt x="6208074" y="4167506"/>
                </a:lnTo>
                <a:lnTo>
                  <a:pt x="6122193" y="4165213"/>
                </a:lnTo>
                <a:lnTo>
                  <a:pt x="6036312" y="4158082"/>
                </a:lnTo>
                <a:lnTo>
                  <a:pt x="5950431" y="4145944"/>
                </a:lnTo>
                <a:lnTo>
                  <a:pt x="5864550" y="4130450"/>
                </a:lnTo>
                <a:lnTo>
                  <a:pt x="5778668" y="4171041"/>
                </a:lnTo>
                <a:lnTo>
                  <a:pt x="5692787" y="4145274"/>
                </a:lnTo>
                <a:lnTo>
                  <a:pt x="5606906" y="4129673"/>
                </a:lnTo>
                <a:lnTo>
                  <a:pt x="5521025" y="4128823"/>
                </a:lnTo>
                <a:lnTo>
                  <a:pt x="5435144" y="4131597"/>
                </a:lnTo>
                <a:lnTo>
                  <a:pt x="5349263" y="4132724"/>
                </a:lnTo>
                <a:lnTo>
                  <a:pt x="5263382" y="4143398"/>
                </a:lnTo>
                <a:lnTo>
                  <a:pt x="5177500" y="4135379"/>
                </a:lnTo>
                <a:lnTo>
                  <a:pt x="5091619" y="4163400"/>
                </a:lnTo>
                <a:lnTo>
                  <a:pt x="5005738" y="4128843"/>
                </a:lnTo>
                <a:lnTo>
                  <a:pt x="4919857" y="4129328"/>
                </a:lnTo>
                <a:lnTo>
                  <a:pt x="4833976" y="4139219"/>
                </a:lnTo>
                <a:lnTo>
                  <a:pt x="4748095" y="4147820"/>
                </a:lnTo>
                <a:lnTo>
                  <a:pt x="4662213" y="4170362"/>
                </a:lnTo>
                <a:lnTo>
                  <a:pt x="4576332" y="4170812"/>
                </a:lnTo>
                <a:lnTo>
                  <a:pt x="4490451" y="4176144"/>
                </a:lnTo>
                <a:lnTo>
                  <a:pt x="4404570" y="4189736"/>
                </a:lnTo>
                <a:lnTo>
                  <a:pt x="4318689" y="4155049"/>
                </a:lnTo>
                <a:lnTo>
                  <a:pt x="4232808" y="4163229"/>
                </a:lnTo>
                <a:lnTo>
                  <a:pt x="4146927" y="4188220"/>
                </a:lnTo>
                <a:lnTo>
                  <a:pt x="4061045" y="4161555"/>
                </a:lnTo>
                <a:lnTo>
                  <a:pt x="3975164" y="4189010"/>
                </a:lnTo>
                <a:lnTo>
                  <a:pt x="3889283" y="4176586"/>
                </a:lnTo>
                <a:lnTo>
                  <a:pt x="3803402" y="4189043"/>
                </a:lnTo>
                <a:lnTo>
                  <a:pt x="3717521" y="4176371"/>
                </a:lnTo>
                <a:lnTo>
                  <a:pt x="3631640" y="4159101"/>
                </a:lnTo>
                <a:lnTo>
                  <a:pt x="3545759" y="4157684"/>
                </a:lnTo>
                <a:lnTo>
                  <a:pt x="3459877" y="4154375"/>
                </a:lnTo>
                <a:lnTo>
                  <a:pt x="3373996" y="4169953"/>
                </a:lnTo>
                <a:lnTo>
                  <a:pt x="3288115" y="4130643"/>
                </a:lnTo>
                <a:lnTo>
                  <a:pt x="3202234" y="4138444"/>
                </a:lnTo>
                <a:lnTo>
                  <a:pt x="3116353" y="4127739"/>
                </a:lnTo>
                <a:lnTo>
                  <a:pt x="3030472" y="4133927"/>
                </a:lnTo>
                <a:lnTo>
                  <a:pt x="2944591" y="4145818"/>
                </a:lnTo>
                <a:lnTo>
                  <a:pt x="2858709" y="4139941"/>
                </a:lnTo>
                <a:lnTo>
                  <a:pt x="2772828" y="4153098"/>
                </a:lnTo>
                <a:lnTo>
                  <a:pt x="2686947" y="4161390"/>
                </a:lnTo>
                <a:lnTo>
                  <a:pt x="2601066" y="4156877"/>
                </a:lnTo>
                <a:lnTo>
                  <a:pt x="2515185" y="4136422"/>
                </a:lnTo>
                <a:lnTo>
                  <a:pt x="2429304" y="4169401"/>
                </a:lnTo>
                <a:lnTo>
                  <a:pt x="2343422" y="4155346"/>
                </a:lnTo>
                <a:lnTo>
                  <a:pt x="2257541" y="4175681"/>
                </a:lnTo>
                <a:lnTo>
                  <a:pt x="2171660" y="4152290"/>
                </a:lnTo>
                <a:lnTo>
                  <a:pt x="2085779" y="4149491"/>
                </a:lnTo>
                <a:lnTo>
                  <a:pt x="1999898" y="4146647"/>
                </a:lnTo>
                <a:lnTo>
                  <a:pt x="1914017" y="4154348"/>
                </a:lnTo>
                <a:lnTo>
                  <a:pt x="1828136" y="4174646"/>
                </a:lnTo>
                <a:lnTo>
                  <a:pt x="1742254" y="4150706"/>
                </a:lnTo>
                <a:lnTo>
                  <a:pt x="1656373" y="4135604"/>
                </a:lnTo>
                <a:lnTo>
                  <a:pt x="1570492" y="4131288"/>
                </a:lnTo>
                <a:lnTo>
                  <a:pt x="1484611" y="4150527"/>
                </a:lnTo>
                <a:lnTo>
                  <a:pt x="1398730" y="4149982"/>
                </a:lnTo>
                <a:lnTo>
                  <a:pt x="1312849" y="4154334"/>
                </a:lnTo>
                <a:lnTo>
                  <a:pt x="1226968" y="4161599"/>
                </a:lnTo>
                <a:lnTo>
                  <a:pt x="1141086" y="4133522"/>
                </a:lnTo>
                <a:lnTo>
                  <a:pt x="1055205" y="4147147"/>
                </a:lnTo>
                <a:lnTo>
                  <a:pt x="969324" y="4143659"/>
                </a:lnTo>
                <a:lnTo>
                  <a:pt x="883443" y="4153689"/>
                </a:lnTo>
                <a:lnTo>
                  <a:pt x="797562" y="4173380"/>
                </a:lnTo>
                <a:lnTo>
                  <a:pt x="711681" y="4180802"/>
                </a:lnTo>
                <a:lnTo>
                  <a:pt x="625800" y="4148065"/>
                </a:lnTo>
                <a:lnTo>
                  <a:pt x="539918" y="4179250"/>
                </a:lnTo>
                <a:lnTo>
                  <a:pt x="454037" y="4146362"/>
                </a:lnTo>
                <a:lnTo>
                  <a:pt x="368156" y="4166608"/>
                </a:lnTo>
                <a:lnTo>
                  <a:pt x="282275" y="4169740"/>
                </a:lnTo>
                <a:lnTo>
                  <a:pt x="196394" y="4156310"/>
                </a:lnTo>
                <a:lnTo>
                  <a:pt x="110513" y="4162119"/>
                </a:lnTo>
                <a:lnTo>
                  <a:pt x="28956" y="4175665"/>
                </a:lnTo>
                <a:lnTo>
                  <a:pt x="0" y="4089543"/>
                </a:lnTo>
                <a:lnTo>
                  <a:pt x="13114" y="4003421"/>
                </a:lnTo>
                <a:lnTo>
                  <a:pt x="14451" y="3917299"/>
                </a:lnTo>
                <a:lnTo>
                  <a:pt x="3107" y="3831177"/>
                </a:lnTo>
                <a:lnTo>
                  <a:pt x="30881" y="3745055"/>
                </a:lnTo>
                <a:lnTo>
                  <a:pt x="22006" y="3658933"/>
                </a:lnTo>
                <a:lnTo>
                  <a:pt x="29353" y="3572811"/>
                </a:lnTo>
                <a:lnTo>
                  <a:pt x="20344" y="3486690"/>
                </a:lnTo>
                <a:lnTo>
                  <a:pt x="479" y="3400568"/>
                </a:lnTo>
                <a:lnTo>
                  <a:pt x="7722" y="3314446"/>
                </a:lnTo>
                <a:lnTo>
                  <a:pt x="30606" y="3228324"/>
                </a:lnTo>
                <a:lnTo>
                  <a:pt x="15742" y="3142202"/>
                </a:lnTo>
                <a:lnTo>
                  <a:pt x="16805" y="3056080"/>
                </a:lnTo>
                <a:lnTo>
                  <a:pt x="54242" y="2969958"/>
                </a:lnTo>
                <a:lnTo>
                  <a:pt x="27129" y="2883836"/>
                </a:lnTo>
                <a:lnTo>
                  <a:pt x="35665" y="2797715"/>
                </a:lnTo>
                <a:lnTo>
                  <a:pt x="32705" y="2711593"/>
                </a:lnTo>
                <a:lnTo>
                  <a:pt x="72476" y="2625471"/>
                </a:lnTo>
                <a:lnTo>
                  <a:pt x="39545" y="2539349"/>
                </a:lnTo>
                <a:lnTo>
                  <a:pt x="59534" y="2453227"/>
                </a:lnTo>
                <a:lnTo>
                  <a:pt x="42498" y="2367105"/>
                </a:lnTo>
                <a:lnTo>
                  <a:pt x="24084" y="2280983"/>
                </a:lnTo>
                <a:lnTo>
                  <a:pt x="52950" y="2194861"/>
                </a:lnTo>
                <a:lnTo>
                  <a:pt x="23453" y="2108740"/>
                </a:lnTo>
                <a:lnTo>
                  <a:pt x="11201" y="2022618"/>
                </a:lnTo>
                <a:lnTo>
                  <a:pt x="19455" y="1936496"/>
                </a:lnTo>
                <a:lnTo>
                  <a:pt x="19296" y="1850374"/>
                </a:lnTo>
                <a:lnTo>
                  <a:pt x="15523" y="1764252"/>
                </a:lnTo>
                <a:lnTo>
                  <a:pt x="18010" y="1678130"/>
                </a:lnTo>
                <a:lnTo>
                  <a:pt x="58196" y="1592008"/>
                </a:lnTo>
                <a:lnTo>
                  <a:pt x="26440" y="1505886"/>
                </a:lnTo>
                <a:lnTo>
                  <a:pt x="44130" y="1419765"/>
                </a:lnTo>
                <a:lnTo>
                  <a:pt x="33950" y="1333643"/>
                </a:lnTo>
                <a:lnTo>
                  <a:pt x="60995" y="1247521"/>
                </a:lnTo>
                <a:lnTo>
                  <a:pt x="64183" y="1161399"/>
                </a:lnTo>
                <a:lnTo>
                  <a:pt x="64952" y="1075277"/>
                </a:lnTo>
                <a:lnTo>
                  <a:pt x="54533" y="989155"/>
                </a:lnTo>
                <a:lnTo>
                  <a:pt x="24981" y="903033"/>
                </a:lnTo>
                <a:lnTo>
                  <a:pt x="55269" y="816911"/>
                </a:lnTo>
                <a:lnTo>
                  <a:pt x="31306" y="730790"/>
                </a:lnTo>
                <a:lnTo>
                  <a:pt x="60918" y="644668"/>
                </a:lnTo>
                <a:lnTo>
                  <a:pt x="58844" y="558546"/>
                </a:lnTo>
                <a:lnTo>
                  <a:pt x="33692" y="472424"/>
                </a:lnTo>
                <a:lnTo>
                  <a:pt x="37172" y="386302"/>
                </a:lnTo>
                <a:lnTo>
                  <a:pt x="32732" y="300180"/>
                </a:lnTo>
                <a:lnTo>
                  <a:pt x="31758" y="214058"/>
                </a:lnTo>
                <a:lnTo>
                  <a:pt x="59543" y="127936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 rot="30000">
            <a:off x="1403450" y="2609905"/>
            <a:ext cx="94107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149"/>
              </a:lnSpc>
            </a:pPr>
            <a:r>
              <a:rPr sz="2250" b="1">
                <a:solidFill>
                  <a:srgbClr val="5C2E14"/>
                </a:solidFill>
                <a:latin typeface="Arial"/>
                <a:ea typeface="맑은 고딕"/>
              </a:rPr>
              <a:t>“이미지 속 물체가 무엇이고, 어디에 있는가?”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99224" y="3311775"/>
            <a:ext cx="9410341" cy="82123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30000">
            <a:off x="1395845" y="3609978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OUTPUT 1</a:t>
            </a:r>
          </a:p>
        </p:txBody>
      </p:sp>
      <p:sp>
        <p:nvSpPr>
          <p:cNvPr id="10" name="TextBox 9"/>
          <p:cNvSpPr txBox="1"/>
          <p:nvPr/>
        </p:nvSpPr>
        <p:spPr>
          <a:xfrm rot="30000">
            <a:off x="1393185" y="3857617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클래스 · 무엇</a:t>
            </a:r>
          </a:p>
        </p:txBody>
      </p:sp>
      <p:sp>
        <p:nvSpPr>
          <p:cNvPr id="11" name="TextBox 10"/>
          <p:cNvSpPr txBox="1"/>
          <p:nvPr/>
        </p:nvSpPr>
        <p:spPr>
          <a:xfrm rot="30000">
            <a:off x="1385371" y="4238583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사람, 자동차, 불량품처럼 미리 정한 범주 중 어느 것인지 예측합니다.</a:t>
            </a:r>
          </a:p>
        </p:txBody>
      </p:sp>
      <p:sp>
        <p:nvSpPr>
          <p:cNvPr id="12" name="TextBox 11"/>
          <p:cNvSpPr txBox="1"/>
          <p:nvPr/>
        </p:nvSpPr>
        <p:spPr>
          <a:xfrm rot="30000">
            <a:off x="4634221" y="3638239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OUTPUT 2</a:t>
            </a:r>
          </a:p>
        </p:txBody>
      </p:sp>
      <p:sp>
        <p:nvSpPr>
          <p:cNvPr id="13" name="TextBox 12"/>
          <p:cNvSpPr txBox="1"/>
          <p:nvPr/>
        </p:nvSpPr>
        <p:spPr>
          <a:xfrm rot="30000">
            <a:off x="4631561" y="3885878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바운딩 박스 · 어디</a:t>
            </a:r>
          </a:p>
        </p:txBody>
      </p:sp>
      <p:sp>
        <p:nvSpPr>
          <p:cNvPr id="14" name="TextBox 13"/>
          <p:cNvSpPr txBox="1"/>
          <p:nvPr/>
        </p:nvSpPr>
        <p:spPr>
          <a:xfrm rot="30000">
            <a:off x="4623748" y="4266843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물체를 감싸는 사각형의 위치와 크기(x, y, w, h)를 좌표로 예측합니다.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427658" y="3624112"/>
            <a:ext cx="16956" cy="1943026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30000">
            <a:off x="7872598" y="36665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OUTPUT 3</a:t>
            </a:r>
          </a:p>
        </p:txBody>
      </p:sp>
      <p:sp>
        <p:nvSpPr>
          <p:cNvPr id="17" name="TextBox 16"/>
          <p:cNvSpPr txBox="1"/>
          <p:nvPr/>
        </p:nvSpPr>
        <p:spPr>
          <a:xfrm rot="30000">
            <a:off x="7869938" y="3914138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5C2E14"/>
                </a:solidFill>
                <a:latin typeface="Arial"/>
                <a:ea typeface="맑은 고딕"/>
              </a:rPr>
              <a:t>신뢰도 · 얼마나</a:t>
            </a:r>
          </a:p>
        </p:txBody>
      </p:sp>
      <p:sp>
        <p:nvSpPr>
          <p:cNvPr id="18" name="TextBox 17"/>
          <p:cNvSpPr txBox="1"/>
          <p:nvPr/>
        </p:nvSpPr>
        <p:spPr>
          <a:xfrm rot="30000">
            <a:off x="7862125" y="4295104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그 박스에 해당 물체가 있을 확률 점수로, 기준값 아래는 걸러냅니다.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666034" y="3652373"/>
            <a:ext cx="16957" cy="1943026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30000">
            <a:off x="1375854" y="5905435"/>
            <a:ext cx="94107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* 한 이미지에 물체가 여러 개일 수 있어, 모델은 이 세 가지를 물체마다 한 묶음씩 출력합니다.</a:t>
            </a:r>
          </a:p>
        </p:txBody>
      </p:sp>
      <p:pic>
        <p:nvPicPr>
          <p:cNvPr id="21" name="Picture 20" descr="fern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700000">
            <a:off x="0" y="4095750"/>
            <a:ext cx="857250" cy="3810000"/>
          </a:xfrm>
          <a:prstGeom prst="rect">
            <a:avLst/>
          </a:prstGeom>
        </p:spPr>
      </p:pic>
      <p:pic>
        <p:nvPicPr>
          <p:cNvPr id="22" name="Picture 21" descr="sprig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1400000">
            <a:off x="10191750" y="-571500"/>
            <a:ext cx="21907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300000">
            <a:off x="8545810" y="-498063"/>
            <a:ext cx="4445510" cy="2257710"/>
          </a:xfrm>
          <a:custGeom>
            <a:avLst/>
            <a:gdLst/>
            <a:ahLst/>
            <a:cxnLst/>
            <a:rect l="l" t="t" r="r" b="b"/>
            <a:pathLst>
              <a:path w="4445510" h="2257710">
                <a:moveTo>
                  <a:pt x="26690" y="13606"/>
                </a:moveTo>
                <a:lnTo>
                  <a:pt x="112601" y="1959"/>
                </a:lnTo>
                <a:lnTo>
                  <a:pt x="198513" y="33294"/>
                </a:lnTo>
                <a:lnTo>
                  <a:pt x="284425" y="19203"/>
                </a:lnTo>
                <a:lnTo>
                  <a:pt x="370337" y="25557"/>
                </a:lnTo>
                <a:lnTo>
                  <a:pt x="456248" y="32896"/>
                </a:lnTo>
                <a:lnTo>
                  <a:pt x="542160" y="24588"/>
                </a:lnTo>
                <a:lnTo>
                  <a:pt x="628072" y="23800"/>
                </a:lnTo>
                <a:lnTo>
                  <a:pt x="713984" y="6653"/>
                </a:lnTo>
                <a:lnTo>
                  <a:pt x="799895" y="22547"/>
                </a:lnTo>
                <a:lnTo>
                  <a:pt x="885807" y="24028"/>
                </a:lnTo>
                <a:lnTo>
                  <a:pt x="971719" y="16698"/>
                </a:lnTo>
                <a:lnTo>
                  <a:pt x="1057631" y="37017"/>
                </a:lnTo>
                <a:lnTo>
                  <a:pt x="1143542" y="26471"/>
                </a:lnTo>
                <a:lnTo>
                  <a:pt x="1229454" y="13456"/>
                </a:lnTo>
                <a:lnTo>
                  <a:pt x="1315366" y="29253"/>
                </a:lnTo>
                <a:lnTo>
                  <a:pt x="1401278" y="4937"/>
                </a:lnTo>
                <a:lnTo>
                  <a:pt x="1487190" y="26183"/>
                </a:lnTo>
                <a:lnTo>
                  <a:pt x="1573101" y="28078"/>
                </a:lnTo>
                <a:lnTo>
                  <a:pt x="1659013" y="30744"/>
                </a:lnTo>
                <a:lnTo>
                  <a:pt x="1744925" y="45143"/>
                </a:lnTo>
                <a:lnTo>
                  <a:pt x="1830837" y="22844"/>
                </a:lnTo>
                <a:lnTo>
                  <a:pt x="1916748" y="41432"/>
                </a:lnTo>
                <a:lnTo>
                  <a:pt x="2002660" y="59307"/>
                </a:lnTo>
                <a:lnTo>
                  <a:pt x="2088572" y="49153"/>
                </a:lnTo>
                <a:lnTo>
                  <a:pt x="2174484" y="61753"/>
                </a:lnTo>
                <a:lnTo>
                  <a:pt x="2260395" y="47206"/>
                </a:lnTo>
                <a:lnTo>
                  <a:pt x="2346307" y="53227"/>
                </a:lnTo>
                <a:lnTo>
                  <a:pt x="2432219" y="55133"/>
                </a:lnTo>
                <a:lnTo>
                  <a:pt x="2518131" y="49281"/>
                </a:lnTo>
                <a:lnTo>
                  <a:pt x="2604042" y="41329"/>
                </a:lnTo>
                <a:lnTo>
                  <a:pt x="2689954" y="59554"/>
                </a:lnTo>
                <a:lnTo>
                  <a:pt x="2775866" y="46382"/>
                </a:lnTo>
                <a:lnTo>
                  <a:pt x="2861778" y="30618"/>
                </a:lnTo>
                <a:lnTo>
                  <a:pt x="2947689" y="42343"/>
                </a:lnTo>
                <a:lnTo>
                  <a:pt x="3033601" y="47814"/>
                </a:lnTo>
                <a:lnTo>
                  <a:pt x="3119513" y="39500"/>
                </a:lnTo>
                <a:lnTo>
                  <a:pt x="3205425" y="45617"/>
                </a:lnTo>
                <a:lnTo>
                  <a:pt x="3291337" y="47326"/>
                </a:lnTo>
                <a:lnTo>
                  <a:pt x="3377248" y="23632"/>
                </a:lnTo>
                <a:lnTo>
                  <a:pt x="3463160" y="56047"/>
                </a:lnTo>
                <a:lnTo>
                  <a:pt x="3549072" y="59798"/>
                </a:lnTo>
                <a:lnTo>
                  <a:pt x="3634984" y="66073"/>
                </a:lnTo>
                <a:lnTo>
                  <a:pt x="3720895" y="23668"/>
                </a:lnTo>
                <a:lnTo>
                  <a:pt x="3806807" y="34061"/>
                </a:lnTo>
                <a:lnTo>
                  <a:pt x="3892719" y="32788"/>
                </a:lnTo>
                <a:lnTo>
                  <a:pt x="3978631" y="984"/>
                </a:lnTo>
                <a:lnTo>
                  <a:pt x="4064542" y="28921"/>
                </a:lnTo>
                <a:lnTo>
                  <a:pt x="4150454" y="0"/>
                </a:lnTo>
                <a:lnTo>
                  <a:pt x="4236366" y="35476"/>
                </a:lnTo>
                <a:lnTo>
                  <a:pt x="4322278" y="28846"/>
                </a:lnTo>
                <a:lnTo>
                  <a:pt x="4423734" y="21813"/>
                </a:lnTo>
                <a:lnTo>
                  <a:pt x="4404547" y="109443"/>
                </a:lnTo>
                <a:lnTo>
                  <a:pt x="4422026" y="197073"/>
                </a:lnTo>
                <a:lnTo>
                  <a:pt x="4425245" y="284703"/>
                </a:lnTo>
                <a:lnTo>
                  <a:pt x="4418665" y="372334"/>
                </a:lnTo>
                <a:lnTo>
                  <a:pt x="4438738" y="459963"/>
                </a:lnTo>
                <a:lnTo>
                  <a:pt x="4420161" y="547592"/>
                </a:lnTo>
                <a:lnTo>
                  <a:pt x="4422154" y="635223"/>
                </a:lnTo>
                <a:lnTo>
                  <a:pt x="4434409" y="722853"/>
                </a:lnTo>
                <a:lnTo>
                  <a:pt x="4416107" y="810483"/>
                </a:lnTo>
                <a:lnTo>
                  <a:pt x="4423784" y="898113"/>
                </a:lnTo>
                <a:lnTo>
                  <a:pt x="4445510" y="985743"/>
                </a:lnTo>
                <a:lnTo>
                  <a:pt x="4443260" y="1073372"/>
                </a:lnTo>
                <a:lnTo>
                  <a:pt x="4413577" y="1161003"/>
                </a:lnTo>
                <a:lnTo>
                  <a:pt x="4400462" y="1248633"/>
                </a:lnTo>
                <a:lnTo>
                  <a:pt x="4409238" y="1336263"/>
                </a:lnTo>
                <a:lnTo>
                  <a:pt x="4409366" y="1423893"/>
                </a:lnTo>
                <a:lnTo>
                  <a:pt x="4417539" y="1511523"/>
                </a:lnTo>
                <a:lnTo>
                  <a:pt x="4414363" y="1599153"/>
                </a:lnTo>
                <a:lnTo>
                  <a:pt x="4395772" y="1686783"/>
                </a:lnTo>
                <a:lnTo>
                  <a:pt x="4381572" y="1774413"/>
                </a:lnTo>
                <a:lnTo>
                  <a:pt x="4391567" y="1862043"/>
                </a:lnTo>
                <a:lnTo>
                  <a:pt x="4390139" y="1949673"/>
                </a:lnTo>
                <a:lnTo>
                  <a:pt x="4416205" y="2037303"/>
                </a:lnTo>
                <a:lnTo>
                  <a:pt x="4391793" y="2124932"/>
                </a:lnTo>
                <a:lnTo>
                  <a:pt x="4408190" y="2219897"/>
                </a:lnTo>
                <a:lnTo>
                  <a:pt x="4322278" y="2188252"/>
                </a:lnTo>
                <a:lnTo>
                  <a:pt x="4236366" y="2201152"/>
                </a:lnTo>
                <a:lnTo>
                  <a:pt x="4150454" y="2222343"/>
                </a:lnTo>
                <a:lnTo>
                  <a:pt x="4064542" y="2215708"/>
                </a:lnTo>
                <a:lnTo>
                  <a:pt x="3978631" y="2208546"/>
                </a:lnTo>
                <a:lnTo>
                  <a:pt x="3892719" y="2248869"/>
                </a:lnTo>
                <a:lnTo>
                  <a:pt x="3806807" y="2225708"/>
                </a:lnTo>
                <a:lnTo>
                  <a:pt x="3720895" y="2248792"/>
                </a:lnTo>
                <a:lnTo>
                  <a:pt x="3634984" y="2239777"/>
                </a:lnTo>
                <a:lnTo>
                  <a:pt x="3549072" y="2234961"/>
                </a:lnTo>
                <a:lnTo>
                  <a:pt x="3463160" y="2255038"/>
                </a:lnTo>
                <a:lnTo>
                  <a:pt x="3377248" y="2227165"/>
                </a:lnTo>
                <a:lnTo>
                  <a:pt x="3291337" y="2219595"/>
                </a:lnTo>
                <a:lnTo>
                  <a:pt x="3205425" y="2257710"/>
                </a:lnTo>
                <a:lnTo>
                  <a:pt x="3119513" y="2239346"/>
                </a:lnTo>
                <a:lnTo>
                  <a:pt x="3033601" y="2196745"/>
                </a:lnTo>
                <a:lnTo>
                  <a:pt x="2947690" y="2196568"/>
                </a:lnTo>
                <a:lnTo>
                  <a:pt x="2861778" y="2205522"/>
                </a:lnTo>
                <a:lnTo>
                  <a:pt x="2775866" y="2208578"/>
                </a:lnTo>
                <a:lnTo>
                  <a:pt x="2689954" y="2224340"/>
                </a:lnTo>
                <a:lnTo>
                  <a:pt x="2604042" y="2219990"/>
                </a:lnTo>
                <a:lnTo>
                  <a:pt x="2518131" y="2205424"/>
                </a:lnTo>
                <a:lnTo>
                  <a:pt x="2432219" y="2213546"/>
                </a:lnTo>
                <a:lnTo>
                  <a:pt x="2346307" y="2205880"/>
                </a:lnTo>
                <a:lnTo>
                  <a:pt x="2260395" y="2220664"/>
                </a:lnTo>
                <a:lnTo>
                  <a:pt x="2174484" y="2209773"/>
                </a:lnTo>
                <a:lnTo>
                  <a:pt x="2088572" y="2215476"/>
                </a:lnTo>
                <a:lnTo>
                  <a:pt x="2002660" y="2195326"/>
                </a:lnTo>
                <a:lnTo>
                  <a:pt x="1916748" y="2189864"/>
                </a:lnTo>
                <a:lnTo>
                  <a:pt x="1830837" y="2211152"/>
                </a:lnTo>
                <a:lnTo>
                  <a:pt x="1744925" y="2199399"/>
                </a:lnTo>
                <a:lnTo>
                  <a:pt x="1659013" y="2195085"/>
                </a:lnTo>
                <a:lnTo>
                  <a:pt x="1573101" y="2194533"/>
                </a:lnTo>
                <a:lnTo>
                  <a:pt x="1487190" y="2197931"/>
                </a:lnTo>
                <a:lnTo>
                  <a:pt x="1401278" y="2206432"/>
                </a:lnTo>
                <a:lnTo>
                  <a:pt x="1315366" y="2205461"/>
                </a:lnTo>
                <a:lnTo>
                  <a:pt x="1229454" y="2200424"/>
                </a:lnTo>
                <a:lnTo>
                  <a:pt x="1143542" y="2193953"/>
                </a:lnTo>
                <a:lnTo>
                  <a:pt x="1057631" y="2205178"/>
                </a:lnTo>
                <a:lnTo>
                  <a:pt x="971719" y="2191237"/>
                </a:lnTo>
                <a:lnTo>
                  <a:pt x="885807" y="2186213"/>
                </a:lnTo>
                <a:lnTo>
                  <a:pt x="799895" y="2174829"/>
                </a:lnTo>
                <a:lnTo>
                  <a:pt x="713984" y="2166737"/>
                </a:lnTo>
                <a:lnTo>
                  <a:pt x="628072" y="2173045"/>
                </a:lnTo>
                <a:lnTo>
                  <a:pt x="542160" y="2200643"/>
                </a:lnTo>
                <a:lnTo>
                  <a:pt x="456248" y="2172526"/>
                </a:lnTo>
                <a:lnTo>
                  <a:pt x="370337" y="2166000"/>
                </a:lnTo>
                <a:lnTo>
                  <a:pt x="284425" y="2200566"/>
                </a:lnTo>
                <a:lnTo>
                  <a:pt x="198513" y="2180823"/>
                </a:lnTo>
                <a:lnTo>
                  <a:pt x="112601" y="2193349"/>
                </a:lnTo>
                <a:lnTo>
                  <a:pt x="34707" y="2212563"/>
                </a:lnTo>
                <a:lnTo>
                  <a:pt x="0" y="2124933"/>
                </a:lnTo>
                <a:lnTo>
                  <a:pt x="18927" y="2037303"/>
                </a:lnTo>
                <a:lnTo>
                  <a:pt x="10775" y="1949673"/>
                </a:lnTo>
                <a:lnTo>
                  <a:pt x="26165" y="1862043"/>
                </a:lnTo>
                <a:lnTo>
                  <a:pt x="40871" y="1774413"/>
                </a:lnTo>
                <a:lnTo>
                  <a:pt x="69517" y="1686783"/>
                </a:lnTo>
                <a:lnTo>
                  <a:pt x="42137" y="1599153"/>
                </a:lnTo>
                <a:lnTo>
                  <a:pt x="66727" y="1511522"/>
                </a:lnTo>
                <a:lnTo>
                  <a:pt x="42080" y="1423892"/>
                </a:lnTo>
                <a:lnTo>
                  <a:pt x="55082" y="1336263"/>
                </a:lnTo>
                <a:lnTo>
                  <a:pt x="60008" y="1248633"/>
                </a:lnTo>
                <a:lnTo>
                  <a:pt x="58377" y="1161003"/>
                </a:lnTo>
                <a:lnTo>
                  <a:pt x="39973" y="1073372"/>
                </a:lnTo>
                <a:lnTo>
                  <a:pt x="54957" y="985742"/>
                </a:lnTo>
                <a:lnTo>
                  <a:pt x="25660" y="898113"/>
                </a:lnTo>
                <a:lnTo>
                  <a:pt x="54379" y="810482"/>
                </a:lnTo>
                <a:lnTo>
                  <a:pt x="19006" y="722852"/>
                </a:lnTo>
                <a:lnTo>
                  <a:pt x="36335" y="635223"/>
                </a:lnTo>
                <a:lnTo>
                  <a:pt x="38605" y="547592"/>
                </a:lnTo>
                <a:lnTo>
                  <a:pt x="56874" y="459963"/>
                </a:lnTo>
                <a:lnTo>
                  <a:pt x="46287" y="372334"/>
                </a:lnTo>
                <a:lnTo>
                  <a:pt x="64205" y="284703"/>
                </a:lnTo>
                <a:lnTo>
                  <a:pt x="48202" y="197073"/>
                </a:lnTo>
                <a:lnTo>
                  <a:pt x="43583" y="109444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510000">
            <a:off x="-407454" y="5761877"/>
            <a:ext cx="13028753" cy="1982857"/>
          </a:xfrm>
          <a:custGeom>
            <a:avLst/>
            <a:gdLst/>
            <a:ahLst/>
            <a:cxnLst/>
            <a:rect l="l" t="t" r="r" b="b"/>
            <a:pathLst>
              <a:path w="13028753" h="1982857">
                <a:moveTo>
                  <a:pt x="26454" y="57514"/>
                </a:moveTo>
                <a:lnTo>
                  <a:pt x="112243" y="62187"/>
                </a:lnTo>
                <a:lnTo>
                  <a:pt x="198031" y="62586"/>
                </a:lnTo>
                <a:lnTo>
                  <a:pt x="283819" y="56601"/>
                </a:lnTo>
                <a:lnTo>
                  <a:pt x="369607" y="62881"/>
                </a:lnTo>
                <a:lnTo>
                  <a:pt x="455394" y="67134"/>
                </a:lnTo>
                <a:lnTo>
                  <a:pt x="541182" y="55375"/>
                </a:lnTo>
                <a:lnTo>
                  <a:pt x="626970" y="73241"/>
                </a:lnTo>
                <a:lnTo>
                  <a:pt x="712758" y="73204"/>
                </a:lnTo>
                <a:lnTo>
                  <a:pt x="798546" y="66687"/>
                </a:lnTo>
                <a:lnTo>
                  <a:pt x="884334" y="70901"/>
                </a:lnTo>
                <a:lnTo>
                  <a:pt x="970122" y="94609"/>
                </a:lnTo>
                <a:lnTo>
                  <a:pt x="1055910" y="77312"/>
                </a:lnTo>
                <a:lnTo>
                  <a:pt x="1141699" y="96368"/>
                </a:lnTo>
                <a:lnTo>
                  <a:pt x="1227487" y="67673"/>
                </a:lnTo>
                <a:lnTo>
                  <a:pt x="1313275" y="66171"/>
                </a:lnTo>
                <a:lnTo>
                  <a:pt x="1399063" y="87611"/>
                </a:lnTo>
                <a:lnTo>
                  <a:pt x="1484851" y="68257"/>
                </a:lnTo>
                <a:lnTo>
                  <a:pt x="1570639" y="51116"/>
                </a:lnTo>
                <a:lnTo>
                  <a:pt x="1656427" y="90646"/>
                </a:lnTo>
                <a:lnTo>
                  <a:pt x="1742215" y="60707"/>
                </a:lnTo>
                <a:lnTo>
                  <a:pt x="1828003" y="58624"/>
                </a:lnTo>
                <a:lnTo>
                  <a:pt x="1913791" y="59743"/>
                </a:lnTo>
                <a:lnTo>
                  <a:pt x="1999579" y="68483"/>
                </a:lnTo>
                <a:lnTo>
                  <a:pt x="2085367" y="74808"/>
                </a:lnTo>
                <a:lnTo>
                  <a:pt x="2171155" y="57696"/>
                </a:lnTo>
                <a:lnTo>
                  <a:pt x="2256944" y="76186"/>
                </a:lnTo>
                <a:lnTo>
                  <a:pt x="2342732" y="72403"/>
                </a:lnTo>
                <a:lnTo>
                  <a:pt x="2428520" y="84340"/>
                </a:lnTo>
                <a:lnTo>
                  <a:pt x="2514308" y="54054"/>
                </a:lnTo>
                <a:lnTo>
                  <a:pt x="2600096" y="94510"/>
                </a:lnTo>
                <a:lnTo>
                  <a:pt x="2685884" y="83468"/>
                </a:lnTo>
                <a:lnTo>
                  <a:pt x="2771672" y="42168"/>
                </a:lnTo>
                <a:lnTo>
                  <a:pt x="2857460" y="58786"/>
                </a:lnTo>
                <a:lnTo>
                  <a:pt x="2943248" y="50307"/>
                </a:lnTo>
                <a:lnTo>
                  <a:pt x="3029036" y="46811"/>
                </a:lnTo>
                <a:lnTo>
                  <a:pt x="3114824" y="25570"/>
                </a:lnTo>
                <a:lnTo>
                  <a:pt x="3200612" y="36078"/>
                </a:lnTo>
                <a:lnTo>
                  <a:pt x="3286401" y="3288"/>
                </a:lnTo>
                <a:lnTo>
                  <a:pt x="3372189" y="0"/>
                </a:lnTo>
                <a:lnTo>
                  <a:pt x="3457977" y="4599"/>
                </a:lnTo>
                <a:lnTo>
                  <a:pt x="3543765" y="11797"/>
                </a:lnTo>
                <a:lnTo>
                  <a:pt x="3629553" y="34696"/>
                </a:lnTo>
                <a:lnTo>
                  <a:pt x="3715341" y="2187"/>
                </a:lnTo>
                <a:lnTo>
                  <a:pt x="3801129" y="16409"/>
                </a:lnTo>
                <a:lnTo>
                  <a:pt x="3886917" y="19316"/>
                </a:lnTo>
                <a:lnTo>
                  <a:pt x="3972705" y="29583"/>
                </a:lnTo>
                <a:lnTo>
                  <a:pt x="4058493" y="9539"/>
                </a:lnTo>
                <a:lnTo>
                  <a:pt x="4144281" y="33762"/>
                </a:lnTo>
                <a:lnTo>
                  <a:pt x="4230069" y="61276"/>
                </a:lnTo>
                <a:lnTo>
                  <a:pt x="4315857" y="59712"/>
                </a:lnTo>
                <a:lnTo>
                  <a:pt x="4401646" y="54716"/>
                </a:lnTo>
                <a:lnTo>
                  <a:pt x="4487434" y="49450"/>
                </a:lnTo>
                <a:lnTo>
                  <a:pt x="4573222" y="32305"/>
                </a:lnTo>
                <a:lnTo>
                  <a:pt x="4659010" y="20265"/>
                </a:lnTo>
                <a:lnTo>
                  <a:pt x="4744798" y="4578"/>
                </a:lnTo>
                <a:lnTo>
                  <a:pt x="4830586" y="8556"/>
                </a:lnTo>
                <a:lnTo>
                  <a:pt x="4916374" y="38946"/>
                </a:lnTo>
                <a:lnTo>
                  <a:pt x="5002162" y="20422"/>
                </a:lnTo>
                <a:lnTo>
                  <a:pt x="5087950" y="40532"/>
                </a:lnTo>
                <a:lnTo>
                  <a:pt x="5173738" y="14429"/>
                </a:lnTo>
                <a:lnTo>
                  <a:pt x="5259526" y="5992"/>
                </a:lnTo>
                <a:lnTo>
                  <a:pt x="5345314" y="29438"/>
                </a:lnTo>
                <a:lnTo>
                  <a:pt x="5431103" y="14100"/>
                </a:lnTo>
                <a:lnTo>
                  <a:pt x="5516891" y="51508"/>
                </a:lnTo>
                <a:lnTo>
                  <a:pt x="5602679" y="28350"/>
                </a:lnTo>
                <a:lnTo>
                  <a:pt x="5688467" y="17357"/>
                </a:lnTo>
                <a:lnTo>
                  <a:pt x="5774255" y="17292"/>
                </a:lnTo>
                <a:lnTo>
                  <a:pt x="5860043" y="33015"/>
                </a:lnTo>
                <a:lnTo>
                  <a:pt x="5945831" y="56415"/>
                </a:lnTo>
                <a:lnTo>
                  <a:pt x="6031619" y="48262"/>
                </a:lnTo>
                <a:lnTo>
                  <a:pt x="6117407" y="62154"/>
                </a:lnTo>
                <a:lnTo>
                  <a:pt x="6203195" y="69477"/>
                </a:lnTo>
                <a:lnTo>
                  <a:pt x="6288983" y="78230"/>
                </a:lnTo>
                <a:lnTo>
                  <a:pt x="6374771" y="38884"/>
                </a:lnTo>
                <a:lnTo>
                  <a:pt x="6460559" y="50023"/>
                </a:lnTo>
                <a:lnTo>
                  <a:pt x="6546348" y="65289"/>
                </a:lnTo>
                <a:lnTo>
                  <a:pt x="6632136" y="57241"/>
                </a:lnTo>
                <a:lnTo>
                  <a:pt x="6717924" y="81129"/>
                </a:lnTo>
                <a:lnTo>
                  <a:pt x="6803712" y="57071"/>
                </a:lnTo>
                <a:lnTo>
                  <a:pt x="6889500" y="77717"/>
                </a:lnTo>
                <a:lnTo>
                  <a:pt x="6975288" y="84086"/>
                </a:lnTo>
                <a:lnTo>
                  <a:pt x="7061076" y="46191"/>
                </a:lnTo>
                <a:lnTo>
                  <a:pt x="7146864" y="76074"/>
                </a:lnTo>
                <a:lnTo>
                  <a:pt x="7232652" y="74972"/>
                </a:lnTo>
                <a:lnTo>
                  <a:pt x="7318440" y="86911"/>
                </a:lnTo>
                <a:lnTo>
                  <a:pt x="7404228" y="54930"/>
                </a:lnTo>
                <a:lnTo>
                  <a:pt x="7490016" y="59799"/>
                </a:lnTo>
                <a:lnTo>
                  <a:pt x="7575804" y="60994"/>
                </a:lnTo>
                <a:lnTo>
                  <a:pt x="7661593" y="65646"/>
                </a:lnTo>
                <a:lnTo>
                  <a:pt x="7747381" y="88806"/>
                </a:lnTo>
                <a:lnTo>
                  <a:pt x="7833169" y="90577"/>
                </a:lnTo>
                <a:lnTo>
                  <a:pt x="7918957" y="71269"/>
                </a:lnTo>
                <a:lnTo>
                  <a:pt x="8004745" y="62560"/>
                </a:lnTo>
                <a:lnTo>
                  <a:pt x="8090533" y="50614"/>
                </a:lnTo>
                <a:lnTo>
                  <a:pt x="8176321" y="80019"/>
                </a:lnTo>
                <a:lnTo>
                  <a:pt x="8262109" y="61471"/>
                </a:lnTo>
                <a:lnTo>
                  <a:pt x="8347897" y="75339"/>
                </a:lnTo>
                <a:lnTo>
                  <a:pt x="8433685" y="73976"/>
                </a:lnTo>
                <a:lnTo>
                  <a:pt x="8519473" y="59722"/>
                </a:lnTo>
                <a:lnTo>
                  <a:pt x="8605261" y="82019"/>
                </a:lnTo>
                <a:lnTo>
                  <a:pt x="8691050" y="78710"/>
                </a:lnTo>
                <a:lnTo>
                  <a:pt x="8776838" y="49661"/>
                </a:lnTo>
                <a:lnTo>
                  <a:pt x="8862626" y="45011"/>
                </a:lnTo>
                <a:lnTo>
                  <a:pt x="8948414" y="44958"/>
                </a:lnTo>
                <a:lnTo>
                  <a:pt x="9034202" y="69283"/>
                </a:lnTo>
                <a:lnTo>
                  <a:pt x="9119990" y="46574"/>
                </a:lnTo>
                <a:lnTo>
                  <a:pt x="9205778" y="68126"/>
                </a:lnTo>
                <a:lnTo>
                  <a:pt x="9291566" y="47989"/>
                </a:lnTo>
                <a:lnTo>
                  <a:pt x="9377354" y="42096"/>
                </a:lnTo>
                <a:lnTo>
                  <a:pt x="9463142" y="66096"/>
                </a:lnTo>
                <a:lnTo>
                  <a:pt x="9548930" y="77218"/>
                </a:lnTo>
                <a:lnTo>
                  <a:pt x="9634718" y="48273"/>
                </a:lnTo>
                <a:lnTo>
                  <a:pt x="9720506" y="44345"/>
                </a:lnTo>
                <a:lnTo>
                  <a:pt x="9806295" y="53695"/>
                </a:lnTo>
                <a:lnTo>
                  <a:pt x="9892083" y="50977"/>
                </a:lnTo>
                <a:lnTo>
                  <a:pt x="9977871" y="73025"/>
                </a:lnTo>
                <a:lnTo>
                  <a:pt x="10063659" y="58936"/>
                </a:lnTo>
                <a:lnTo>
                  <a:pt x="10149447" y="37290"/>
                </a:lnTo>
                <a:lnTo>
                  <a:pt x="10235235" y="51311"/>
                </a:lnTo>
                <a:lnTo>
                  <a:pt x="10321023" y="94438"/>
                </a:lnTo>
                <a:lnTo>
                  <a:pt x="10406811" y="70459"/>
                </a:lnTo>
                <a:lnTo>
                  <a:pt x="10492599" y="78181"/>
                </a:lnTo>
                <a:lnTo>
                  <a:pt x="10578387" y="62735"/>
                </a:lnTo>
                <a:lnTo>
                  <a:pt x="10664175" y="51394"/>
                </a:lnTo>
                <a:lnTo>
                  <a:pt x="10749963" y="36423"/>
                </a:lnTo>
                <a:lnTo>
                  <a:pt x="10835752" y="37539"/>
                </a:lnTo>
                <a:lnTo>
                  <a:pt x="10921540" y="49525"/>
                </a:lnTo>
                <a:lnTo>
                  <a:pt x="11007328" y="54284"/>
                </a:lnTo>
                <a:lnTo>
                  <a:pt x="11093116" y="72148"/>
                </a:lnTo>
                <a:lnTo>
                  <a:pt x="11178904" y="61595"/>
                </a:lnTo>
                <a:lnTo>
                  <a:pt x="11264692" y="85221"/>
                </a:lnTo>
                <a:lnTo>
                  <a:pt x="11350480" y="63060"/>
                </a:lnTo>
                <a:lnTo>
                  <a:pt x="11436268" y="58722"/>
                </a:lnTo>
                <a:lnTo>
                  <a:pt x="11522056" y="74335"/>
                </a:lnTo>
                <a:lnTo>
                  <a:pt x="11607844" y="83855"/>
                </a:lnTo>
                <a:lnTo>
                  <a:pt x="11693632" y="68441"/>
                </a:lnTo>
                <a:lnTo>
                  <a:pt x="11779420" y="83570"/>
                </a:lnTo>
                <a:lnTo>
                  <a:pt x="11865208" y="82313"/>
                </a:lnTo>
                <a:lnTo>
                  <a:pt x="11950997" y="61468"/>
                </a:lnTo>
                <a:lnTo>
                  <a:pt x="12036785" y="73009"/>
                </a:lnTo>
                <a:lnTo>
                  <a:pt x="12122573" y="58880"/>
                </a:lnTo>
                <a:lnTo>
                  <a:pt x="12208361" y="60030"/>
                </a:lnTo>
                <a:lnTo>
                  <a:pt x="12294149" y="68964"/>
                </a:lnTo>
                <a:lnTo>
                  <a:pt x="12379937" y="46981"/>
                </a:lnTo>
                <a:lnTo>
                  <a:pt x="12465725" y="41349"/>
                </a:lnTo>
                <a:lnTo>
                  <a:pt x="12551513" y="77701"/>
                </a:lnTo>
                <a:lnTo>
                  <a:pt x="12637301" y="83513"/>
                </a:lnTo>
                <a:lnTo>
                  <a:pt x="12723089" y="91859"/>
                </a:lnTo>
                <a:lnTo>
                  <a:pt x="12808877" y="58589"/>
                </a:lnTo>
                <a:lnTo>
                  <a:pt x="12894665" y="45020"/>
                </a:lnTo>
                <a:lnTo>
                  <a:pt x="13003444" y="48373"/>
                </a:lnTo>
                <a:lnTo>
                  <a:pt x="12990216" y="134963"/>
                </a:lnTo>
                <a:lnTo>
                  <a:pt x="13009547" y="221554"/>
                </a:lnTo>
                <a:lnTo>
                  <a:pt x="13001194" y="308145"/>
                </a:lnTo>
                <a:lnTo>
                  <a:pt x="12996705" y="394736"/>
                </a:lnTo>
                <a:lnTo>
                  <a:pt x="13028753" y="481327"/>
                </a:lnTo>
                <a:lnTo>
                  <a:pt x="13001572" y="567918"/>
                </a:lnTo>
                <a:lnTo>
                  <a:pt x="12982962" y="654509"/>
                </a:lnTo>
                <a:lnTo>
                  <a:pt x="12992956" y="741100"/>
                </a:lnTo>
                <a:lnTo>
                  <a:pt x="12994065" y="827691"/>
                </a:lnTo>
                <a:lnTo>
                  <a:pt x="12953985" y="914282"/>
                </a:lnTo>
                <a:lnTo>
                  <a:pt x="12977016" y="1000873"/>
                </a:lnTo>
                <a:lnTo>
                  <a:pt x="12973208" y="1087463"/>
                </a:lnTo>
                <a:lnTo>
                  <a:pt x="12965900" y="1174054"/>
                </a:lnTo>
                <a:lnTo>
                  <a:pt x="12970601" y="1260645"/>
                </a:lnTo>
                <a:lnTo>
                  <a:pt x="12977685" y="1347236"/>
                </a:lnTo>
                <a:lnTo>
                  <a:pt x="12964839" y="1433827"/>
                </a:lnTo>
                <a:lnTo>
                  <a:pt x="12957263" y="1520418"/>
                </a:lnTo>
                <a:lnTo>
                  <a:pt x="12973990" y="1607009"/>
                </a:lnTo>
                <a:lnTo>
                  <a:pt x="12962239" y="1693600"/>
                </a:lnTo>
                <a:lnTo>
                  <a:pt x="12982578" y="1780191"/>
                </a:lnTo>
                <a:lnTo>
                  <a:pt x="12969081" y="1866782"/>
                </a:lnTo>
                <a:lnTo>
                  <a:pt x="12980454" y="1945577"/>
                </a:lnTo>
                <a:lnTo>
                  <a:pt x="12894665" y="1938442"/>
                </a:lnTo>
                <a:lnTo>
                  <a:pt x="12808877" y="1957827"/>
                </a:lnTo>
                <a:lnTo>
                  <a:pt x="12723089" y="1956448"/>
                </a:lnTo>
                <a:lnTo>
                  <a:pt x="12637301" y="1938830"/>
                </a:lnTo>
                <a:lnTo>
                  <a:pt x="12551513" y="1926762"/>
                </a:lnTo>
                <a:lnTo>
                  <a:pt x="12465725" y="1934260"/>
                </a:lnTo>
                <a:lnTo>
                  <a:pt x="12379937" y="1921989"/>
                </a:lnTo>
                <a:lnTo>
                  <a:pt x="12294149" y="1928368"/>
                </a:lnTo>
                <a:lnTo>
                  <a:pt x="12208361" y="1930574"/>
                </a:lnTo>
                <a:lnTo>
                  <a:pt x="12122573" y="1905897"/>
                </a:lnTo>
                <a:lnTo>
                  <a:pt x="12036785" y="1921198"/>
                </a:lnTo>
                <a:lnTo>
                  <a:pt x="11950997" y="1912071"/>
                </a:lnTo>
                <a:lnTo>
                  <a:pt x="11865208" y="1927092"/>
                </a:lnTo>
                <a:lnTo>
                  <a:pt x="11779420" y="1940986"/>
                </a:lnTo>
                <a:lnTo>
                  <a:pt x="11693632" y="1922546"/>
                </a:lnTo>
                <a:lnTo>
                  <a:pt x="11607844" y="1917894"/>
                </a:lnTo>
                <a:lnTo>
                  <a:pt x="11522056" y="1927704"/>
                </a:lnTo>
                <a:lnTo>
                  <a:pt x="11436268" y="1920685"/>
                </a:lnTo>
                <a:lnTo>
                  <a:pt x="11350480" y="1940554"/>
                </a:lnTo>
                <a:lnTo>
                  <a:pt x="11264692" y="1923334"/>
                </a:lnTo>
                <a:lnTo>
                  <a:pt x="11178904" y="1919921"/>
                </a:lnTo>
                <a:lnTo>
                  <a:pt x="11093116" y="1915568"/>
                </a:lnTo>
                <a:lnTo>
                  <a:pt x="11007328" y="1904689"/>
                </a:lnTo>
                <a:lnTo>
                  <a:pt x="10921540" y="1908434"/>
                </a:lnTo>
                <a:lnTo>
                  <a:pt x="10835752" y="1925334"/>
                </a:lnTo>
                <a:lnTo>
                  <a:pt x="10749963" y="1936168"/>
                </a:lnTo>
                <a:lnTo>
                  <a:pt x="10664175" y="1955465"/>
                </a:lnTo>
                <a:lnTo>
                  <a:pt x="10578387" y="1946860"/>
                </a:lnTo>
                <a:lnTo>
                  <a:pt x="10492599" y="1953961"/>
                </a:lnTo>
                <a:lnTo>
                  <a:pt x="10406811" y="1947216"/>
                </a:lnTo>
                <a:lnTo>
                  <a:pt x="10321023" y="1958076"/>
                </a:lnTo>
                <a:lnTo>
                  <a:pt x="10235235" y="1966158"/>
                </a:lnTo>
                <a:lnTo>
                  <a:pt x="10149447" y="1918018"/>
                </a:lnTo>
                <a:lnTo>
                  <a:pt x="10063659" y="1945445"/>
                </a:lnTo>
                <a:lnTo>
                  <a:pt x="9977871" y="1922231"/>
                </a:lnTo>
                <a:lnTo>
                  <a:pt x="9892083" y="1950830"/>
                </a:lnTo>
                <a:lnTo>
                  <a:pt x="9806295" y="1924992"/>
                </a:lnTo>
                <a:lnTo>
                  <a:pt x="9720506" y="1948874"/>
                </a:lnTo>
                <a:lnTo>
                  <a:pt x="9634718" y="1929170"/>
                </a:lnTo>
                <a:lnTo>
                  <a:pt x="9548930" y="1907502"/>
                </a:lnTo>
                <a:lnTo>
                  <a:pt x="9463142" y="1909105"/>
                </a:lnTo>
                <a:lnTo>
                  <a:pt x="9377354" y="1934418"/>
                </a:lnTo>
                <a:lnTo>
                  <a:pt x="9291566" y="1935936"/>
                </a:lnTo>
                <a:lnTo>
                  <a:pt x="9205778" y="1926564"/>
                </a:lnTo>
                <a:lnTo>
                  <a:pt x="9119990" y="1938315"/>
                </a:lnTo>
                <a:lnTo>
                  <a:pt x="9034202" y="1929900"/>
                </a:lnTo>
                <a:lnTo>
                  <a:pt x="8948414" y="1948699"/>
                </a:lnTo>
                <a:lnTo>
                  <a:pt x="8862626" y="1932496"/>
                </a:lnTo>
                <a:lnTo>
                  <a:pt x="8776838" y="1949715"/>
                </a:lnTo>
                <a:lnTo>
                  <a:pt x="8691050" y="1958776"/>
                </a:lnTo>
                <a:lnTo>
                  <a:pt x="8605261" y="1932797"/>
                </a:lnTo>
                <a:lnTo>
                  <a:pt x="8519473" y="1950336"/>
                </a:lnTo>
                <a:lnTo>
                  <a:pt x="8433685" y="1958350"/>
                </a:lnTo>
                <a:lnTo>
                  <a:pt x="8347897" y="1935653"/>
                </a:lnTo>
                <a:lnTo>
                  <a:pt x="8262109" y="1953217"/>
                </a:lnTo>
                <a:lnTo>
                  <a:pt x="8176321" y="1957623"/>
                </a:lnTo>
                <a:lnTo>
                  <a:pt x="8090533" y="1963491"/>
                </a:lnTo>
                <a:lnTo>
                  <a:pt x="8004745" y="1948022"/>
                </a:lnTo>
                <a:lnTo>
                  <a:pt x="7918957" y="1934881"/>
                </a:lnTo>
                <a:lnTo>
                  <a:pt x="7833169" y="1929397"/>
                </a:lnTo>
                <a:lnTo>
                  <a:pt x="7747381" y="1941961"/>
                </a:lnTo>
                <a:lnTo>
                  <a:pt x="7661593" y="1926124"/>
                </a:lnTo>
                <a:lnTo>
                  <a:pt x="7575804" y="1941195"/>
                </a:lnTo>
                <a:lnTo>
                  <a:pt x="7490016" y="1945847"/>
                </a:lnTo>
                <a:lnTo>
                  <a:pt x="7404228" y="1915079"/>
                </a:lnTo>
                <a:lnTo>
                  <a:pt x="7318440" y="1915830"/>
                </a:lnTo>
                <a:lnTo>
                  <a:pt x="7232652" y="1918506"/>
                </a:lnTo>
                <a:lnTo>
                  <a:pt x="7146864" y="1927526"/>
                </a:lnTo>
                <a:lnTo>
                  <a:pt x="7061076" y="1933628"/>
                </a:lnTo>
                <a:lnTo>
                  <a:pt x="6975288" y="1936174"/>
                </a:lnTo>
                <a:lnTo>
                  <a:pt x="6889500" y="1935234"/>
                </a:lnTo>
                <a:lnTo>
                  <a:pt x="6803712" y="1932037"/>
                </a:lnTo>
                <a:lnTo>
                  <a:pt x="6717924" y="1925296"/>
                </a:lnTo>
                <a:lnTo>
                  <a:pt x="6632136" y="1924963"/>
                </a:lnTo>
                <a:lnTo>
                  <a:pt x="6546348" y="1918703"/>
                </a:lnTo>
                <a:lnTo>
                  <a:pt x="6460559" y="1935600"/>
                </a:lnTo>
                <a:lnTo>
                  <a:pt x="6374771" y="1904797"/>
                </a:lnTo>
                <a:lnTo>
                  <a:pt x="6288983" y="1923532"/>
                </a:lnTo>
                <a:lnTo>
                  <a:pt x="6203195" y="1935357"/>
                </a:lnTo>
                <a:lnTo>
                  <a:pt x="6117407" y="1935203"/>
                </a:lnTo>
                <a:lnTo>
                  <a:pt x="6031619" y="1942059"/>
                </a:lnTo>
                <a:lnTo>
                  <a:pt x="5945831" y="1924173"/>
                </a:lnTo>
                <a:lnTo>
                  <a:pt x="5860043" y="1948320"/>
                </a:lnTo>
                <a:lnTo>
                  <a:pt x="5774255" y="1934171"/>
                </a:lnTo>
                <a:lnTo>
                  <a:pt x="5688467" y="1938547"/>
                </a:lnTo>
                <a:lnTo>
                  <a:pt x="5602679" y="1922160"/>
                </a:lnTo>
                <a:lnTo>
                  <a:pt x="5516891" y="1940581"/>
                </a:lnTo>
                <a:lnTo>
                  <a:pt x="5431103" y="1940168"/>
                </a:lnTo>
                <a:lnTo>
                  <a:pt x="5345314" y="1922304"/>
                </a:lnTo>
                <a:lnTo>
                  <a:pt x="5259526" y="1931873"/>
                </a:lnTo>
                <a:lnTo>
                  <a:pt x="5173738" y="1945576"/>
                </a:lnTo>
                <a:lnTo>
                  <a:pt x="5087950" y="1938975"/>
                </a:lnTo>
                <a:lnTo>
                  <a:pt x="5002162" y="1960149"/>
                </a:lnTo>
                <a:lnTo>
                  <a:pt x="4916374" y="1972395"/>
                </a:lnTo>
                <a:lnTo>
                  <a:pt x="4830586" y="1970277"/>
                </a:lnTo>
                <a:lnTo>
                  <a:pt x="4744798" y="1937466"/>
                </a:lnTo>
                <a:lnTo>
                  <a:pt x="4659010" y="1974489"/>
                </a:lnTo>
                <a:lnTo>
                  <a:pt x="4573222" y="1972963"/>
                </a:lnTo>
                <a:lnTo>
                  <a:pt x="4487434" y="1974282"/>
                </a:lnTo>
                <a:lnTo>
                  <a:pt x="4401646" y="1958008"/>
                </a:lnTo>
                <a:lnTo>
                  <a:pt x="4315857" y="1954548"/>
                </a:lnTo>
                <a:lnTo>
                  <a:pt x="4230069" y="1945469"/>
                </a:lnTo>
                <a:lnTo>
                  <a:pt x="4144281" y="1937730"/>
                </a:lnTo>
                <a:lnTo>
                  <a:pt x="4058493" y="1926368"/>
                </a:lnTo>
                <a:lnTo>
                  <a:pt x="3972705" y="1920458"/>
                </a:lnTo>
                <a:lnTo>
                  <a:pt x="3886917" y="1909530"/>
                </a:lnTo>
                <a:lnTo>
                  <a:pt x="3801129" y="1920472"/>
                </a:lnTo>
                <a:lnTo>
                  <a:pt x="3715341" y="1924640"/>
                </a:lnTo>
                <a:lnTo>
                  <a:pt x="3629553" y="1941436"/>
                </a:lnTo>
                <a:lnTo>
                  <a:pt x="3543765" y="1931958"/>
                </a:lnTo>
                <a:lnTo>
                  <a:pt x="3457977" y="1939303"/>
                </a:lnTo>
                <a:lnTo>
                  <a:pt x="3372189" y="1937346"/>
                </a:lnTo>
                <a:lnTo>
                  <a:pt x="3286401" y="1948992"/>
                </a:lnTo>
                <a:lnTo>
                  <a:pt x="3200612" y="1941519"/>
                </a:lnTo>
                <a:lnTo>
                  <a:pt x="3114824" y="1962113"/>
                </a:lnTo>
                <a:lnTo>
                  <a:pt x="3029036" y="1926613"/>
                </a:lnTo>
                <a:lnTo>
                  <a:pt x="2943248" y="1953390"/>
                </a:lnTo>
                <a:lnTo>
                  <a:pt x="2857460" y="1935013"/>
                </a:lnTo>
                <a:lnTo>
                  <a:pt x="2771672" y="1963586"/>
                </a:lnTo>
                <a:lnTo>
                  <a:pt x="2685884" y="1971498"/>
                </a:lnTo>
                <a:lnTo>
                  <a:pt x="2600096" y="1974696"/>
                </a:lnTo>
                <a:lnTo>
                  <a:pt x="2514308" y="1962244"/>
                </a:lnTo>
                <a:lnTo>
                  <a:pt x="2428520" y="1982243"/>
                </a:lnTo>
                <a:lnTo>
                  <a:pt x="2342732" y="1965996"/>
                </a:lnTo>
                <a:lnTo>
                  <a:pt x="2256944" y="1977004"/>
                </a:lnTo>
                <a:lnTo>
                  <a:pt x="2171155" y="1964024"/>
                </a:lnTo>
                <a:lnTo>
                  <a:pt x="2085367" y="1963336"/>
                </a:lnTo>
                <a:lnTo>
                  <a:pt x="1999579" y="1953543"/>
                </a:lnTo>
                <a:lnTo>
                  <a:pt x="1913791" y="1982857"/>
                </a:lnTo>
                <a:lnTo>
                  <a:pt x="1828003" y="1976142"/>
                </a:lnTo>
                <a:lnTo>
                  <a:pt x="1742215" y="1974612"/>
                </a:lnTo>
                <a:lnTo>
                  <a:pt x="1656427" y="1976511"/>
                </a:lnTo>
                <a:lnTo>
                  <a:pt x="1570639" y="1968053"/>
                </a:lnTo>
                <a:lnTo>
                  <a:pt x="1484851" y="1964251"/>
                </a:lnTo>
                <a:lnTo>
                  <a:pt x="1399063" y="1959995"/>
                </a:lnTo>
                <a:lnTo>
                  <a:pt x="1313275" y="1981531"/>
                </a:lnTo>
                <a:lnTo>
                  <a:pt x="1227487" y="1962875"/>
                </a:lnTo>
                <a:lnTo>
                  <a:pt x="1141699" y="1953194"/>
                </a:lnTo>
                <a:lnTo>
                  <a:pt x="1055910" y="1947825"/>
                </a:lnTo>
                <a:lnTo>
                  <a:pt x="970122" y="1952091"/>
                </a:lnTo>
                <a:lnTo>
                  <a:pt x="884334" y="1979812"/>
                </a:lnTo>
                <a:lnTo>
                  <a:pt x="798546" y="1935422"/>
                </a:lnTo>
                <a:lnTo>
                  <a:pt x="712758" y="1952164"/>
                </a:lnTo>
                <a:lnTo>
                  <a:pt x="626970" y="1959390"/>
                </a:lnTo>
                <a:lnTo>
                  <a:pt x="541182" y="1927604"/>
                </a:lnTo>
                <a:lnTo>
                  <a:pt x="455394" y="1946716"/>
                </a:lnTo>
                <a:lnTo>
                  <a:pt x="369607" y="1971535"/>
                </a:lnTo>
                <a:lnTo>
                  <a:pt x="283819" y="1966669"/>
                </a:lnTo>
                <a:lnTo>
                  <a:pt x="198031" y="1954088"/>
                </a:lnTo>
                <a:lnTo>
                  <a:pt x="112243" y="1955277"/>
                </a:lnTo>
                <a:lnTo>
                  <a:pt x="44345" y="1953373"/>
                </a:lnTo>
                <a:lnTo>
                  <a:pt x="39642" y="1866782"/>
                </a:lnTo>
                <a:lnTo>
                  <a:pt x="5239" y="1780191"/>
                </a:lnTo>
                <a:lnTo>
                  <a:pt x="42704" y="1693600"/>
                </a:lnTo>
                <a:lnTo>
                  <a:pt x="26119" y="1607009"/>
                </a:lnTo>
                <a:lnTo>
                  <a:pt x="35095" y="1520418"/>
                </a:lnTo>
                <a:lnTo>
                  <a:pt x="20130" y="1433827"/>
                </a:lnTo>
                <a:lnTo>
                  <a:pt x="24061" y="1347236"/>
                </a:lnTo>
                <a:lnTo>
                  <a:pt x="43826" y="1260645"/>
                </a:lnTo>
                <a:lnTo>
                  <a:pt x="0" y="1174054"/>
                </a:lnTo>
                <a:lnTo>
                  <a:pt x="46254" y="1087463"/>
                </a:lnTo>
                <a:lnTo>
                  <a:pt x="54559" y="1000873"/>
                </a:lnTo>
                <a:lnTo>
                  <a:pt x="42730" y="914282"/>
                </a:lnTo>
                <a:lnTo>
                  <a:pt x="71733" y="827691"/>
                </a:lnTo>
                <a:lnTo>
                  <a:pt x="64627" y="741100"/>
                </a:lnTo>
                <a:lnTo>
                  <a:pt x="45652" y="654509"/>
                </a:lnTo>
                <a:lnTo>
                  <a:pt x="59199" y="567918"/>
                </a:lnTo>
                <a:lnTo>
                  <a:pt x="24654" y="481327"/>
                </a:lnTo>
                <a:lnTo>
                  <a:pt x="38716" y="394736"/>
                </a:lnTo>
                <a:lnTo>
                  <a:pt x="37161" y="308145"/>
                </a:lnTo>
                <a:lnTo>
                  <a:pt x="71879" y="221554"/>
                </a:lnTo>
                <a:lnTo>
                  <a:pt x="43211" y="134963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 rot="21564000">
            <a:off x="1018619" y="586938"/>
            <a:ext cx="10170532" cy="5479557"/>
          </a:xfrm>
          <a:custGeom>
            <a:avLst/>
            <a:gdLst/>
            <a:ahLst/>
            <a:cxnLst/>
            <a:rect l="l" t="t" r="r" b="b"/>
            <a:pathLst>
              <a:path w="10170532" h="5479557">
                <a:moveTo>
                  <a:pt x="29131" y="41178"/>
                </a:moveTo>
                <a:lnTo>
                  <a:pt x="115425" y="64949"/>
                </a:lnTo>
                <a:lnTo>
                  <a:pt x="201720" y="66336"/>
                </a:lnTo>
                <a:lnTo>
                  <a:pt x="288015" y="40774"/>
                </a:lnTo>
                <a:lnTo>
                  <a:pt x="374310" y="39706"/>
                </a:lnTo>
                <a:lnTo>
                  <a:pt x="460605" y="51723"/>
                </a:lnTo>
                <a:lnTo>
                  <a:pt x="546900" y="43108"/>
                </a:lnTo>
                <a:lnTo>
                  <a:pt x="633195" y="50634"/>
                </a:lnTo>
                <a:lnTo>
                  <a:pt x="719489" y="49519"/>
                </a:lnTo>
                <a:lnTo>
                  <a:pt x="805784" y="57429"/>
                </a:lnTo>
                <a:lnTo>
                  <a:pt x="892079" y="62637"/>
                </a:lnTo>
                <a:lnTo>
                  <a:pt x="978374" y="68806"/>
                </a:lnTo>
                <a:lnTo>
                  <a:pt x="1064669" y="81749"/>
                </a:lnTo>
                <a:lnTo>
                  <a:pt x="1150964" y="45581"/>
                </a:lnTo>
                <a:lnTo>
                  <a:pt x="1237259" y="48605"/>
                </a:lnTo>
                <a:lnTo>
                  <a:pt x="1323554" y="67530"/>
                </a:lnTo>
                <a:lnTo>
                  <a:pt x="1409848" y="46813"/>
                </a:lnTo>
                <a:lnTo>
                  <a:pt x="1496143" y="54543"/>
                </a:lnTo>
                <a:lnTo>
                  <a:pt x="1582438" y="77751"/>
                </a:lnTo>
                <a:lnTo>
                  <a:pt x="1668733" y="78184"/>
                </a:lnTo>
                <a:lnTo>
                  <a:pt x="1755028" y="68526"/>
                </a:lnTo>
                <a:lnTo>
                  <a:pt x="1841323" y="57836"/>
                </a:lnTo>
                <a:lnTo>
                  <a:pt x="1927618" y="80220"/>
                </a:lnTo>
                <a:lnTo>
                  <a:pt x="2013913" y="71590"/>
                </a:lnTo>
                <a:lnTo>
                  <a:pt x="2100207" y="68715"/>
                </a:lnTo>
                <a:lnTo>
                  <a:pt x="2186502" y="58031"/>
                </a:lnTo>
                <a:lnTo>
                  <a:pt x="2272797" y="79535"/>
                </a:lnTo>
                <a:lnTo>
                  <a:pt x="2359092" y="47326"/>
                </a:lnTo>
                <a:lnTo>
                  <a:pt x="2445387" y="78671"/>
                </a:lnTo>
                <a:lnTo>
                  <a:pt x="2531682" y="63102"/>
                </a:lnTo>
                <a:lnTo>
                  <a:pt x="2617977" y="56903"/>
                </a:lnTo>
                <a:lnTo>
                  <a:pt x="2704272" y="65835"/>
                </a:lnTo>
                <a:lnTo>
                  <a:pt x="2790566" y="68742"/>
                </a:lnTo>
                <a:lnTo>
                  <a:pt x="2876861" y="52200"/>
                </a:lnTo>
                <a:lnTo>
                  <a:pt x="2963156" y="81643"/>
                </a:lnTo>
                <a:lnTo>
                  <a:pt x="3049451" y="64172"/>
                </a:lnTo>
                <a:lnTo>
                  <a:pt x="3135746" y="37811"/>
                </a:lnTo>
                <a:lnTo>
                  <a:pt x="3222041" y="35867"/>
                </a:lnTo>
                <a:lnTo>
                  <a:pt x="3308336" y="36653"/>
                </a:lnTo>
                <a:lnTo>
                  <a:pt x="3394631" y="68545"/>
                </a:lnTo>
                <a:lnTo>
                  <a:pt x="3480925" y="58718"/>
                </a:lnTo>
                <a:lnTo>
                  <a:pt x="3567220" y="63135"/>
                </a:lnTo>
                <a:lnTo>
                  <a:pt x="3653515" y="70621"/>
                </a:lnTo>
                <a:lnTo>
                  <a:pt x="3739810" y="39419"/>
                </a:lnTo>
                <a:lnTo>
                  <a:pt x="3826105" y="29514"/>
                </a:lnTo>
                <a:lnTo>
                  <a:pt x="3912400" y="42886"/>
                </a:lnTo>
                <a:lnTo>
                  <a:pt x="3998695" y="28028"/>
                </a:lnTo>
                <a:lnTo>
                  <a:pt x="4084989" y="22698"/>
                </a:lnTo>
                <a:lnTo>
                  <a:pt x="4171284" y="347"/>
                </a:lnTo>
                <a:lnTo>
                  <a:pt x="4257579" y="21368"/>
                </a:lnTo>
                <a:lnTo>
                  <a:pt x="4343874" y="19363"/>
                </a:lnTo>
                <a:lnTo>
                  <a:pt x="4430169" y="14174"/>
                </a:lnTo>
                <a:lnTo>
                  <a:pt x="4516464" y="3953"/>
                </a:lnTo>
                <a:lnTo>
                  <a:pt x="4602759" y="21840"/>
                </a:lnTo>
                <a:lnTo>
                  <a:pt x="4689054" y="14098"/>
                </a:lnTo>
                <a:lnTo>
                  <a:pt x="4775348" y="9663"/>
                </a:lnTo>
                <a:lnTo>
                  <a:pt x="4861643" y="15652"/>
                </a:lnTo>
                <a:lnTo>
                  <a:pt x="4947938" y="41259"/>
                </a:lnTo>
                <a:lnTo>
                  <a:pt x="5034233" y="22316"/>
                </a:lnTo>
                <a:lnTo>
                  <a:pt x="5120528" y="23282"/>
                </a:lnTo>
                <a:lnTo>
                  <a:pt x="5206823" y="15620"/>
                </a:lnTo>
                <a:lnTo>
                  <a:pt x="5293118" y="0"/>
                </a:lnTo>
                <a:lnTo>
                  <a:pt x="5379413" y="7727"/>
                </a:lnTo>
                <a:lnTo>
                  <a:pt x="5465707" y="15659"/>
                </a:lnTo>
                <a:lnTo>
                  <a:pt x="5552002" y="36431"/>
                </a:lnTo>
                <a:lnTo>
                  <a:pt x="5638297" y="35549"/>
                </a:lnTo>
                <a:lnTo>
                  <a:pt x="5724592" y="46613"/>
                </a:lnTo>
                <a:lnTo>
                  <a:pt x="5810887" y="19989"/>
                </a:lnTo>
                <a:lnTo>
                  <a:pt x="5897182" y="14882"/>
                </a:lnTo>
                <a:lnTo>
                  <a:pt x="5983477" y="3160"/>
                </a:lnTo>
                <a:lnTo>
                  <a:pt x="6069772" y="30119"/>
                </a:lnTo>
                <a:lnTo>
                  <a:pt x="6156066" y="36305"/>
                </a:lnTo>
                <a:lnTo>
                  <a:pt x="6242361" y="47254"/>
                </a:lnTo>
                <a:lnTo>
                  <a:pt x="6328656" y="19542"/>
                </a:lnTo>
                <a:lnTo>
                  <a:pt x="6414951" y="6288"/>
                </a:lnTo>
                <a:lnTo>
                  <a:pt x="6501246" y="2879"/>
                </a:lnTo>
                <a:lnTo>
                  <a:pt x="6587541" y="4198"/>
                </a:lnTo>
                <a:lnTo>
                  <a:pt x="6673836" y="6900"/>
                </a:lnTo>
                <a:lnTo>
                  <a:pt x="6760131" y="12739"/>
                </a:lnTo>
                <a:lnTo>
                  <a:pt x="6846425" y="29845"/>
                </a:lnTo>
                <a:lnTo>
                  <a:pt x="6932720" y="41991"/>
                </a:lnTo>
                <a:lnTo>
                  <a:pt x="7019015" y="11511"/>
                </a:lnTo>
                <a:lnTo>
                  <a:pt x="7105310" y="25532"/>
                </a:lnTo>
                <a:lnTo>
                  <a:pt x="7191605" y="22372"/>
                </a:lnTo>
                <a:lnTo>
                  <a:pt x="7277900" y="21556"/>
                </a:lnTo>
                <a:lnTo>
                  <a:pt x="7364195" y="34014"/>
                </a:lnTo>
                <a:lnTo>
                  <a:pt x="7450489" y="29103"/>
                </a:lnTo>
                <a:lnTo>
                  <a:pt x="7536784" y="53198"/>
                </a:lnTo>
                <a:lnTo>
                  <a:pt x="7623079" y="44893"/>
                </a:lnTo>
                <a:lnTo>
                  <a:pt x="7709374" y="67333"/>
                </a:lnTo>
                <a:lnTo>
                  <a:pt x="7795669" y="53172"/>
                </a:lnTo>
                <a:lnTo>
                  <a:pt x="7881964" y="69378"/>
                </a:lnTo>
                <a:lnTo>
                  <a:pt x="7968259" y="61796"/>
                </a:lnTo>
                <a:lnTo>
                  <a:pt x="8054554" y="25099"/>
                </a:lnTo>
                <a:lnTo>
                  <a:pt x="8140848" y="48927"/>
                </a:lnTo>
                <a:lnTo>
                  <a:pt x="8227143" y="28054"/>
                </a:lnTo>
                <a:lnTo>
                  <a:pt x="8313438" y="46868"/>
                </a:lnTo>
                <a:lnTo>
                  <a:pt x="8399733" y="32779"/>
                </a:lnTo>
                <a:lnTo>
                  <a:pt x="8486028" y="43840"/>
                </a:lnTo>
                <a:lnTo>
                  <a:pt x="8572323" y="48803"/>
                </a:lnTo>
                <a:lnTo>
                  <a:pt x="8658618" y="33742"/>
                </a:lnTo>
                <a:lnTo>
                  <a:pt x="8744913" y="38589"/>
                </a:lnTo>
                <a:lnTo>
                  <a:pt x="8831207" y="32360"/>
                </a:lnTo>
                <a:lnTo>
                  <a:pt x="8917502" y="30686"/>
                </a:lnTo>
                <a:lnTo>
                  <a:pt x="9003797" y="40287"/>
                </a:lnTo>
                <a:lnTo>
                  <a:pt x="9090092" y="17797"/>
                </a:lnTo>
                <a:lnTo>
                  <a:pt x="9176387" y="27772"/>
                </a:lnTo>
                <a:lnTo>
                  <a:pt x="9262682" y="38881"/>
                </a:lnTo>
                <a:lnTo>
                  <a:pt x="9348977" y="6855"/>
                </a:lnTo>
                <a:lnTo>
                  <a:pt x="9435272" y="6672"/>
                </a:lnTo>
                <a:lnTo>
                  <a:pt x="9521566" y="16085"/>
                </a:lnTo>
                <a:lnTo>
                  <a:pt x="9607861" y="10627"/>
                </a:lnTo>
                <a:lnTo>
                  <a:pt x="9694156" y="21323"/>
                </a:lnTo>
                <a:lnTo>
                  <a:pt x="9780451" y="18574"/>
                </a:lnTo>
                <a:lnTo>
                  <a:pt x="9866746" y="19322"/>
                </a:lnTo>
                <a:lnTo>
                  <a:pt x="9953041" y="27740"/>
                </a:lnTo>
                <a:lnTo>
                  <a:pt x="10039336" y="23941"/>
                </a:lnTo>
                <a:lnTo>
                  <a:pt x="10150096" y="41712"/>
                </a:lnTo>
                <a:lnTo>
                  <a:pt x="10142601" y="128666"/>
                </a:lnTo>
                <a:lnTo>
                  <a:pt x="10133064" y="215620"/>
                </a:lnTo>
                <a:lnTo>
                  <a:pt x="10100881" y="302574"/>
                </a:lnTo>
                <a:lnTo>
                  <a:pt x="10118556" y="389528"/>
                </a:lnTo>
                <a:lnTo>
                  <a:pt x="10122685" y="476482"/>
                </a:lnTo>
                <a:lnTo>
                  <a:pt x="10145637" y="563436"/>
                </a:lnTo>
                <a:lnTo>
                  <a:pt x="10109215" y="650390"/>
                </a:lnTo>
                <a:lnTo>
                  <a:pt x="10095625" y="737344"/>
                </a:lnTo>
                <a:lnTo>
                  <a:pt x="10107927" y="824298"/>
                </a:lnTo>
                <a:lnTo>
                  <a:pt x="10099466" y="911252"/>
                </a:lnTo>
                <a:lnTo>
                  <a:pt x="10102913" y="998206"/>
                </a:lnTo>
                <a:lnTo>
                  <a:pt x="10090838" y="1085160"/>
                </a:lnTo>
                <a:lnTo>
                  <a:pt x="10082313" y="1172114"/>
                </a:lnTo>
                <a:lnTo>
                  <a:pt x="10094785" y="1259068"/>
                </a:lnTo>
                <a:lnTo>
                  <a:pt x="10116317" y="1346022"/>
                </a:lnTo>
                <a:lnTo>
                  <a:pt x="10114274" y="1432976"/>
                </a:lnTo>
                <a:lnTo>
                  <a:pt x="10144682" y="1519930"/>
                </a:lnTo>
                <a:lnTo>
                  <a:pt x="10118136" y="1606884"/>
                </a:lnTo>
                <a:lnTo>
                  <a:pt x="10146269" y="1693838"/>
                </a:lnTo>
                <a:lnTo>
                  <a:pt x="10117829" y="1780792"/>
                </a:lnTo>
                <a:lnTo>
                  <a:pt x="10125272" y="1867746"/>
                </a:lnTo>
                <a:lnTo>
                  <a:pt x="10124238" y="1954700"/>
                </a:lnTo>
                <a:lnTo>
                  <a:pt x="10124667" y="2041654"/>
                </a:lnTo>
                <a:lnTo>
                  <a:pt x="10136796" y="2128608"/>
                </a:lnTo>
                <a:lnTo>
                  <a:pt x="10131405" y="2215562"/>
                </a:lnTo>
                <a:lnTo>
                  <a:pt x="10142679" y="2302516"/>
                </a:lnTo>
                <a:lnTo>
                  <a:pt x="10144554" y="2389470"/>
                </a:lnTo>
                <a:lnTo>
                  <a:pt x="10130093" y="2476424"/>
                </a:lnTo>
                <a:lnTo>
                  <a:pt x="10167753" y="2563378"/>
                </a:lnTo>
                <a:lnTo>
                  <a:pt x="10162618" y="2650332"/>
                </a:lnTo>
                <a:lnTo>
                  <a:pt x="10152456" y="2737287"/>
                </a:lnTo>
                <a:lnTo>
                  <a:pt x="10154317" y="2824241"/>
                </a:lnTo>
                <a:lnTo>
                  <a:pt x="10144857" y="2911195"/>
                </a:lnTo>
                <a:lnTo>
                  <a:pt x="10148948" y="2998149"/>
                </a:lnTo>
                <a:lnTo>
                  <a:pt x="10153179" y="3085103"/>
                </a:lnTo>
                <a:lnTo>
                  <a:pt x="10137329" y="3172057"/>
                </a:lnTo>
                <a:lnTo>
                  <a:pt x="10101291" y="3259011"/>
                </a:lnTo>
                <a:lnTo>
                  <a:pt x="10108782" y="3345965"/>
                </a:lnTo>
                <a:lnTo>
                  <a:pt x="10139097" y="3432919"/>
                </a:lnTo>
                <a:lnTo>
                  <a:pt x="10122372" y="3519873"/>
                </a:lnTo>
                <a:lnTo>
                  <a:pt x="10127562" y="3606827"/>
                </a:lnTo>
                <a:lnTo>
                  <a:pt x="10134094" y="3693781"/>
                </a:lnTo>
                <a:lnTo>
                  <a:pt x="10127726" y="3780735"/>
                </a:lnTo>
                <a:lnTo>
                  <a:pt x="10132631" y="3867689"/>
                </a:lnTo>
                <a:lnTo>
                  <a:pt x="10138052" y="3954643"/>
                </a:lnTo>
                <a:lnTo>
                  <a:pt x="10140233" y="4041597"/>
                </a:lnTo>
                <a:lnTo>
                  <a:pt x="10118506" y="4128551"/>
                </a:lnTo>
                <a:lnTo>
                  <a:pt x="10144831" y="4215505"/>
                </a:lnTo>
                <a:lnTo>
                  <a:pt x="10130359" y="4302459"/>
                </a:lnTo>
                <a:lnTo>
                  <a:pt x="10115060" y="4389413"/>
                </a:lnTo>
                <a:lnTo>
                  <a:pt x="10121791" y="4476367"/>
                </a:lnTo>
                <a:lnTo>
                  <a:pt x="10124567" y="4563321"/>
                </a:lnTo>
                <a:lnTo>
                  <a:pt x="10121613" y="4650275"/>
                </a:lnTo>
                <a:lnTo>
                  <a:pt x="10118507" y="4737229"/>
                </a:lnTo>
                <a:lnTo>
                  <a:pt x="10112502" y="4824183"/>
                </a:lnTo>
                <a:lnTo>
                  <a:pt x="10132728" y="4911137"/>
                </a:lnTo>
                <a:lnTo>
                  <a:pt x="10142177" y="4998091"/>
                </a:lnTo>
                <a:lnTo>
                  <a:pt x="10127446" y="5085045"/>
                </a:lnTo>
                <a:lnTo>
                  <a:pt x="10170532" y="5171999"/>
                </a:lnTo>
                <a:lnTo>
                  <a:pt x="10127315" y="5258953"/>
                </a:lnTo>
                <a:lnTo>
                  <a:pt x="10148566" y="5345907"/>
                </a:lnTo>
                <a:lnTo>
                  <a:pt x="10125631" y="5418998"/>
                </a:lnTo>
                <a:lnTo>
                  <a:pt x="10039336" y="5430234"/>
                </a:lnTo>
                <a:lnTo>
                  <a:pt x="9953041" y="5423316"/>
                </a:lnTo>
                <a:lnTo>
                  <a:pt x="9866746" y="5410804"/>
                </a:lnTo>
                <a:lnTo>
                  <a:pt x="9780451" y="5433402"/>
                </a:lnTo>
                <a:lnTo>
                  <a:pt x="9694156" y="5432794"/>
                </a:lnTo>
                <a:lnTo>
                  <a:pt x="9607861" y="5430533"/>
                </a:lnTo>
                <a:lnTo>
                  <a:pt x="9521566" y="5447009"/>
                </a:lnTo>
                <a:lnTo>
                  <a:pt x="9435272" y="5447808"/>
                </a:lnTo>
                <a:lnTo>
                  <a:pt x="9348977" y="5441634"/>
                </a:lnTo>
                <a:lnTo>
                  <a:pt x="9262682" y="5476651"/>
                </a:lnTo>
                <a:lnTo>
                  <a:pt x="9176387" y="5456736"/>
                </a:lnTo>
                <a:lnTo>
                  <a:pt x="9090092" y="5479557"/>
                </a:lnTo>
                <a:lnTo>
                  <a:pt x="9003797" y="5445637"/>
                </a:lnTo>
                <a:lnTo>
                  <a:pt x="8917502" y="5470086"/>
                </a:lnTo>
                <a:lnTo>
                  <a:pt x="8831207" y="5440865"/>
                </a:lnTo>
                <a:lnTo>
                  <a:pt x="8744913" y="5471913"/>
                </a:lnTo>
                <a:lnTo>
                  <a:pt x="8658618" y="5466419"/>
                </a:lnTo>
                <a:lnTo>
                  <a:pt x="8572323" y="5464253"/>
                </a:lnTo>
                <a:lnTo>
                  <a:pt x="8486028" y="5443331"/>
                </a:lnTo>
                <a:lnTo>
                  <a:pt x="8399733" y="5428057"/>
                </a:lnTo>
                <a:lnTo>
                  <a:pt x="8313438" y="5424559"/>
                </a:lnTo>
                <a:lnTo>
                  <a:pt x="8227143" y="5457631"/>
                </a:lnTo>
                <a:lnTo>
                  <a:pt x="8140848" y="5452087"/>
                </a:lnTo>
                <a:lnTo>
                  <a:pt x="8054554" y="5445565"/>
                </a:lnTo>
                <a:lnTo>
                  <a:pt x="7968259" y="5453170"/>
                </a:lnTo>
                <a:lnTo>
                  <a:pt x="7881964" y="5462097"/>
                </a:lnTo>
                <a:lnTo>
                  <a:pt x="7795669" y="5447919"/>
                </a:lnTo>
                <a:lnTo>
                  <a:pt x="7709374" y="5443676"/>
                </a:lnTo>
                <a:lnTo>
                  <a:pt x="7623079" y="5434967"/>
                </a:lnTo>
                <a:lnTo>
                  <a:pt x="7536784" y="5479256"/>
                </a:lnTo>
                <a:lnTo>
                  <a:pt x="7450489" y="5474303"/>
                </a:lnTo>
                <a:lnTo>
                  <a:pt x="7364195" y="5468654"/>
                </a:lnTo>
                <a:lnTo>
                  <a:pt x="7277900" y="5448280"/>
                </a:lnTo>
                <a:lnTo>
                  <a:pt x="7191605" y="5446716"/>
                </a:lnTo>
                <a:lnTo>
                  <a:pt x="7105310" y="5445023"/>
                </a:lnTo>
                <a:lnTo>
                  <a:pt x="7019015" y="5442203"/>
                </a:lnTo>
                <a:lnTo>
                  <a:pt x="6932720" y="5432509"/>
                </a:lnTo>
                <a:lnTo>
                  <a:pt x="6846425" y="5448469"/>
                </a:lnTo>
                <a:lnTo>
                  <a:pt x="6760131" y="5434206"/>
                </a:lnTo>
                <a:lnTo>
                  <a:pt x="6673836" y="5455466"/>
                </a:lnTo>
                <a:lnTo>
                  <a:pt x="6587541" y="5458531"/>
                </a:lnTo>
                <a:lnTo>
                  <a:pt x="6501246" y="5442306"/>
                </a:lnTo>
                <a:lnTo>
                  <a:pt x="6414951" y="5461026"/>
                </a:lnTo>
                <a:lnTo>
                  <a:pt x="6328656" y="5434699"/>
                </a:lnTo>
                <a:lnTo>
                  <a:pt x="6242361" y="5432303"/>
                </a:lnTo>
                <a:lnTo>
                  <a:pt x="6156066" y="5470912"/>
                </a:lnTo>
                <a:lnTo>
                  <a:pt x="6069772" y="5471574"/>
                </a:lnTo>
                <a:lnTo>
                  <a:pt x="5983477" y="5465587"/>
                </a:lnTo>
                <a:lnTo>
                  <a:pt x="5897182" y="5451148"/>
                </a:lnTo>
                <a:lnTo>
                  <a:pt x="5810887" y="5454157"/>
                </a:lnTo>
                <a:lnTo>
                  <a:pt x="5724592" y="5445353"/>
                </a:lnTo>
                <a:lnTo>
                  <a:pt x="5638297" y="5468850"/>
                </a:lnTo>
                <a:lnTo>
                  <a:pt x="5552002" y="5441024"/>
                </a:lnTo>
                <a:lnTo>
                  <a:pt x="5465707" y="5460704"/>
                </a:lnTo>
                <a:lnTo>
                  <a:pt x="5379413" y="5466324"/>
                </a:lnTo>
                <a:lnTo>
                  <a:pt x="5293118" y="5475582"/>
                </a:lnTo>
                <a:lnTo>
                  <a:pt x="5206823" y="5445841"/>
                </a:lnTo>
                <a:lnTo>
                  <a:pt x="5120528" y="5462051"/>
                </a:lnTo>
                <a:lnTo>
                  <a:pt x="5034233" y="5449261"/>
                </a:lnTo>
                <a:lnTo>
                  <a:pt x="4947938" y="5432005"/>
                </a:lnTo>
                <a:lnTo>
                  <a:pt x="4861643" y="5431714"/>
                </a:lnTo>
                <a:lnTo>
                  <a:pt x="4775348" y="5446577"/>
                </a:lnTo>
                <a:lnTo>
                  <a:pt x="4689054" y="5458584"/>
                </a:lnTo>
                <a:lnTo>
                  <a:pt x="4602759" y="5469213"/>
                </a:lnTo>
                <a:lnTo>
                  <a:pt x="4516464" y="5437169"/>
                </a:lnTo>
                <a:lnTo>
                  <a:pt x="4430169" y="5440170"/>
                </a:lnTo>
                <a:lnTo>
                  <a:pt x="4343874" y="5457016"/>
                </a:lnTo>
                <a:lnTo>
                  <a:pt x="4257579" y="5429136"/>
                </a:lnTo>
                <a:lnTo>
                  <a:pt x="4171284" y="5444057"/>
                </a:lnTo>
                <a:lnTo>
                  <a:pt x="4084989" y="5439709"/>
                </a:lnTo>
                <a:lnTo>
                  <a:pt x="3998695" y="5427776"/>
                </a:lnTo>
                <a:lnTo>
                  <a:pt x="3912400" y="5441975"/>
                </a:lnTo>
                <a:lnTo>
                  <a:pt x="3826105" y="5416222"/>
                </a:lnTo>
                <a:lnTo>
                  <a:pt x="3739810" y="5406688"/>
                </a:lnTo>
                <a:lnTo>
                  <a:pt x="3653515" y="5411060"/>
                </a:lnTo>
                <a:lnTo>
                  <a:pt x="3567220" y="5415685"/>
                </a:lnTo>
                <a:lnTo>
                  <a:pt x="3480925" y="5394189"/>
                </a:lnTo>
                <a:lnTo>
                  <a:pt x="3394631" y="5425810"/>
                </a:lnTo>
                <a:lnTo>
                  <a:pt x="3308336" y="5429750"/>
                </a:lnTo>
                <a:lnTo>
                  <a:pt x="3222041" y="5420487"/>
                </a:lnTo>
                <a:lnTo>
                  <a:pt x="3135746" y="5410031"/>
                </a:lnTo>
                <a:lnTo>
                  <a:pt x="3049451" y="5414137"/>
                </a:lnTo>
                <a:lnTo>
                  <a:pt x="2963156" y="5403655"/>
                </a:lnTo>
                <a:lnTo>
                  <a:pt x="2876861" y="5396868"/>
                </a:lnTo>
                <a:lnTo>
                  <a:pt x="2790566" y="5404165"/>
                </a:lnTo>
                <a:lnTo>
                  <a:pt x="2704272" y="5398659"/>
                </a:lnTo>
                <a:lnTo>
                  <a:pt x="2617977" y="5420540"/>
                </a:lnTo>
                <a:lnTo>
                  <a:pt x="2531682" y="5405927"/>
                </a:lnTo>
                <a:lnTo>
                  <a:pt x="2445387" y="5415987"/>
                </a:lnTo>
                <a:lnTo>
                  <a:pt x="2359092" y="5390918"/>
                </a:lnTo>
                <a:lnTo>
                  <a:pt x="2272797" y="5412095"/>
                </a:lnTo>
                <a:lnTo>
                  <a:pt x="2186502" y="5422946"/>
                </a:lnTo>
                <a:lnTo>
                  <a:pt x="2100207" y="5427445"/>
                </a:lnTo>
                <a:lnTo>
                  <a:pt x="2013913" y="5423815"/>
                </a:lnTo>
                <a:lnTo>
                  <a:pt x="1927618" y="5414053"/>
                </a:lnTo>
                <a:lnTo>
                  <a:pt x="1841323" y="5449383"/>
                </a:lnTo>
                <a:lnTo>
                  <a:pt x="1755028" y="5427254"/>
                </a:lnTo>
                <a:lnTo>
                  <a:pt x="1668733" y="5430129"/>
                </a:lnTo>
                <a:lnTo>
                  <a:pt x="1582438" y="5443601"/>
                </a:lnTo>
                <a:lnTo>
                  <a:pt x="1496143" y="5406591"/>
                </a:lnTo>
                <a:lnTo>
                  <a:pt x="1409848" y="5440204"/>
                </a:lnTo>
                <a:lnTo>
                  <a:pt x="1323554" y="5407205"/>
                </a:lnTo>
                <a:lnTo>
                  <a:pt x="1237259" y="5418990"/>
                </a:lnTo>
                <a:lnTo>
                  <a:pt x="1150964" y="5411233"/>
                </a:lnTo>
                <a:lnTo>
                  <a:pt x="1064669" y="5408961"/>
                </a:lnTo>
                <a:lnTo>
                  <a:pt x="978374" y="5393192"/>
                </a:lnTo>
                <a:lnTo>
                  <a:pt x="892079" y="5405920"/>
                </a:lnTo>
                <a:lnTo>
                  <a:pt x="805784" y="5414922"/>
                </a:lnTo>
                <a:lnTo>
                  <a:pt x="719489" y="5437305"/>
                </a:lnTo>
                <a:lnTo>
                  <a:pt x="633195" y="5446191"/>
                </a:lnTo>
                <a:lnTo>
                  <a:pt x="546900" y="5416616"/>
                </a:lnTo>
                <a:lnTo>
                  <a:pt x="460605" y="5433156"/>
                </a:lnTo>
                <a:lnTo>
                  <a:pt x="374310" y="5436336"/>
                </a:lnTo>
                <a:lnTo>
                  <a:pt x="288015" y="5423439"/>
                </a:lnTo>
                <a:lnTo>
                  <a:pt x="201720" y="5442336"/>
                </a:lnTo>
                <a:lnTo>
                  <a:pt x="115425" y="5422019"/>
                </a:lnTo>
                <a:lnTo>
                  <a:pt x="51169" y="5432862"/>
                </a:lnTo>
                <a:lnTo>
                  <a:pt x="34908" y="5345907"/>
                </a:lnTo>
                <a:lnTo>
                  <a:pt x="37244" y="5258953"/>
                </a:lnTo>
                <a:lnTo>
                  <a:pt x="32722" y="5171999"/>
                </a:lnTo>
                <a:lnTo>
                  <a:pt x="40680" y="5085045"/>
                </a:lnTo>
                <a:lnTo>
                  <a:pt x="38470" y="4998091"/>
                </a:lnTo>
                <a:lnTo>
                  <a:pt x="67016" y="4911137"/>
                </a:lnTo>
                <a:lnTo>
                  <a:pt x="56575" y="4824183"/>
                </a:lnTo>
                <a:lnTo>
                  <a:pt x="48486" y="4737229"/>
                </a:lnTo>
                <a:lnTo>
                  <a:pt x="32460" y="4650275"/>
                </a:lnTo>
                <a:lnTo>
                  <a:pt x="50727" y="4563321"/>
                </a:lnTo>
                <a:lnTo>
                  <a:pt x="21598" y="4476367"/>
                </a:lnTo>
                <a:lnTo>
                  <a:pt x="34273" y="4389413"/>
                </a:lnTo>
                <a:lnTo>
                  <a:pt x="67532" y="4302459"/>
                </a:lnTo>
                <a:lnTo>
                  <a:pt x="66738" y="4215505"/>
                </a:lnTo>
                <a:lnTo>
                  <a:pt x="59072" y="4128551"/>
                </a:lnTo>
                <a:lnTo>
                  <a:pt x="45199" y="4041597"/>
                </a:lnTo>
                <a:lnTo>
                  <a:pt x="61572" y="3954643"/>
                </a:lnTo>
                <a:lnTo>
                  <a:pt x="62914" y="3867689"/>
                </a:lnTo>
                <a:lnTo>
                  <a:pt x="61195" y="3780735"/>
                </a:lnTo>
                <a:lnTo>
                  <a:pt x="69939" y="3693781"/>
                </a:lnTo>
                <a:lnTo>
                  <a:pt x="72410" y="3606827"/>
                </a:lnTo>
                <a:lnTo>
                  <a:pt x="54051" y="3519873"/>
                </a:lnTo>
                <a:lnTo>
                  <a:pt x="41892" y="3432919"/>
                </a:lnTo>
                <a:lnTo>
                  <a:pt x="53325" y="3345965"/>
                </a:lnTo>
                <a:lnTo>
                  <a:pt x="55453" y="3259011"/>
                </a:lnTo>
                <a:lnTo>
                  <a:pt x="36915" y="3172057"/>
                </a:lnTo>
                <a:lnTo>
                  <a:pt x="63227" y="3085103"/>
                </a:lnTo>
                <a:lnTo>
                  <a:pt x="29858" y="2998149"/>
                </a:lnTo>
                <a:lnTo>
                  <a:pt x="22001" y="2911195"/>
                </a:lnTo>
                <a:lnTo>
                  <a:pt x="24491" y="2824241"/>
                </a:lnTo>
                <a:lnTo>
                  <a:pt x="40171" y="2737287"/>
                </a:lnTo>
                <a:lnTo>
                  <a:pt x="8329" y="2650332"/>
                </a:lnTo>
                <a:lnTo>
                  <a:pt x="14880" y="2563378"/>
                </a:lnTo>
                <a:lnTo>
                  <a:pt x="28512" y="2476424"/>
                </a:lnTo>
                <a:lnTo>
                  <a:pt x="19857" y="2389470"/>
                </a:lnTo>
                <a:lnTo>
                  <a:pt x="9078" y="2302516"/>
                </a:lnTo>
                <a:lnTo>
                  <a:pt x="24376" y="2215562"/>
                </a:lnTo>
                <a:lnTo>
                  <a:pt x="43897" y="2128608"/>
                </a:lnTo>
                <a:lnTo>
                  <a:pt x="7801" y="2041654"/>
                </a:lnTo>
                <a:lnTo>
                  <a:pt x="15802" y="1954700"/>
                </a:lnTo>
                <a:lnTo>
                  <a:pt x="33646" y="1867746"/>
                </a:lnTo>
                <a:lnTo>
                  <a:pt x="25725" y="1780792"/>
                </a:lnTo>
                <a:lnTo>
                  <a:pt x="18715" y="1693838"/>
                </a:lnTo>
                <a:lnTo>
                  <a:pt x="48101" y="1606884"/>
                </a:lnTo>
                <a:lnTo>
                  <a:pt x="33682" y="1519930"/>
                </a:lnTo>
                <a:lnTo>
                  <a:pt x="19266" y="1432976"/>
                </a:lnTo>
                <a:lnTo>
                  <a:pt x="10622" y="1346022"/>
                </a:lnTo>
                <a:lnTo>
                  <a:pt x="23187" y="1259068"/>
                </a:lnTo>
                <a:lnTo>
                  <a:pt x="25885" y="1172114"/>
                </a:lnTo>
                <a:lnTo>
                  <a:pt x="6387" y="1085160"/>
                </a:lnTo>
                <a:lnTo>
                  <a:pt x="16086" y="998206"/>
                </a:lnTo>
                <a:lnTo>
                  <a:pt x="0" y="911252"/>
                </a:lnTo>
                <a:lnTo>
                  <a:pt x="30684" y="824298"/>
                </a:lnTo>
                <a:lnTo>
                  <a:pt x="24418" y="737344"/>
                </a:lnTo>
                <a:lnTo>
                  <a:pt x="23916" y="650390"/>
                </a:lnTo>
                <a:lnTo>
                  <a:pt x="8677" y="563436"/>
                </a:lnTo>
                <a:lnTo>
                  <a:pt x="34811" y="476482"/>
                </a:lnTo>
                <a:lnTo>
                  <a:pt x="29633" y="389528"/>
                </a:lnTo>
                <a:lnTo>
                  <a:pt x="42504" y="302574"/>
                </a:lnTo>
                <a:lnTo>
                  <a:pt x="6525" y="215620"/>
                </a:lnTo>
                <a:lnTo>
                  <a:pt x="35133" y="128666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64000">
            <a:off x="1026105" y="952613"/>
            <a:ext cx="100965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3"/>
              </a:lnSpc>
            </a:pPr>
            <a:r>
              <a:rPr sz="3645" b="1">
                <a:solidFill>
                  <a:srgbClr val="7A4A2A"/>
                </a:solidFill>
                <a:latin typeface="Arial"/>
                <a:ea typeface="맑은 고딕"/>
              </a:rPr>
              <a:t>세</a:t>
            </a:r>
            <a:r>
              <a:rPr sz="4050" b="1">
                <a:solidFill>
                  <a:srgbClr val="5C2E14"/>
                </a:solidFill>
                <a:latin typeface="Arial Black"/>
                <a:ea typeface="맑은 고딕"/>
              </a:rPr>
              <a:t> 가지 비전 과제</a:t>
            </a:r>
          </a:p>
        </p:txBody>
      </p:sp>
      <p:sp>
        <p:nvSpPr>
          <p:cNvPr id="7" name="TextBox 6"/>
          <p:cNvSpPr txBox="1"/>
          <p:nvPr/>
        </p:nvSpPr>
        <p:spPr>
          <a:xfrm rot="21564000">
            <a:off x="1031192" y="1619336"/>
            <a:ext cx="10096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같은 사진이라도 무엇을 얼마나 자세히 알고 싶은지에 따라 과제가 달라집니다</a:t>
            </a:r>
          </a:p>
        </p:txBody>
      </p:sp>
      <p:sp>
        <p:nvSpPr>
          <p:cNvPr id="8" name="Oval 7"/>
          <p:cNvSpPr/>
          <p:nvPr/>
        </p:nvSpPr>
        <p:spPr>
          <a:xfrm rot="21564000">
            <a:off x="2090391" y="2091340"/>
            <a:ext cx="1524000" cy="152400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ls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564000">
            <a:off x="2357091" y="2358040"/>
            <a:ext cx="990600" cy="990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21564000">
            <a:off x="1435311" y="3805779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이미지 분류</a:t>
            </a:r>
          </a:p>
        </p:txBody>
      </p:sp>
      <p:sp>
        <p:nvSpPr>
          <p:cNvPr id="11" name="TextBox 10"/>
          <p:cNvSpPr txBox="1"/>
          <p:nvPr/>
        </p:nvSpPr>
        <p:spPr>
          <a:xfrm rot="21564000">
            <a:off x="1438403" y="4167713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 rot="21564000">
            <a:off x="1441694" y="4453446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사진 전체에 라벨 하나</a:t>
            </a:r>
          </a:p>
        </p:txBody>
      </p:sp>
      <p:sp>
        <p:nvSpPr>
          <p:cNvPr id="13" name="Rounded Rectangle 12"/>
          <p:cNvSpPr/>
          <p:nvPr/>
        </p:nvSpPr>
        <p:spPr>
          <a:xfrm rot="21564000">
            <a:off x="1544226" y="4853457"/>
            <a:ext cx="2667000" cy="838200"/>
          </a:xfrm>
          <a:prstGeom prst="roundRect">
            <a:avLst>
              <a:gd name="adj" fmla="val 11363"/>
            </a:avLst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21564000">
            <a:off x="1637281" y="4967769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대표 모델</a:t>
            </a:r>
          </a:p>
        </p:txBody>
      </p:sp>
      <p:sp>
        <p:nvSpPr>
          <p:cNvPr id="15" name="TextBox 14"/>
          <p:cNvSpPr txBox="1"/>
          <p:nvPr/>
        </p:nvSpPr>
        <p:spPr>
          <a:xfrm rot="21564000">
            <a:off x="1640672" y="5196351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ResNet · EfficientNet</a:t>
            </a:r>
          </a:p>
        </p:txBody>
      </p:sp>
      <p:sp>
        <p:nvSpPr>
          <p:cNvPr id="16" name="Oval 15"/>
          <p:cNvSpPr/>
          <p:nvPr/>
        </p:nvSpPr>
        <p:spPr>
          <a:xfrm rot="21564000">
            <a:off x="5328713" y="2057427"/>
            <a:ext cx="1524000" cy="152400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det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564000">
            <a:off x="5595413" y="2324127"/>
            <a:ext cx="990600" cy="990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21564000">
            <a:off x="4673633" y="3771866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객체 탐지</a:t>
            </a:r>
          </a:p>
        </p:txBody>
      </p:sp>
      <p:sp>
        <p:nvSpPr>
          <p:cNvPr id="19" name="TextBox 18"/>
          <p:cNvSpPr txBox="1"/>
          <p:nvPr/>
        </p:nvSpPr>
        <p:spPr>
          <a:xfrm rot="21564000">
            <a:off x="4676725" y="41338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 rot="21564000">
            <a:off x="4680017" y="4419533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물체마다 박스 + 라벨</a:t>
            </a:r>
          </a:p>
        </p:txBody>
      </p:sp>
      <p:sp>
        <p:nvSpPr>
          <p:cNvPr id="21" name="Rounded Rectangle 20"/>
          <p:cNvSpPr/>
          <p:nvPr/>
        </p:nvSpPr>
        <p:spPr>
          <a:xfrm rot="21564000">
            <a:off x="4782548" y="4819545"/>
            <a:ext cx="2667000" cy="838200"/>
          </a:xfrm>
          <a:prstGeom prst="roundRect">
            <a:avLst>
              <a:gd name="adj" fmla="val 11363"/>
            </a:avLst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 rot="21564000">
            <a:off x="4875604" y="4933856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대표 모델</a:t>
            </a:r>
          </a:p>
        </p:txBody>
      </p:sp>
      <p:sp>
        <p:nvSpPr>
          <p:cNvPr id="23" name="TextBox 22"/>
          <p:cNvSpPr txBox="1"/>
          <p:nvPr/>
        </p:nvSpPr>
        <p:spPr>
          <a:xfrm rot="21564000">
            <a:off x="4878995" y="5162438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YOLO · Faster R-CNN</a:t>
            </a:r>
          </a:p>
        </p:txBody>
      </p:sp>
      <p:sp>
        <p:nvSpPr>
          <p:cNvPr id="24" name="Oval 23"/>
          <p:cNvSpPr/>
          <p:nvPr/>
        </p:nvSpPr>
        <p:spPr>
          <a:xfrm rot="21564000">
            <a:off x="8567036" y="2023514"/>
            <a:ext cx="1524000" cy="1524000"/>
          </a:xfrm>
          <a:prstGeom prst="ellipse">
            <a:avLst/>
          </a:prstGeom>
          <a:solidFill>
            <a:srgbClr val="FFFDF8"/>
          </a:solidFill>
          <a:ln w="57150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seg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564000">
            <a:off x="8833736" y="2290214"/>
            <a:ext cx="990600" cy="990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 rot="21564000">
            <a:off x="7911956" y="3737953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분할</a:t>
            </a:r>
          </a:p>
        </p:txBody>
      </p:sp>
      <p:sp>
        <p:nvSpPr>
          <p:cNvPr id="27" name="TextBox 26"/>
          <p:cNvSpPr txBox="1"/>
          <p:nvPr/>
        </p:nvSpPr>
        <p:spPr>
          <a:xfrm rot="21564000">
            <a:off x="7915048" y="4099887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SEGMENTATION</a:t>
            </a:r>
          </a:p>
        </p:txBody>
      </p:sp>
      <p:sp>
        <p:nvSpPr>
          <p:cNvPr id="28" name="TextBox 27"/>
          <p:cNvSpPr txBox="1"/>
          <p:nvPr/>
        </p:nvSpPr>
        <p:spPr>
          <a:xfrm rot="21564000">
            <a:off x="7918339" y="438562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픽셀 단위로 물체 윤곽</a:t>
            </a:r>
          </a:p>
        </p:txBody>
      </p:sp>
      <p:sp>
        <p:nvSpPr>
          <p:cNvPr id="29" name="Rounded Rectangle 28"/>
          <p:cNvSpPr/>
          <p:nvPr/>
        </p:nvSpPr>
        <p:spPr>
          <a:xfrm rot="21564000">
            <a:off x="8020870" y="4785632"/>
            <a:ext cx="2667000" cy="838200"/>
          </a:xfrm>
          <a:prstGeom prst="roundRect">
            <a:avLst>
              <a:gd name="adj" fmla="val 11363"/>
            </a:avLst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 rot="21564000">
            <a:off x="8113926" y="4899943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대표 모델</a:t>
            </a:r>
          </a:p>
        </p:txBody>
      </p:sp>
      <p:sp>
        <p:nvSpPr>
          <p:cNvPr id="31" name="TextBox 30"/>
          <p:cNvSpPr txBox="1"/>
          <p:nvPr/>
        </p:nvSpPr>
        <p:spPr>
          <a:xfrm rot="21564000">
            <a:off x="8117317" y="512852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Mask R-CNN · SAM</a:t>
            </a:r>
          </a:p>
        </p:txBody>
      </p:sp>
      <p:pic>
        <p:nvPicPr>
          <p:cNvPr id="32" name="Picture 31" descr="sprig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960000">
            <a:off x="-381000" y="3524250"/>
            <a:ext cx="1905000" cy="4000500"/>
          </a:xfrm>
          <a:prstGeom prst="rect">
            <a:avLst/>
          </a:prstGeom>
        </p:spPr>
      </p:pic>
      <p:pic>
        <p:nvPicPr>
          <p:cNvPr id="33" name="Picture 32" descr="sprig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520000">
            <a:off x="10953750" y="3619500"/>
            <a:ext cx="1905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60000">
            <a:off x="-401273" y="6164152"/>
            <a:ext cx="12974273" cy="1332776"/>
          </a:xfrm>
          <a:custGeom>
            <a:avLst/>
            <a:gdLst/>
            <a:ahLst/>
            <a:cxnLst/>
            <a:rect l="l" t="t" r="r" b="b"/>
            <a:pathLst>
              <a:path w="12974273" h="1332776">
                <a:moveTo>
                  <a:pt x="20273" y="51651"/>
                </a:moveTo>
                <a:lnTo>
                  <a:pt x="106062" y="56523"/>
                </a:lnTo>
                <a:lnTo>
                  <a:pt x="191850" y="70700"/>
                </a:lnTo>
                <a:lnTo>
                  <a:pt x="277638" y="40997"/>
                </a:lnTo>
                <a:lnTo>
                  <a:pt x="363426" y="45808"/>
                </a:lnTo>
                <a:lnTo>
                  <a:pt x="449213" y="72304"/>
                </a:lnTo>
                <a:lnTo>
                  <a:pt x="535001" y="57544"/>
                </a:lnTo>
                <a:lnTo>
                  <a:pt x="620789" y="58424"/>
                </a:lnTo>
                <a:lnTo>
                  <a:pt x="706577" y="55417"/>
                </a:lnTo>
                <a:lnTo>
                  <a:pt x="792365" y="60450"/>
                </a:lnTo>
                <a:lnTo>
                  <a:pt x="878153" y="60478"/>
                </a:lnTo>
                <a:lnTo>
                  <a:pt x="963941" y="62672"/>
                </a:lnTo>
                <a:lnTo>
                  <a:pt x="1049729" y="55714"/>
                </a:lnTo>
                <a:lnTo>
                  <a:pt x="1135518" y="65743"/>
                </a:lnTo>
                <a:lnTo>
                  <a:pt x="1221306" y="86383"/>
                </a:lnTo>
                <a:lnTo>
                  <a:pt x="1307094" y="52690"/>
                </a:lnTo>
                <a:lnTo>
                  <a:pt x="1392882" y="66157"/>
                </a:lnTo>
                <a:lnTo>
                  <a:pt x="1478670" y="63613"/>
                </a:lnTo>
                <a:lnTo>
                  <a:pt x="1564458" y="54033"/>
                </a:lnTo>
                <a:lnTo>
                  <a:pt x="1650246" y="45037"/>
                </a:lnTo>
                <a:lnTo>
                  <a:pt x="1736034" y="45510"/>
                </a:lnTo>
                <a:lnTo>
                  <a:pt x="1821822" y="79760"/>
                </a:lnTo>
                <a:lnTo>
                  <a:pt x="1907610" y="46365"/>
                </a:lnTo>
                <a:lnTo>
                  <a:pt x="1993398" y="71009"/>
                </a:lnTo>
                <a:lnTo>
                  <a:pt x="2079186" y="43197"/>
                </a:lnTo>
                <a:lnTo>
                  <a:pt x="2164974" y="38107"/>
                </a:lnTo>
                <a:lnTo>
                  <a:pt x="2250763" y="46308"/>
                </a:lnTo>
                <a:lnTo>
                  <a:pt x="2336551" y="43904"/>
                </a:lnTo>
                <a:lnTo>
                  <a:pt x="2422339" y="27836"/>
                </a:lnTo>
                <a:lnTo>
                  <a:pt x="2508127" y="41299"/>
                </a:lnTo>
                <a:lnTo>
                  <a:pt x="2593915" y="29893"/>
                </a:lnTo>
                <a:lnTo>
                  <a:pt x="2679703" y="29634"/>
                </a:lnTo>
                <a:lnTo>
                  <a:pt x="2765491" y="41146"/>
                </a:lnTo>
                <a:lnTo>
                  <a:pt x="2851279" y="43630"/>
                </a:lnTo>
                <a:lnTo>
                  <a:pt x="2937067" y="38814"/>
                </a:lnTo>
                <a:lnTo>
                  <a:pt x="3022855" y="51368"/>
                </a:lnTo>
                <a:lnTo>
                  <a:pt x="3108643" y="41362"/>
                </a:lnTo>
                <a:lnTo>
                  <a:pt x="3194431" y="68332"/>
                </a:lnTo>
                <a:lnTo>
                  <a:pt x="3280220" y="63642"/>
                </a:lnTo>
                <a:lnTo>
                  <a:pt x="3366008" y="46617"/>
                </a:lnTo>
                <a:lnTo>
                  <a:pt x="3451796" y="66226"/>
                </a:lnTo>
                <a:lnTo>
                  <a:pt x="3537584" y="41046"/>
                </a:lnTo>
                <a:lnTo>
                  <a:pt x="3623372" y="27017"/>
                </a:lnTo>
                <a:lnTo>
                  <a:pt x="3709160" y="52383"/>
                </a:lnTo>
                <a:lnTo>
                  <a:pt x="3794948" y="73173"/>
                </a:lnTo>
                <a:lnTo>
                  <a:pt x="3880736" y="56359"/>
                </a:lnTo>
                <a:lnTo>
                  <a:pt x="3966524" y="88532"/>
                </a:lnTo>
                <a:lnTo>
                  <a:pt x="4052312" y="74510"/>
                </a:lnTo>
                <a:lnTo>
                  <a:pt x="4138100" y="92038"/>
                </a:lnTo>
                <a:lnTo>
                  <a:pt x="4223888" y="70069"/>
                </a:lnTo>
                <a:lnTo>
                  <a:pt x="4309676" y="82446"/>
                </a:lnTo>
                <a:lnTo>
                  <a:pt x="4395465" y="88183"/>
                </a:lnTo>
                <a:lnTo>
                  <a:pt x="4481253" y="91108"/>
                </a:lnTo>
                <a:lnTo>
                  <a:pt x="4567041" y="78735"/>
                </a:lnTo>
                <a:lnTo>
                  <a:pt x="4652829" y="74419"/>
                </a:lnTo>
                <a:lnTo>
                  <a:pt x="4738617" y="77343"/>
                </a:lnTo>
                <a:lnTo>
                  <a:pt x="4824405" y="64833"/>
                </a:lnTo>
                <a:lnTo>
                  <a:pt x="4910193" y="59847"/>
                </a:lnTo>
                <a:lnTo>
                  <a:pt x="4995981" y="68794"/>
                </a:lnTo>
                <a:lnTo>
                  <a:pt x="5081769" y="73575"/>
                </a:lnTo>
                <a:lnTo>
                  <a:pt x="5167557" y="61692"/>
                </a:lnTo>
                <a:lnTo>
                  <a:pt x="5253345" y="53685"/>
                </a:lnTo>
                <a:lnTo>
                  <a:pt x="5339133" y="54941"/>
                </a:lnTo>
                <a:lnTo>
                  <a:pt x="5424922" y="49359"/>
                </a:lnTo>
                <a:lnTo>
                  <a:pt x="5510710" y="28335"/>
                </a:lnTo>
                <a:lnTo>
                  <a:pt x="5596498" y="61874"/>
                </a:lnTo>
                <a:lnTo>
                  <a:pt x="5682286" y="68927"/>
                </a:lnTo>
                <a:lnTo>
                  <a:pt x="5768074" y="31919"/>
                </a:lnTo>
                <a:lnTo>
                  <a:pt x="5853862" y="45829"/>
                </a:lnTo>
                <a:lnTo>
                  <a:pt x="5939650" y="58923"/>
                </a:lnTo>
                <a:lnTo>
                  <a:pt x="6025438" y="50160"/>
                </a:lnTo>
                <a:lnTo>
                  <a:pt x="6111226" y="27654"/>
                </a:lnTo>
                <a:lnTo>
                  <a:pt x="6197014" y="31443"/>
                </a:lnTo>
                <a:lnTo>
                  <a:pt x="6282802" y="28416"/>
                </a:lnTo>
                <a:lnTo>
                  <a:pt x="6368590" y="33164"/>
                </a:lnTo>
                <a:lnTo>
                  <a:pt x="6454378" y="24924"/>
                </a:lnTo>
                <a:lnTo>
                  <a:pt x="6540167" y="46744"/>
                </a:lnTo>
                <a:lnTo>
                  <a:pt x="6625955" y="2112"/>
                </a:lnTo>
                <a:lnTo>
                  <a:pt x="6711743" y="9289"/>
                </a:lnTo>
                <a:lnTo>
                  <a:pt x="6797531" y="20763"/>
                </a:lnTo>
                <a:lnTo>
                  <a:pt x="6883319" y="16829"/>
                </a:lnTo>
                <a:lnTo>
                  <a:pt x="6969107" y="11311"/>
                </a:lnTo>
                <a:lnTo>
                  <a:pt x="7054895" y="50029"/>
                </a:lnTo>
                <a:lnTo>
                  <a:pt x="7140683" y="17902"/>
                </a:lnTo>
                <a:lnTo>
                  <a:pt x="7226471" y="4080"/>
                </a:lnTo>
                <a:lnTo>
                  <a:pt x="7312259" y="46915"/>
                </a:lnTo>
                <a:lnTo>
                  <a:pt x="7398047" y="31631"/>
                </a:lnTo>
                <a:lnTo>
                  <a:pt x="7483835" y="48441"/>
                </a:lnTo>
                <a:lnTo>
                  <a:pt x="7569623" y="51166"/>
                </a:lnTo>
                <a:lnTo>
                  <a:pt x="7655412" y="62815"/>
                </a:lnTo>
                <a:lnTo>
                  <a:pt x="7741200" y="47940"/>
                </a:lnTo>
                <a:lnTo>
                  <a:pt x="7826988" y="54097"/>
                </a:lnTo>
                <a:lnTo>
                  <a:pt x="7912776" y="23292"/>
                </a:lnTo>
                <a:lnTo>
                  <a:pt x="7998564" y="25426"/>
                </a:lnTo>
                <a:lnTo>
                  <a:pt x="8084352" y="31864"/>
                </a:lnTo>
                <a:lnTo>
                  <a:pt x="8170140" y="30816"/>
                </a:lnTo>
                <a:lnTo>
                  <a:pt x="8255928" y="143"/>
                </a:lnTo>
                <a:lnTo>
                  <a:pt x="8341716" y="0"/>
                </a:lnTo>
                <a:lnTo>
                  <a:pt x="8427504" y="24217"/>
                </a:lnTo>
                <a:lnTo>
                  <a:pt x="8513292" y="40524"/>
                </a:lnTo>
                <a:lnTo>
                  <a:pt x="8599080" y="20339"/>
                </a:lnTo>
                <a:lnTo>
                  <a:pt x="8684869" y="16577"/>
                </a:lnTo>
                <a:lnTo>
                  <a:pt x="8770657" y="3253"/>
                </a:lnTo>
                <a:lnTo>
                  <a:pt x="8856445" y="33220"/>
                </a:lnTo>
                <a:lnTo>
                  <a:pt x="8942233" y="25188"/>
                </a:lnTo>
                <a:lnTo>
                  <a:pt x="9028021" y="28019"/>
                </a:lnTo>
                <a:lnTo>
                  <a:pt x="9113809" y="33689"/>
                </a:lnTo>
                <a:lnTo>
                  <a:pt x="9199597" y="36423"/>
                </a:lnTo>
                <a:lnTo>
                  <a:pt x="9285385" y="17676"/>
                </a:lnTo>
                <a:lnTo>
                  <a:pt x="9371173" y="33515"/>
                </a:lnTo>
                <a:lnTo>
                  <a:pt x="9456961" y="48804"/>
                </a:lnTo>
                <a:lnTo>
                  <a:pt x="9542749" y="72095"/>
                </a:lnTo>
                <a:lnTo>
                  <a:pt x="9628537" y="45536"/>
                </a:lnTo>
                <a:lnTo>
                  <a:pt x="9714325" y="57187"/>
                </a:lnTo>
                <a:lnTo>
                  <a:pt x="9800114" y="33296"/>
                </a:lnTo>
                <a:lnTo>
                  <a:pt x="9885902" y="77403"/>
                </a:lnTo>
                <a:lnTo>
                  <a:pt x="9971690" y="53222"/>
                </a:lnTo>
                <a:lnTo>
                  <a:pt x="10057478" y="56418"/>
                </a:lnTo>
                <a:lnTo>
                  <a:pt x="10143266" y="64830"/>
                </a:lnTo>
                <a:lnTo>
                  <a:pt x="10229054" y="54715"/>
                </a:lnTo>
                <a:lnTo>
                  <a:pt x="10314842" y="16647"/>
                </a:lnTo>
                <a:lnTo>
                  <a:pt x="10400630" y="45671"/>
                </a:lnTo>
                <a:lnTo>
                  <a:pt x="10486418" y="48200"/>
                </a:lnTo>
                <a:lnTo>
                  <a:pt x="10572206" y="53541"/>
                </a:lnTo>
                <a:lnTo>
                  <a:pt x="10657994" y="66657"/>
                </a:lnTo>
                <a:lnTo>
                  <a:pt x="10743782" y="60553"/>
                </a:lnTo>
                <a:lnTo>
                  <a:pt x="10829571" y="71909"/>
                </a:lnTo>
                <a:lnTo>
                  <a:pt x="10915359" y="73351"/>
                </a:lnTo>
                <a:lnTo>
                  <a:pt x="11001147" y="48397"/>
                </a:lnTo>
                <a:lnTo>
                  <a:pt x="11086935" y="52777"/>
                </a:lnTo>
                <a:lnTo>
                  <a:pt x="11172723" y="88211"/>
                </a:lnTo>
                <a:lnTo>
                  <a:pt x="11258511" y="78047"/>
                </a:lnTo>
                <a:lnTo>
                  <a:pt x="11344299" y="76016"/>
                </a:lnTo>
                <a:lnTo>
                  <a:pt x="11430087" y="78859"/>
                </a:lnTo>
                <a:lnTo>
                  <a:pt x="11515875" y="39994"/>
                </a:lnTo>
                <a:lnTo>
                  <a:pt x="11601663" y="80555"/>
                </a:lnTo>
                <a:lnTo>
                  <a:pt x="11687451" y="79176"/>
                </a:lnTo>
                <a:lnTo>
                  <a:pt x="11773239" y="85277"/>
                </a:lnTo>
                <a:lnTo>
                  <a:pt x="11859027" y="75161"/>
                </a:lnTo>
                <a:lnTo>
                  <a:pt x="11944816" y="72249"/>
                </a:lnTo>
                <a:lnTo>
                  <a:pt x="12030604" y="73258"/>
                </a:lnTo>
                <a:lnTo>
                  <a:pt x="12116392" y="66252"/>
                </a:lnTo>
                <a:lnTo>
                  <a:pt x="12202180" y="68256"/>
                </a:lnTo>
                <a:lnTo>
                  <a:pt x="12287968" y="65009"/>
                </a:lnTo>
                <a:lnTo>
                  <a:pt x="12373756" y="41676"/>
                </a:lnTo>
                <a:lnTo>
                  <a:pt x="12459544" y="73935"/>
                </a:lnTo>
                <a:lnTo>
                  <a:pt x="12545332" y="84067"/>
                </a:lnTo>
                <a:lnTo>
                  <a:pt x="12631120" y="62422"/>
                </a:lnTo>
                <a:lnTo>
                  <a:pt x="12716908" y="78588"/>
                </a:lnTo>
                <a:lnTo>
                  <a:pt x="12802696" y="92124"/>
                </a:lnTo>
                <a:lnTo>
                  <a:pt x="12888484" y="62234"/>
                </a:lnTo>
                <a:lnTo>
                  <a:pt x="12951100" y="46148"/>
                </a:lnTo>
                <a:lnTo>
                  <a:pt x="12956822" y="134594"/>
                </a:lnTo>
                <a:lnTo>
                  <a:pt x="12956420" y="223040"/>
                </a:lnTo>
                <a:lnTo>
                  <a:pt x="12966743" y="311487"/>
                </a:lnTo>
                <a:lnTo>
                  <a:pt x="12937436" y="399933"/>
                </a:lnTo>
                <a:lnTo>
                  <a:pt x="12928126" y="488380"/>
                </a:lnTo>
                <a:lnTo>
                  <a:pt x="12949718" y="576826"/>
                </a:lnTo>
                <a:lnTo>
                  <a:pt x="12962012" y="665273"/>
                </a:lnTo>
                <a:lnTo>
                  <a:pt x="12960596" y="753719"/>
                </a:lnTo>
                <a:lnTo>
                  <a:pt x="12959541" y="842165"/>
                </a:lnTo>
                <a:lnTo>
                  <a:pt x="12964141" y="930612"/>
                </a:lnTo>
                <a:lnTo>
                  <a:pt x="12950993" y="1019058"/>
                </a:lnTo>
                <a:lnTo>
                  <a:pt x="12947196" y="1107505"/>
                </a:lnTo>
                <a:lnTo>
                  <a:pt x="12928343" y="1195951"/>
                </a:lnTo>
                <a:lnTo>
                  <a:pt x="12974273" y="1276956"/>
                </a:lnTo>
                <a:lnTo>
                  <a:pt x="12888484" y="1267809"/>
                </a:lnTo>
                <a:lnTo>
                  <a:pt x="12802696" y="1245255"/>
                </a:lnTo>
                <a:lnTo>
                  <a:pt x="12716908" y="1268717"/>
                </a:lnTo>
                <a:lnTo>
                  <a:pt x="12631120" y="1267678"/>
                </a:lnTo>
                <a:lnTo>
                  <a:pt x="12545332" y="1247045"/>
                </a:lnTo>
                <a:lnTo>
                  <a:pt x="12459544" y="1248335"/>
                </a:lnTo>
                <a:lnTo>
                  <a:pt x="12373756" y="1265590"/>
                </a:lnTo>
                <a:lnTo>
                  <a:pt x="12287968" y="1268021"/>
                </a:lnTo>
                <a:lnTo>
                  <a:pt x="12202180" y="1256661"/>
                </a:lnTo>
                <a:lnTo>
                  <a:pt x="12116392" y="1249292"/>
                </a:lnTo>
                <a:lnTo>
                  <a:pt x="12030604" y="1251176"/>
                </a:lnTo>
                <a:lnTo>
                  <a:pt x="11944816" y="1241084"/>
                </a:lnTo>
                <a:lnTo>
                  <a:pt x="11859027" y="1260003"/>
                </a:lnTo>
                <a:lnTo>
                  <a:pt x="11773239" y="1281553"/>
                </a:lnTo>
                <a:lnTo>
                  <a:pt x="11687451" y="1279905"/>
                </a:lnTo>
                <a:lnTo>
                  <a:pt x="11601663" y="1242256"/>
                </a:lnTo>
                <a:lnTo>
                  <a:pt x="11515875" y="1277246"/>
                </a:lnTo>
                <a:lnTo>
                  <a:pt x="11430087" y="1280753"/>
                </a:lnTo>
                <a:lnTo>
                  <a:pt x="11344299" y="1272189"/>
                </a:lnTo>
                <a:lnTo>
                  <a:pt x="11258511" y="1246722"/>
                </a:lnTo>
                <a:lnTo>
                  <a:pt x="11172723" y="1263803"/>
                </a:lnTo>
                <a:lnTo>
                  <a:pt x="11086935" y="1264920"/>
                </a:lnTo>
                <a:lnTo>
                  <a:pt x="11001147" y="1256303"/>
                </a:lnTo>
                <a:lnTo>
                  <a:pt x="10915359" y="1246506"/>
                </a:lnTo>
                <a:lnTo>
                  <a:pt x="10829571" y="1271235"/>
                </a:lnTo>
                <a:lnTo>
                  <a:pt x="10743782" y="1256817"/>
                </a:lnTo>
                <a:lnTo>
                  <a:pt x="10657994" y="1247022"/>
                </a:lnTo>
                <a:lnTo>
                  <a:pt x="10572206" y="1239929"/>
                </a:lnTo>
                <a:lnTo>
                  <a:pt x="10486418" y="1267233"/>
                </a:lnTo>
                <a:lnTo>
                  <a:pt x="10400630" y="1248143"/>
                </a:lnTo>
                <a:lnTo>
                  <a:pt x="10314842" y="1281109"/>
                </a:lnTo>
                <a:lnTo>
                  <a:pt x="10229054" y="1263734"/>
                </a:lnTo>
                <a:lnTo>
                  <a:pt x="10143266" y="1267760"/>
                </a:lnTo>
                <a:lnTo>
                  <a:pt x="10057478" y="1251220"/>
                </a:lnTo>
                <a:lnTo>
                  <a:pt x="9971690" y="1254503"/>
                </a:lnTo>
                <a:lnTo>
                  <a:pt x="9885902" y="1284053"/>
                </a:lnTo>
                <a:lnTo>
                  <a:pt x="9800114" y="1283166"/>
                </a:lnTo>
                <a:lnTo>
                  <a:pt x="9714325" y="1273203"/>
                </a:lnTo>
                <a:lnTo>
                  <a:pt x="9628537" y="1288754"/>
                </a:lnTo>
                <a:lnTo>
                  <a:pt x="9542749" y="1248146"/>
                </a:lnTo>
                <a:lnTo>
                  <a:pt x="9456961" y="1239539"/>
                </a:lnTo>
                <a:lnTo>
                  <a:pt x="9371173" y="1250648"/>
                </a:lnTo>
                <a:lnTo>
                  <a:pt x="9285385" y="1271078"/>
                </a:lnTo>
                <a:lnTo>
                  <a:pt x="9199597" y="1267491"/>
                </a:lnTo>
                <a:lnTo>
                  <a:pt x="9113809" y="1255425"/>
                </a:lnTo>
                <a:lnTo>
                  <a:pt x="9028021" y="1271174"/>
                </a:lnTo>
                <a:lnTo>
                  <a:pt x="8942233" y="1263622"/>
                </a:lnTo>
                <a:lnTo>
                  <a:pt x="8856445" y="1282312"/>
                </a:lnTo>
                <a:lnTo>
                  <a:pt x="8770657" y="1288306"/>
                </a:lnTo>
                <a:lnTo>
                  <a:pt x="8684869" y="1287659"/>
                </a:lnTo>
                <a:lnTo>
                  <a:pt x="8599080" y="1303681"/>
                </a:lnTo>
                <a:lnTo>
                  <a:pt x="8513292" y="1273050"/>
                </a:lnTo>
                <a:lnTo>
                  <a:pt x="8427504" y="1284056"/>
                </a:lnTo>
                <a:lnTo>
                  <a:pt x="8341716" y="1270199"/>
                </a:lnTo>
                <a:lnTo>
                  <a:pt x="8255928" y="1285949"/>
                </a:lnTo>
                <a:lnTo>
                  <a:pt x="8170140" y="1302132"/>
                </a:lnTo>
                <a:lnTo>
                  <a:pt x="8084352" y="1291794"/>
                </a:lnTo>
                <a:lnTo>
                  <a:pt x="7998564" y="1273812"/>
                </a:lnTo>
                <a:lnTo>
                  <a:pt x="7912776" y="1287828"/>
                </a:lnTo>
                <a:lnTo>
                  <a:pt x="7826988" y="1272236"/>
                </a:lnTo>
                <a:lnTo>
                  <a:pt x="7741200" y="1245871"/>
                </a:lnTo>
                <a:lnTo>
                  <a:pt x="7655412" y="1247892"/>
                </a:lnTo>
                <a:lnTo>
                  <a:pt x="7569623" y="1252231"/>
                </a:lnTo>
                <a:lnTo>
                  <a:pt x="7483835" y="1251214"/>
                </a:lnTo>
                <a:lnTo>
                  <a:pt x="7398047" y="1267606"/>
                </a:lnTo>
                <a:lnTo>
                  <a:pt x="7312259" y="1239636"/>
                </a:lnTo>
                <a:lnTo>
                  <a:pt x="7226471" y="1248456"/>
                </a:lnTo>
                <a:lnTo>
                  <a:pt x="7140683" y="1252117"/>
                </a:lnTo>
                <a:lnTo>
                  <a:pt x="7054895" y="1266693"/>
                </a:lnTo>
                <a:lnTo>
                  <a:pt x="6969107" y="1268472"/>
                </a:lnTo>
                <a:lnTo>
                  <a:pt x="6883319" y="1261896"/>
                </a:lnTo>
                <a:lnTo>
                  <a:pt x="6797531" y="1258671"/>
                </a:lnTo>
                <a:lnTo>
                  <a:pt x="6711743" y="1257566"/>
                </a:lnTo>
                <a:lnTo>
                  <a:pt x="6625955" y="1264991"/>
                </a:lnTo>
                <a:lnTo>
                  <a:pt x="6540167" y="1273342"/>
                </a:lnTo>
                <a:lnTo>
                  <a:pt x="6454378" y="1295163"/>
                </a:lnTo>
                <a:lnTo>
                  <a:pt x="6368590" y="1290672"/>
                </a:lnTo>
                <a:lnTo>
                  <a:pt x="6282802" y="1295369"/>
                </a:lnTo>
                <a:lnTo>
                  <a:pt x="6197014" y="1254989"/>
                </a:lnTo>
                <a:lnTo>
                  <a:pt x="6111226" y="1268730"/>
                </a:lnTo>
                <a:lnTo>
                  <a:pt x="6025438" y="1301044"/>
                </a:lnTo>
                <a:lnTo>
                  <a:pt x="5939650" y="1268228"/>
                </a:lnTo>
                <a:lnTo>
                  <a:pt x="5853862" y="1278078"/>
                </a:lnTo>
                <a:lnTo>
                  <a:pt x="5768074" y="1263948"/>
                </a:lnTo>
                <a:lnTo>
                  <a:pt x="5682286" y="1290194"/>
                </a:lnTo>
                <a:lnTo>
                  <a:pt x="5596498" y="1285052"/>
                </a:lnTo>
                <a:lnTo>
                  <a:pt x="5510710" y="1286130"/>
                </a:lnTo>
                <a:lnTo>
                  <a:pt x="5424922" y="1282018"/>
                </a:lnTo>
                <a:lnTo>
                  <a:pt x="5339133" y="1276743"/>
                </a:lnTo>
                <a:lnTo>
                  <a:pt x="5253345" y="1276492"/>
                </a:lnTo>
                <a:lnTo>
                  <a:pt x="5167557" y="1301762"/>
                </a:lnTo>
                <a:lnTo>
                  <a:pt x="5081769" y="1316229"/>
                </a:lnTo>
                <a:lnTo>
                  <a:pt x="4995981" y="1307885"/>
                </a:lnTo>
                <a:lnTo>
                  <a:pt x="4910193" y="1311603"/>
                </a:lnTo>
                <a:lnTo>
                  <a:pt x="4824405" y="1283790"/>
                </a:lnTo>
                <a:lnTo>
                  <a:pt x="4738617" y="1304400"/>
                </a:lnTo>
                <a:lnTo>
                  <a:pt x="4652829" y="1318531"/>
                </a:lnTo>
                <a:lnTo>
                  <a:pt x="4567041" y="1321211"/>
                </a:lnTo>
                <a:lnTo>
                  <a:pt x="4481253" y="1317428"/>
                </a:lnTo>
                <a:lnTo>
                  <a:pt x="4395465" y="1328983"/>
                </a:lnTo>
                <a:lnTo>
                  <a:pt x="4309676" y="1317227"/>
                </a:lnTo>
                <a:lnTo>
                  <a:pt x="4223888" y="1324533"/>
                </a:lnTo>
                <a:lnTo>
                  <a:pt x="4138100" y="1314460"/>
                </a:lnTo>
                <a:lnTo>
                  <a:pt x="4052312" y="1310992"/>
                </a:lnTo>
                <a:lnTo>
                  <a:pt x="3966524" y="1289041"/>
                </a:lnTo>
                <a:lnTo>
                  <a:pt x="3880736" y="1330857"/>
                </a:lnTo>
                <a:lnTo>
                  <a:pt x="3794948" y="1332776"/>
                </a:lnTo>
                <a:lnTo>
                  <a:pt x="3709160" y="1310143"/>
                </a:lnTo>
                <a:lnTo>
                  <a:pt x="3623372" y="1309995"/>
                </a:lnTo>
                <a:lnTo>
                  <a:pt x="3537584" y="1292759"/>
                </a:lnTo>
                <a:lnTo>
                  <a:pt x="3451796" y="1302316"/>
                </a:lnTo>
                <a:lnTo>
                  <a:pt x="3366008" y="1289853"/>
                </a:lnTo>
                <a:lnTo>
                  <a:pt x="3280220" y="1306642"/>
                </a:lnTo>
                <a:lnTo>
                  <a:pt x="3194431" y="1286789"/>
                </a:lnTo>
                <a:lnTo>
                  <a:pt x="3108643" y="1278534"/>
                </a:lnTo>
                <a:lnTo>
                  <a:pt x="3022855" y="1263761"/>
                </a:lnTo>
                <a:lnTo>
                  <a:pt x="2937067" y="1283070"/>
                </a:lnTo>
                <a:lnTo>
                  <a:pt x="2851279" y="1280523"/>
                </a:lnTo>
                <a:lnTo>
                  <a:pt x="2765491" y="1293959"/>
                </a:lnTo>
                <a:lnTo>
                  <a:pt x="2679703" y="1261886"/>
                </a:lnTo>
                <a:lnTo>
                  <a:pt x="2593915" y="1242681"/>
                </a:lnTo>
                <a:lnTo>
                  <a:pt x="2508127" y="1275156"/>
                </a:lnTo>
                <a:lnTo>
                  <a:pt x="2422339" y="1273216"/>
                </a:lnTo>
                <a:lnTo>
                  <a:pt x="2336551" y="1268155"/>
                </a:lnTo>
                <a:lnTo>
                  <a:pt x="2250763" y="1281044"/>
                </a:lnTo>
                <a:lnTo>
                  <a:pt x="2164974" y="1270866"/>
                </a:lnTo>
                <a:lnTo>
                  <a:pt x="2079186" y="1275314"/>
                </a:lnTo>
                <a:lnTo>
                  <a:pt x="1993398" y="1269833"/>
                </a:lnTo>
                <a:lnTo>
                  <a:pt x="1907610" y="1248197"/>
                </a:lnTo>
                <a:lnTo>
                  <a:pt x="1821822" y="1253794"/>
                </a:lnTo>
                <a:lnTo>
                  <a:pt x="1736034" y="1271078"/>
                </a:lnTo>
                <a:lnTo>
                  <a:pt x="1650246" y="1249827"/>
                </a:lnTo>
                <a:lnTo>
                  <a:pt x="1564458" y="1252100"/>
                </a:lnTo>
                <a:lnTo>
                  <a:pt x="1478670" y="1255006"/>
                </a:lnTo>
                <a:lnTo>
                  <a:pt x="1392882" y="1268563"/>
                </a:lnTo>
                <a:lnTo>
                  <a:pt x="1307094" y="1282942"/>
                </a:lnTo>
                <a:lnTo>
                  <a:pt x="1221306" y="1260549"/>
                </a:lnTo>
                <a:lnTo>
                  <a:pt x="1135518" y="1236426"/>
                </a:lnTo>
                <a:lnTo>
                  <a:pt x="1049729" y="1275989"/>
                </a:lnTo>
                <a:lnTo>
                  <a:pt x="963941" y="1263284"/>
                </a:lnTo>
                <a:lnTo>
                  <a:pt x="878153" y="1288571"/>
                </a:lnTo>
                <a:lnTo>
                  <a:pt x="792365" y="1291328"/>
                </a:lnTo>
                <a:lnTo>
                  <a:pt x="706577" y="1276980"/>
                </a:lnTo>
                <a:lnTo>
                  <a:pt x="620789" y="1289051"/>
                </a:lnTo>
                <a:lnTo>
                  <a:pt x="535001" y="1284201"/>
                </a:lnTo>
                <a:lnTo>
                  <a:pt x="449213" y="1278506"/>
                </a:lnTo>
                <a:lnTo>
                  <a:pt x="363426" y="1266326"/>
                </a:lnTo>
                <a:lnTo>
                  <a:pt x="277638" y="1270171"/>
                </a:lnTo>
                <a:lnTo>
                  <a:pt x="191850" y="1305685"/>
                </a:lnTo>
                <a:lnTo>
                  <a:pt x="106062" y="1279355"/>
                </a:lnTo>
                <a:lnTo>
                  <a:pt x="17704" y="1284398"/>
                </a:lnTo>
                <a:lnTo>
                  <a:pt x="2052" y="1195951"/>
                </a:lnTo>
                <a:lnTo>
                  <a:pt x="12297" y="1107505"/>
                </a:lnTo>
                <a:lnTo>
                  <a:pt x="21627" y="1019058"/>
                </a:lnTo>
                <a:lnTo>
                  <a:pt x="2046" y="930612"/>
                </a:lnTo>
                <a:lnTo>
                  <a:pt x="669" y="842165"/>
                </a:lnTo>
                <a:lnTo>
                  <a:pt x="15140" y="753719"/>
                </a:lnTo>
                <a:lnTo>
                  <a:pt x="34428" y="665273"/>
                </a:lnTo>
                <a:lnTo>
                  <a:pt x="2964" y="576826"/>
                </a:lnTo>
                <a:lnTo>
                  <a:pt x="8304" y="488380"/>
                </a:lnTo>
                <a:lnTo>
                  <a:pt x="0" y="399933"/>
                </a:lnTo>
                <a:lnTo>
                  <a:pt x="14265" y="311487"/>
                </a:lnTo>
                <a:lnTo>
                  <a:pt x="29691" y="223040"/>
                </a:lnTo>
                <a:lnTo>
                  <a:pt x="12560" y="134594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419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5C2E14"/>
                </a:solidFill>
                <a:latin typeface="Arial"/>
                <a:ea typeface="맑은 고딕"/>
              </a:rPr>
              <a:t>02 · 탐지 모델의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6477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75"/>
              </a:lnSpc>
            </a:pPr>
            <a:r>
              <a:rPr sz="3750" b="1">
                <a:solidFill>
                  <a:srgbClr val="5C2E14"/>
                </a:solidFill>
                <a:latin typeface="Arial Black"/>
                <a:ea typeface="맑은 고딕"/>
              </a:rPr>
              <a:t>이미지가 박스가 되는 </a:t>
            </a:r>
            <a:r>
              <a:rPr sz="3375" b="1">
                <a:solidFill>
                  <a:srgbClr val="7A4A2A"/>
                </a:solidFill>
                <a:latin typeface="Arial"/>
                <a:ea typeface="맑은 고딕"/>
              </a:rPr>
              <a:t>4</a:t>
            </a:r>
            <a:r>
              <a:rPr sz="3750" b="1">
                <a:solidFill>
                  <a:srgbClr val="5C2E14"/>
                </a:solidFill>
                <a:latin typeface="Arial Black"/>
                <a:ea typeface="맑은 고딕"/>
              </a:rPr>
              <a:t>단계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52625" y="1962150"/>
            <a:ext cx="8286750" cy="0"/>
          </a:xfrm>
          <a:prstGeom prst="line">
            <a:avLst/>
          </a:prstGeom>
          <a:ln w="28575">
            <a:solidFill>
              <a:srgbClr val="5C2E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609725" y="1619250"/>
            <a:ext cx="685800" cy="685800"/>
          </a:xfrm>
          <a:prstGeom prst="ellipse">
            <a:avLst/>
          </a:prstGeom>
          <a:solidFill>
            <a:srgbClr val="5C2E14"/>
          </a:solidFill>
          <a:ln w="38100">
            <a:solidFill>
              <a:srgbClr val="F3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F3EBDD"/>
                </a:solidFill>
                <a:latin typeface="Arial Black"/>
                <a:ea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371975" y="1619250"/>
            <a:ext cx="685800" cy="685800"/>
          </a:xfrm>
          <a:prstGeom prst="ellipse">
            <a:avLst/>
          </a:prstGeom>
          <a:solidFill>
            <a:srgbClr val="5C2E14"/>
          </a:solidFill>
          <a:ln w="38100">
            <a:solidFill>
              <a:srgbClr val="F3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F3EBDD"/>
                </a:solidFill>
                <a:latin typeface="Arial Black"/>
                <a:ea typeface="맑은 고딕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7134225" y="1619250"/>
            <a:ext cx="685800" cy="685800"/>
          </a:xfrm>
          <a:prstGeom prst="ellipse">
            <a:avLst/>
          </a:prstGeom>
          <a:solidFill>
            <a:srgbClr val="5C2E14"/>
          </a:solidFill>
          <a:ln w="38100">
            <a:solidFill>
              <a:srgbClr val="F3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F3EBDD"/>
                </a:solidFill>
                <a:latin typeface="Arial Black"/>
                <a:ea typeface="맑은 고딕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9896475" y="1619250"/>
            <a:ext cx="685800" cy="685800"/>
          </a:xfrm>
          <a:prstGeom prst="ellipse">
            <a:avLst/>
          </a:prstGeom>
          <a:solidFill>
            <a:srgbClr val="5C2E14"/>
          </a:solidFill>
          <a:ln w="38100">
            <a:solidFill>
              <a:srgbClr val="F3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F3EBDD"/>
                </a:solidFill>
                <a:latin typeface="Arial Black"/>
                <a:ea typeface="맑은 고딕"/>
              </a:rPr>
              <a:t>4</a:t>
            </a:r>
          </a:p>
        </p:txBody>
      </p:sp>
      <p:sp>
        <p:nvSpPr>
          <p:cNvPr id="11" name="Freeform 10"/>
          <p:cNvSpPr/>
          <p:nvPr/>
        </p:nvSpPr>
        <p:spPr>
          <a:xfrm rot="21540000">
            <a:off x="656066" y="2669986"/>
            <a:ext cx="2563499" cy="3091875"/>
          </a:xfrm>
          <a:custGeom>
            <a:avLst/>
            <a:gdLst/>
            <a:ahLst/>
            <a:cxnLst/>
            <a:rect l="l" t="t" r="r" b="b"/>
            <a:pathLst>
              <a:path w="2563499" h="3091875">
                <a:moveTo>
                  <a:pt x="39259" y="34251"/>
                </a:moveTo>
                <a:lnTo>
                  <a:pt x="125969" y="9939"/>
                </a:lnTo>
                <a:lnTo>
                  <a:pt x="212679" y="19538"/>
                </a:lnTo>
                <a:lnTo>
                  <a:pt x="299390" y="53663"/>
                </a:lnTo>
                <a:lnTo>
                  <a:pt x="386100" y="38290"/>
                </a:lnTo>
                <a:lnTo>
                  <a:pt x="472810" y="26539"/>
                </a:lnTo>
                <a:lnTo>
                  <a:pt x="559521" y="28642"/>
                </a:lnTo>
                <a:lnTo>
                  <a:pt x="646231" y="48034"/>
                </a:lnTo>
                <a:lnTo>
                  <a:pt x="732941" y="21646"/>
                </a:lnTo>
                <a:lnTo>
                  <a:pt x="819652" y="51150"/>
                </a:lnTo>
                <a:lnTo>
                  <a:pt x="906362" y="45875"/>
                </a:lnTo>
                <a:lnTo>
                  <a:pt x="993072" y="53191"/>
                </a:lnTo>
                <a:lnTo>
                  <a:pt x="1079783" y="32806"/>
                </a:lnTo>
                <a:lnTo>
                  <a:pt x="1166493" y="18177"/>
                </a:lnTo>
                <a:lnTo>
                  <a:pt x="1253203" y="18227"/>
                </a:lnTo>
                <a:lnTo>
                  <a:pt x="1339914" y="33108"/>
                </a:lnTo>
                <a:lnTo>
                  <a:pt x="1426624" y="30230"/>
                </a:lnTo>
                <a:lnTo>
                  <a:pt x="1513334" y="60358"/>
                </a:lnTo>
                <a:lnTo>
                  <a:pt x="1600045" y="52807"/>
                </a:lnTo>
                <a:lnTo>
                  <a:pt x="1686755" y="26471"/>
                </a:lnTo>
                <a:lnTo>
                  <a:pt x="1773465" y="0"/>
                </a:lnTo>
                <a:lnTo>
                  <a:pt x="1860176" y="32241"/>
                </a:lnTo>
                <a:lnTo>
                  <a:pt x="1946886" y="1672"/>
                </a:lnTo>
                <a:lnTo>
                  <a:pt x="2033596" y="14812"/>
                </a:lnTo>
                <a:lnTo>
                  <a:pt x="2120307" y="11732"/>
                </a:lnTo>
                <a:lnTo>
                  <a:pt x="2207017" y="20476"/>
                </a:lnTo>
                <a:lnTo>
                  <a:pt x="2293727" y="15674"/>
                </a:lnTo>
                <a:lnTo>
                  <a:pt x="2380438" y="12948"/>
                </a:lnTo>
                <a:lnTo>
                  <a:pt x="2467148" y="18120"/>
                </a:lnTo>
                <a:lnTo>
                  <a:pt x="2526067" y="35114"/>
                </a:lnTo>
                <a:lnTo>
                  <a:pt x="2529113" y="121111"/>
                </a:lnTo>
                <a:lnTo>
                  <a:pt x="2526607" y="207108"/>
                </a:lnTo>
                <a:lnTo>
                  <a:pt x="2519165" y="293105"/>
                </a:lnTo>
                <a:lnTo>
                  <a:pt x="2525543" y="379102"/>
                </a:lnTo>
                <a:lnTo>
                  <a:pt x="2534227" y="465099"/>
                </a:lnTo>
                <a:lnTo>
                  <a:pt x="2520293" y="551096"/>
                </a:lnTo>
                <a:lnTo>
                  <a:pt x="2540999" y="637094"/>
                </a:lnTo>
                <a:lnTo>
                  <a:pt x="2535659" y="723091"/>
                </a:lnTo>
                <a:lnTo>
                  <a:pt x="2535973" y="809088"/>
                </a:lnTo>
                <a:lnTo>
                  <a:pt x="2518066" y="895085"/>
                </a:lnTo>
                <a:lnTo>
                  <a:pt x="2539870" y="981082"/>
                </a:lnTo>
                <a:lnTo>
                  <a:pt x="2530814" y="1067079"/>
                </a:lnTo>
                <a:lnTo>
                  <a:pt x="2535759" y="1153076"/>
                </a:lnTo>
                <a:lnTo>
                  <a:pt x="2511553" y="1239074"/>
                </a:lnTo>
                <a:lnTo>
                  <a:pt x="2526827" y="1325071"/>
                </a:lnTo>
                <a:lnTo>
                  <a:pt x="2526919" y="1411068"/>
                </a:lnTo>
                <a:lnTo>
                  <a:pt x="2547254" y="1497065"/>
                </a:lnTo>
                <a:lnTo>
                  <a:pt x="2525649" y="1583062"/>
                </a:lnTo>
                <a:lnTo>
                  <a:pt x="2506353" y="1669059"/>
                </a:lnTo>
                <a:lnTo>
                  <a:pt x="2531429" y="1755056"/>
                </a:lnTo>
                <a:lnTo>
                  <a:pt x="2528638" y="1841054"/>
                </a:lnTo>
                <a:lnTo>
                  <a:pt x="2519002" y="1927051"/>
                </a:lnTo>
                <a:lnTo>
                  <a:pt x="2520354" y="2013048"/>
                </a:lnTo>
                <a:lnTo>
                  <a:pt x="2523824" y="2099045"/>
                </a:lnTo>
                <a:lnTo>
                  <a:pt x="2537418" y="2185042"/>
                </a:lnTo>
                <a:lnTo>
                  <a:pt x="2527881" y="2271039"/>
                </a:lnTo>
                <a:lnTo>
                  <a:pt x="2538354" y="2357036"/>
                </a:lnTo>
                <a:lnTo>
                  <a:pt x="2540160" y="2443034"/>
                </a:lnTo>
                <a:lnTo>
                  <a:pt x="2529697" y="2529031"/>
                </a:lnTo>
                <a:lnTo>
                  <a:pt x="2557763" y="2615028"/>
                </a:lnTo>
                <a:lnTo>
                  <a:pt x="2543988" y="2701025"/>
                </a:lnTo>
                <a:lnTo>
                  <a:pt x="2546683" y="2787022"/>
                </a:lnTo>
                <a:lnTo>
                  <a:pt x="2563499" y="2873019"/>
                </a:lnTo>
                <a:lnTo>
                  <a:pt x="2555777" y="2959016"/>
                </a:lnTo>
                <a:lnTo>
                  <a:pt x="2553859" y="3048697"/>
                </a:lnTo>
                <a:lnTo>
                  <a:pt x="2467148" y="3058476"/>
                </a:lnTo>
                <a:lnTo>
                  <a:pt x="2380438" y="3078208"/>
                </a:lnTo>
                <a:lnTo>
                  <a:pt x="2293727" y="3061479"/>
                </a:lnTo>
                <a:lnTo>
                  <a:pt x="2207017" y="3061973"/>
                </a:lnTo>
                <a:lnTo>
                  <a:pt x="2120307" y="3051908"/>
                </a:lnTo>
                <a:lnTo>
                  <a:pt x="2033596" y="3079109"/>
                </a:lnTo>
                <a:lnTo>
                  <a:pt x="1946886" y="3064582"/>
                </a:lnTo>
                <a:lnTo>
                  <a:pt x="1860176" y="3066365"/>
                </a:lnTo>
                <a:lnTo>
                  <a:pt x="1773465" y="3078539"/>
                </a:lnTo>
                <a:lnTo>
                  <a:pt x="1686755" y="3091875"/>
                </a:lnTo>
                <a:lnTo>
                  <a:pt x="1600045" y="3059867"/>
                </a:lnTo>
                <a:lnTo>
                  <a:pt x="1513334" y="3078163"/>
                </a:lnTo>
                <a:lnTo>
                  <a:pt x="1426624" y="3068703"/>
                </a:lnTo>
                <a:lnTo>
                  <a:pt x="1339914" y="3042964"/>
                </a:lnTo>
                <a:lnTo>
                  <a:pt x="1253203" y="3059183"/>
                </a:lnTo>
                <a:lnTo>
                  <a:pt x="1166493" y="3057716"/>
                </a:lnTo>
                <a:lnTo>
                  <a:pt x="1079783" y="3062971"/>
                </a:lnTo>
                <a:lnTo>
                  <a:pt x="993072" y="3071492"/>
                </a:lnTo>
                <a:lnTo>
                  <a:pt x="906362" y="3068195"/>
                </a:lnTo>
                <a:lnTo>
                  <a:pt x="819652" y="3058593"/>
                </a:lnTo>
                <a:lnTo>
                  <a:pt x="732941" y="3072104"/>
                </a:lnTo>
                <a:lnTo>
                  <a:pt x="646231" y="3082519"/>
                </a:lnTo>
                <a:lnTo>
                  <a:pt x="559521" y="3061658"/>
                </a:lnTo>
                <a:lnTo>
                  <a:pt x="472810" y="3071026"/>
                </a:lnTo>
                <a:lnTo>
                  <a:pt x="386100" y="3067404"/>
                </a:lnTo>
                <a:lnTo>
                  <a:pt x="299390" y="3046409"/>
                </a:lnTo>
                <a:lnTo>
                  <a:pt x="212679" y="3069186"/>
                </a:lnTo>
                <a:lnTo>
                  <a:pt x="125969" y="3086693"/>
                </a:lnTo>
                <a:lnTo>
                  <a:pt x="32066" y="3045014"/>
                </a:lnTo>
                <a:lnTo>
                  <a:pt x="27951" y="2959016"/>
                </a:lnTo>
                <a:lnTo>
                  <a:pt x="6807" y="2873019"/>
                </a:lnTo>
                <a:lnTo>
                  <a:pt x="8717" y="2787022"/>
                </a:lnTo>
                <a:lnTo>
                  <a:pt x="3135" y="2701025"/>
                </a:lnTo>
                <a:lnTo>
                  <a:pt x="0" y="2615028"/>
                </a:lnTo>
                <a:lnTo>
                  <a:pt x="19640" y="2529031"/>
                </a:lnTo>
                <a:lnTo>
                  <a:pt x="6021" y="2443034"/>
                </a:lnTo>
                <a:lnTo>
                  <a:pt x="25970" y="2357036"/>
                </a:lnTo>
                <a:lnTo>
                  <a:pt x="29878" y="2271039"/>
                </a:lnTo>
                <a:lnTo>
                  <a:pt x="33989" y="2185042"/>
                </a:lnTo>
                <a:lnTo>
                  <a:pt x="23012" y="2099045"/>
                </a:lnTo>
                <a:lnTo>
                  <a:pt x="18327" y="2013048"/>
                </a:lnTo>
                <a:lnTo>
                  <a:pt x="38998" y="1927051"/>
                </a:lnTo>
                <a:lnTo>
                  <a:pt x="31788" y="1841054"/>
                </a:lnTo>
                <a:lnTo>
                  <a:pt x="39706" y="1755056"/>
                </a:lnTo>
                <a:lnTo>
                  <a:pt x="40866" y="1669059"/>
                </a:lnTo>
                <a:lnTo>
                  <a:pt x="36909" y="1583062"/>
                </a:lnTo>
                <a:lnTo>
                  <a:pt x="23944" y="1497065"/>
                </a:lnTo>
                <a:lnTo>
                  <a:pt x="17507" y="1411068"/>
                </a:lnTo>
                <a:lnTo>
                  <a:pt x="10422" y="1325071"/>
                </a:lnTo>
                <a:lnTo>
                  <a:pt x="7712" y="1239074"/>
                </a:lnTo>
                <a:lnTo>
                  <a:pt x="27606" y="1153076"/>
                </a:lnTo>
                <a:lnTo>
                  <a:pt x="32160" y="1067079"/>
                </a:lnTo>
                <a:lnTo>
                  <a:pt x="58918" y="981082"/>
                </a:lnTo>
                <a:lnTo>
                  <a:pt x="42231" y="895085"/>
                </a:lnTo>
                <a:lnTo>
                  <a:pt x="34772" y="809088"/>
                </a:lnTo>
                <a:lnTo>
                  <a:pt x="32650" y="723091"/>
                </a:lnTo>
                <a:lnTo>
                  <a:pt x="58268" y="637094"/>
                </a:lnTo>
                <a:lnTo>
                  <a:pt x="56161" y="551096"/>
                </a:lnTo>
                <a:lnTo>
                  <a:pt x="55431" y="465099"/>
                </a:lnTo>
                <a:lnTo>
                  <a:pt x="56702" y="379102"/>
                </a:lnTo>
                <a:lnTo>
                  <a:pt x="55785" y="293105"/>
                </a:lnTo>
                <a:lnTo>
                  <a:pt x="87889" y="207108"/>
                </a:lnTo>
                <a:lnTo>
                  <a:pt x="75587" y="121111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21540000">
            <a:off x="904399" y="2963227"/>
            <a:ext cx="876300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BACKBONE</a:t>
            </a:r>
          </a:p>
        </p:txBody>
      </p:sp>
      <p:sp>
        <p:nvSpPr>
          <p:cNvPr id="13" name="TextBox 12"/>
          <p:cNvSpPr txBox="1"/>
          <p:nvPr/>
        </p:nvSpPr>
        <p:spPr>
          <a:xfrm rot="21540000">
            <a:off x="911789" y="335290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백본</a:t>
            </a:r>
          </a:p>
        </p:txBody>
      </p:sp>
      <p:sp>
        <p:nvSpPr>
          <p:cNvPr id="14" name="TextBox 13"/>
          <p:cNvSpPr txBox="1"/>
          <p:nvPr/>
        </p:nvSpPr>
        <p:spPr>
          <a:xfrm rot="21540000">
            <a:off x="927083" y="3771872"/>
            <a:ext cx="20574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CNN 등으로 이미지에서 모양 · 질감 같은 특징 맵을 뽑습니다.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38377" y="5011121"/>
            <a:ext cx="2057087" cy="35907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1540000">
            <a:off x="943873" y="5143325"/>
            <a:ext cx="2057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예: ResNet, CSPDarknet</a:t>
            </a:r>
          </a:p>
        </p:txBody>
      </p:sp>
      <p:sp>
        <p:nvSpPr>
          <p:cNvPr id="17" name="Freeform 16"/>
          <p:cNvSpPr/>
          <p:nvPr/>
        </p:nvSpPr>
        <p:spPr>
          <a:xfrm rot="48000">
            <a:off x="3420929" y="2663873"/>
            <a:ext cx="2595621" cy="3096206"/>
          </a:xfrm>
          <a:custGeom>
            <a:avLst/>
            <a:gdLst/>
            <a:ahLst/>
            <a:cxnLst/>
            <a:rect l="l" t="t" r="r" b="b"/>
            <a:pathLst>
              <a:path w="2595621" h="3096206">
                <a:moveTo>
                  <a:pt x="36646" y="18623"/>
                </a:moveTo>
                <a:lnTo>
                  <a:pt x="123356" y="29005"/>
                </a:lnTo>
                <a:lnTo>
                  <a:pt x="210066" y="29503"/>
                </a:lnTo>
                <a:lnTo>
                  <a:pt x="296777" y="63222"/>
                </a:lnTo>
                <a:lnTo>
                  <a:pt x="383487" y="34597"/>
                </a:lnTo>
                <a:lnTo>
                  <a:pt x="470197" y="75383"/>
                </a:lnTo>
                <a:lnTo>
                  <a:pt x="556908" y="41491"/>
                </a:lnTo>
                <a:lnTo>
                  <a:pt x="643618" y="84877"/>
                </a:lnTo>
                <a:lnTo>
                  <a:pt x="730328" y="55060"/>
                </a:lnTo>
                <a:lnTo>
                  <a:pt x="817039" y="88925"/>
                </a:lnTo>
                <a:lnTo>
                  <a:pt x="903749" y="60884"/>
                </a:lnTo>
                <a:lnTo>
                  <a:pt x="990459" y="80847"/>
                </a:lnTo>
                <a:lnTo>
                  <a:pt x="1077170" y="76165"/>
                </a:lnTo>
                <a:lnTo>
                  <a:pt x="1163880" y="79993"/>
                </a:lnTo>
                <a:lnTo>
                  <a:pt x="1250590" y="85062"/>
                </a:lnTo>
                <a:lnTo>
                  <a:pt x="1337301" y="59468"/>
                </a:lnTo>
                <a:lnTo>
                  <a:pt x="1424011" y="87256"/>
                </a:lnTo>
                <a:lnTo>
                  <a:pt x="1510721" y="44101"/>
                </a:lnTo>
                <a:lnTo>
                  <a:pt x="1597432" y="54211"/>
                </a:lnTo>
                <a:lnTo>
                  <a:pt x="1684142" y="28557"/>
                </a:lnTo>
                <a:lnTo>
                  <a:pt x="1770852" y="58239"/>
                </a:lnTo>
                <a:lnTo>
                  <a:pt x="1857563" y="25402"/>
                </a:lnTo>
                <a:lnTo>
                  <a:pt x="1944273" y="22349"/>
                </a:lnTo>
                <a:lnTo>
                  <a:pt x="2030983" y="13987"/>
                </a:lnTo>
                <a:lnTo>
                  <a:pt x="2117694" y="6023"/>
                </a:lnTo>
                <a:lnTo>
                  <a:pt x="2204404" y="0"/>
                </a:lnTo>
                <a:lnTo>
                  <a:pt x="2291114" y="13179"/>
                </a:lnTo>
                <a:lnTo>
                  <a:pt x="2377825" y="13158"/>
                </a:lnTo>
                <a:lnTo>
                  <a:pt x="2464535" y="7936"/>
                </a:lnTo>
                <a:lnTo>
                  <a:pt x="2577559" y="41227"/>
                </a:lnTo>
                <a:lnTo>
                  <a:pt x="2556710" y="127224"/>
                </a:lnTo>
                <a:lnTo>
                  <a:pt x="2582203" y="213221"/>
                </a:lnTo>
                <a:lnTo>
                  <a:pt x="2587012" y="299218"/>
                </a:lnTo>
                <a:lnTo>
                  <a:pt x="2554593" y="385215"/>
                </a:lnTo>
                <a:lnTo>
                  <a:pt x="2576652" y="471212"/>
                </a:lnTo>
                <a:lnTo>
                  <a:pt x="2573644" y="557209"/>
                </a:lnTo>
                <a:lnTo>
                  <a:pt x="2585710" y="643207"/>
                </a:lnTo>
                <a:lnTo>
                  <a:pt x="2571425" y="729204"/>
                </a:lnTo>
                <a:lnTo>
                  <a:pt x="2549610" y="815201"/>
                </a:lnTo>
                <a:lnTo>
                  <a:pt x="2569900" y="901198"/>
                </a:lnTo>
                <a:lnTo>
                  <a:pt x="2560106" y="987195"/>
                </a:lnTo>
                <a:lnTo>
                  <a:pt x="2595621" y="1073192"/>
                </a:lnTo>
                <a:lnTo>
                  <a:pt x="2560024" y="1159189"/>
                </a:lnTo>
                <a:lnTo>
                  <a:pt x="2556818" y="1245187"/>
                </a:lnTo>
                <a:lnTo>
                  <a:pt x="2555866" y="1331184"/>
                </a:lnTo>
                <a:lnTo>
                  <a:pt x="2559033" y="1417181"/>
                </a:lnTo>
                <a:lnTo>
                  <a:pt x="2557737" y="1503178"/>
                </a:lnTo>
                <a:lnTo>
                  <a:pt x="2529041" y="1589175"/>
                </a:lnTo>
                <a:lnTo>
                  <a:pt x="2531520" y="1675172"/>
                </a:lnTo>
                <a:lnTo>
                  <a:pt x="2521104" y="1761169"/>
                </a:lnTo>
                <a:lnTo>
                  <a:pt x="2530798" y="1847167"/>
                </a:lnTo>
                <a:lnTo>
                  <a:pt x="2523491" y="1933164"/>
                </a:lnTo>
                <a:lnTo>
                  <a:pt x="2547870" y="2019161"/>
                </a:lnTo>
                <a:lnTo>
                  <a:pt x="2544238" y="2105158"/>
                </a:lnTo>
                <a:lnTo>
                  <a:pt x="2564740" y="2191155"/>
                </a:lnTo>
                <a:lnTo>
                  <a:pt x="2547087" y="2277152"/>
                </a:lnTo>
                <a:lnTo>
                  <a:pt x="2544468" y="2363149"/>
                </a:lnTo>
                <a:lnTo>
                  <a:pt x="2589235" y="2449147"/>
                </a:lnTo>
                <a:lnTo>
                  <a:pt x="2551770" y="2535144"/>
                </a:lnTo>
                <a:lnTo>
                  <a:pt x="2550173" y="2621141"/>
                </a:lnTo>
                <a:lnTo>
                  <a:pt x="2565656" y="2707138"/>
                </a:lnTo>
                <a:lnTo>
                  <a:pt x="2537626" y="2793135"/>
                </a:lnTo>
                <a:lnTo>
                  <a:pt x="2538724" y="2879132"/>
                </a:lnTo>
                <a:lnTo>
                  <a:pt x="2527946" y="2965129"/>
                </a:lnTo>
                <a:lnTo>
                  <a:pt x="2551246" y="3057079"/>
                </a:lnTo>
                <a:lnTo>
                  <a:pt x="2464535" y="3059893"/>
                </a:lnTo>
                <a:lnTo>
                  <a:pt x="2377825" y="3042943"/>
                </a:lnTo>
                <a:lnTo>
                  <a:pt x="2291114" y="3034632"/>
                </a:lnTo>
                <a:lnTo>
                  <a:pt x="2204404" y="3035477"/>
                </a:lnTo>
                <a:lnTo>
                  <a:pt x="2117694" y="3043387"/>
                </a:lnTo>
                <a:lnTo>
                  <a:pt x="2030983" y="3059439"/>
                </a:lnTo>
                <a:lnTo>
                  <a:pt x="1944273" y="3070667"/>
                </a:lnTo>
                <a:lnTo>
                  <a:pt x="1857563" y="3068568"/>
                </a:lnTo>
                <a:lnTo>
                  <a:pt x="1770852" y="3055594"/>
                </a:lnTo>
                <a:lnTo>
                  <a:pt x="1684142" y="3070448"/>
                </a:lnTo>
                <a:lnTo>
                  <a:pt x="1597432" y="3065021"/>
                </a:lnTo>
                <a:lnTo>
                  <a:pt x="1510721" y="3044207"/>
                </a:lnTo>
                <a:lnTo>
                  <a:pt x="1424011" y="3077681"/>
                </a:lnTo>
                <a:lnTo>
                  <a:pt x="1337301" y="3047836"/>
                </a:lnTo>
                <a:lnTo>
                  <a:pt x="1250590" y="3061035"/>
                </a:lnTo>
                <a:lnTo>
                  <a:pt x="1163880" y="3056329"/>
                </a:lnTo>
                <a:lnTo>
                  <a:pt x="1077170" y="3092561"/>
                </a:lnTo>
                <a:lnTo>
                  <a:pt x="990459" y="3055826"/>
                </a:lnTo>
                <a:lnTo>
                  <a:pt x="903749" y="3046366"/>
                </a:lnTo>
                <a:lnTo>
                  <a:pt x="817039" y="3064742"/>
                </a:lnTo>
                <a:lnTo>
                  <a:pt x="730328" y="3082526"/>
                </a:lnTo>
                <a:lnTo>
                  <a:pt x="643618" y="3096206"/>
                </a:lnTo>
                <a:lnTo>
                  <a:pt x="556908" y="3067926"/>
                </a:lnTo>
                <a:lnTo>
                  <a:pt x="470197" y="3074376"/>
                </a:lnTo>
                <a:lnTo>
                  <a:pt x="383487" y="3053918"/>
                </a:lnTo>
                <a:lnTo>
                  <a:pt x="296777" y="3065782"/>
                </a:lnTo>
                <a:lnTo>
                  <a:pt x="210066" y="3068196"/>
                </a:lnTo>
                <a:lnTo>
                  <a:pt x="123356" y="3065119"/>
                </a:lnTo>
                <a:lnTo>
                  <a:pt x="9017" y="3051127"/>
                </a:lnTo>
                <a:lnTo>
                  <a:pt x="38458" y="2965129"/>
                </a:lnTo>
                <a:lnTo>
                  <a:pt x="10811" y="2879132"/>
                </a:lnTo>
                <a:lnTo>
                  <a:pt x="14987" y="2793135"/>
                </a:lnTo>
                <a:lnTo>
                  <a:pt x="21989" y="2707138"/>
                </a:lnTo>
                <a:lnTo>
                  <a:pt x="46130" y="2621141"/>
                </a:lnTo>
                <a:lnTo>
                  <a:pt x="30627" y="2535144"/>
                </a:lnTo>
                <a:lnTo>
                  <a:pt x="29652" y="2449147"/>
                </a:lnTo>
                <a:lnTo>
                  <a:pt x="6917" y="2363149"/>
                </a:lnTo>
                <a:lnTo>
                  <a:pt x="21617" y="2277152"/>
                </a:lnTo>
                <a:lnTo>
                  <a:pt x="43441" y="2191155"/>
                </a:lnTo>
                <a:lnTo>
                  <a:pt x="34304" y="2105158"/>
                </a:lnTo>
                <a:lnTo>
                  <a:pt x="77690" y="2019161"/>
                </a:lnTo>
                <a:lnTo>
                  <a:pt x="39830" y="1933164"/>
                </a:lnTo>
                <a:lnTo>
                  <a:pt x="51166" y="1847167"/>
                </a:lnTo>
                <a:lnTo>
                  <a:pt x="61754" y="1761169"/>
                </a:lnTo>
                <a:lnTo>
                  <a:pt x="73907" y="1675172"/>
                </a:lnTo>
                <a:lnTo>
                  <a:pt x="54328" y="1589175"/>
                </a:lnTo>
                <a:lnTo>
                  <a:pt x="26853" y="1503178"/>
                </a:lnTo>
                <a:lnTo>
                  <a:pt x="43727" y="1417181"/>
                </a:lnTo>
                <a:lnTo>
                  <a:pt x="43857" y="1331184"/>
                </a:lnTo>
                <a:lnTo>
                  <a:pt x="46756" y="1245187"/>
                </a:lnTo>
                <a:lnTo>
                  <a:pt x="41257" y="1159189"/>
                </a:lnTo>
                <a:lnTo>
                  <a:pt x="29019" y="1073192"/>
                </a:lnTo>
                <a:lnTo>
                  <a:pt x="32614" y="987195"/>
                </a:lnTo>
                <a:lnTo>
                  <a:pt x="29061" y="901198"/>
                </a:lnTo>
                <a:lnTo>
                  <a:pt x="11906" y="815201"/>
                </a:lnTo>
                <a:lnTo>
                  <a:pt x="33421" y="729204"/>
                </a:lnTo>
                <a:lnTo>
                  <a:pt x="0" y="643207"/>
                </a:lnTo>
                <a:lnTo>
                  <a:pt x="166" y="557209"/>
                </a:lnTo>
                <a:lnTo>
                  <a:pt x="3449" y="471212"/>
                </a:lnTo>
                <a:lnTo>
                  <a:pt x="22335" y="385215"/>
                </a:lnTo>
                <a:lnTo>
                  <a:pt x="28173" y="299218"/>
                </a:lnTo>
                <a:lnTo>
                  <a:pt x="7816" y="213221"/>
                </a:lnTo>
                <a:lnTo>
                  <a:pt x="12901" y="127224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 rot="48000">
            <a:off x="3701941" y="2942353"/>
            <a:ext cx="552450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NECK</a:t>
            </a:r>
          </a:p>
        </p:txBody>
      </p:sp>
      <p:sp>
        <p:nvSpPr>
          <p:cNvPr id="19" name="TextBox 18"/>
          <p:cNvSpPr txBox="1"/>
          <p:nvPr/>
        </p:nvSpPr>
        <p:spPr>
          <a:xfrm rot="48000">
            <a:off x="3695883" y="3352867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넥</a:t>
            </a:r>
          </a:p>
        </p:txBody>
      </p:sp>
      <p:sp>
        <p:nvSpPr>
          <p:cNvPr id="20" name="TextBox 19"/>
          <p:cNvSpPr txBox="1"/>
          <p:nvPr/>
        </p:nvSpPr>
        <p:spPr>
          <a:xfrm rot="48000">
            <a:off x="3683648" y="3771882"/>
            <a:ext cx="20574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해상도가 다른 특징 맵을 섞어 크고 작은 물체를 함께 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74838" y="5014757"/>
            <a:ext cx="2057199" cy="28726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48000">
            <a:off x="3670216" y="5143388"/>
            <a:ext cx="2057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예: FPN, BiFPN</a:t>
            </a:r>
          </a:p>
        </p:txBody>
      </p:sp>
      <p:sp>
        <p:nvSpPr>
          <p:cNvPr id="23" name="Freeform 22"/>
          <p:cNvSpPr/>
          <p:nvPr/>
        </p:nvSpPr>
        <p:spPr>
          <a:xfrm rot="21564000">
            <a:off x="6188026" y="2691200"/>
            <a:ext cx="2592891" cy="3044309"/>
          </a:xfrm>
          <a:custGeom>
            <a:avLst/>
            <a:gdLst/>
            <a:ahLst/>
            <a:cxnLst/>
            <a:rect l="l" t="t" r="r" b="b"/>
            <a:pathLst>
              <a:path w="2592891" h="3044309">
                <a:moveTo>
                  <a:pt x="31799" y="14882"/>
                </a:moveTo>
                <a:lnTo>
                  <a:pt x="118509" y="0"/>
                </a:lnTo>
                <a:lnTo>
                  <a:pt x="205219" y="35028"/>
                </a:lnTo>
                <a:lnTo>
                  <a:pt x="291930" y="43440"/>
                </a:lnTo>
                <a:lnTo>
                  <a:pt x="378640" y="48032"/>
                </a:lnTo>
                <a:lnTo>
                  <a:pt x="465350" y="42376"/>
                </a:lnTo>
                <a:lnTo>
                  <a:pt x="552061" y="13032"/>
                </a:lnTo>
                <a:lnTo>
                  <a:pt x="638771" y="52057"/>
                </a:lnTo>
                <a:lnTo>
                  <a:pt x="725481" y="53164"/>
                </a:lnTo>
                <a:lnTo>
                  <a:pt x="812192" y="32131"/>
                </a:lnTo>
                <a:lnTo>
                  <a:pt x="898902" y="45444"/>
                </a:lnTo>
                <a:lnTo>
                  <a:pt x="985612" y="54653"/>
                </a:lnTo>
                <a:lnTo>
                  <a:pt x="1072323" y="49204"/>
                </a:lnTo>
                <a:lnTo>
                  <a:pt x="1159033" y="41771"/>
                </a:lnTo>
                <a:lnTo>
                  <a:pt x="1245743" y="45296"/>
                </a:lnTo>
                <a:lnTo>
                  <a:pt x="1332454" y="61708"/>
                </a:lnTo>
                <a:lnTo>
                  <a:pt x="1419164" y="52242"/>
                </a:lnTo>
                <a:lnTo>
                  <a:pt x="1505874" y="34615"/>
                </a:lnTo>
                <a:lnTo>
                  <a:pt x="1592585" y="41106"/>
                </a:lnTo>
                <a:lnTo>
                  <a:pt x="1679295" y="53639"/>
                </a:lnTo>
                <a:lnTo>
                  <a:pt x="1766005" y="46961"/>
                </a:lnTo>
                <a:lnTo>
                  <a:pt x="1852716" y="39399"/>
                </a:lnTo>
                <a:lnTo>
                  <a:pt x="1939426" y="48081"/>
                </a:lnTo>
                <a:lnTo>
                  <a:pt x="2026136" y="47037"/>
                </a:lnTo>
                <a:lnTo>
                  <a:pt x="2112847" y="42365"/>
                </a:lnTo>
                <a:lnTo>
                  <a:pt x="2199557" y="54443"/>
                </a:lnTo>
                <a:lnTo>
                  <a:pt x="2286267" y="58734"/>
                </a:lnTo>
                <a:lnTo>
                  <a:pt x="2372978" y="29193"/>
                </a:lnTo>
                <a:lnTo>
                  <a:pt x="2459688" y="42658"/>
                </a:lnTo>
                <a:lnTo>
                  <a:pt x="2575208" y="13900"/>
                </a:lnTo>
                <a:lnTo>
                  <a:pt x="2574082" y="99897"/>
                </a:lnTo>
                <a:lnTo>
                  <a:pt x="2551395" y="185894"/>
                </a:lnTo>
                <a:lnTo>
                  <a:pt x="2539285" y="271891"/>
                </a:lnTo>
                <a:lnTo>
                  <a:pt x="2543045" y="357888"/>
                </a:lnTo>
                <a:lnTo>
                  <a:pt x="2552814" y="443885"/>
                </a:lnTo>
                <a:lnTo>
                  <a:pt x="2554010" y="529882"/>
                </a:lnTo>
                <a:lnTo>
                  <a:pt x="2592891" y="615880"/>
                </a:lnTo>
                <a:lnTo>
                  <a:pt x="2573046" y="701877"/>
                </a:lnTo>
                <a:lnTo>
                  <a:pt x="2570805" y="787874"/>
                </a:lnTo>
                <a:lnTo>
                  <a:pt x="2555909" y="873871"/>
                </a:lnTo>
                <a:lnTo>
                  <a:pt x="2550193" y="959868"/>
                </a:lnTo>
                <a:lnTo>
                  <a:pt x="2555547" y="1045865"/>
                </a:lnTo>
                <a:lnTo>
                  <a:pt x="2562265" y="1131862"/>
                </a:lnTo>
                <a:lnTo>
                  <a:pt x="2560954" y="1217860"/>
                </a:lnTo>
                <a:lnTo>
                  <a:pt x="2538400" y="1303857"/>
                </a:lnTo>
                <a:lnTo>
                  <a:pt x="2540376" y="1389854"/>
                </a:lnTo>
                <a:lnTo>
                  <a:pt x="2559436" y="1475851"/>
                </a:lnTo>
                <a:lnTo>
                  <a:pt x="2565289" y="1561848"/>
                </a:lnTo>
                <a:lnTo>
                  <a:pt x="2589504" y="1647845"/>
                </a:lnTo>
                <a:lnTo>
                  <a:pt x="2550140" y="1733842"/>
                </a:lnTo>
                <a:lnTo>
                  <a:pt x="2553871" y="1819840"/>
                </a:lnTo>
                <a:lnTo>
                  <a:pt x="2582077" y="1905837"/>
                </a:lnTo>
                <a:lnTo>
                  <a:pt x="2571932" y="1991834"/>
                </a:lnTo>
                <a:lnTo>
                  <a:pt x="2567433" y="2077831"/>
                </a:lnTo>
                <a:lnTo>
                  <a:pt x="2538408" y="2163828"/>
                </a:lnTo>
                <a:lnTo>
                  <a:pt x="2583051" y="2249825"/>
                </a:lnTo>
                <a:lnTo>
                  <a:pt x="2546749" y="2335822"/>
                </a:lnTo>
                <a:lnTo>
                  <a:pt x="2550886" y="2421820"/>
                </a:lnTo>
                <a:lnTo>
                  <a:pt x="2551765" y="2507817"/>
                </a:lnTo>
                <a:lnTo>
                  <a:pt x="2557658" y="2593814"/>
                </a:lnTo>
                <a:lnTo>
                  <a:pt x="2547243" y="2679811"/>
                </a:lnTo>
                <a:lnTo>
                  <a:pt x="2537514" y="2765808"/>
                </a:lnTo>
                <a:lnTo>
                  <a:pt x="2554674" y="2851805"/>
                </a:lnTo>
                <a:lnTo>
                  <a:pt x="2563593" y="2937802"/>
                </a:lnTo>
                <a:lnTo>
                  <a:pt x="2546399" y="3020039"/>
                </a:lnTo>
                <a:lnTo>
                  <a:pt x="2459688" y="3010079"/>
                </a:lnTo>
                <a:lnTo>
                  <a:pt x="2372978" y="3018837"/>
                </a:lnTo>
                <a:lnTo>
                  <a:pt x="2286267" y="2990927"/>
                </a:lnTo>
                <a:lnTo>
                  <a:pt x="2199557" y="3008292"/>
                </a:lnTo>
                <a:lnTo>
                  <a:pt x="2112847" y="3002650"/>
                </a:lnTo>
                <a:lnTo>
                  <a:pt x="2026136" y="3030517"/>
                </a:lnTo>
                <a:lnTo>
                  <a:pt x="1939426" y="2991558"/>
                </a:lnTo>
                <a:lnTo>
                  <a:pt x="1852716" y="3012040"/>
                </a:lnTo>
                <a:lnTo>
                  <a:pt x="1766005" y="3018329"/>
                </a:lnTo>
                <a:lnTo>
                  <a:pt x="1679295" y="3015912"/>
                </a:lnTo>
                <a:lnTo>
                  <a:pt x="1592585" y="3019347"/>
                </a:lnTo>
                <a:lnTo>
                  <a:pt x="1505874" y="3006193"/>
                </a:lnTo>
                <a:lnTo>
                  <a:pt x="1419164" y="3022256"/>
                </a:lnTo>
                <a:lnTo>
                  <a:pt x="1332454" y="3016853"/>
                </a:lnTo>
                <a:lnTo>
                  <a:pt x="1245743" y="3044309"/>
                </a:lnTo>
                <a:lnTo>
                  <a:pt x="1159033" y="3013549"/>
                </a:lnTo>
                <a:lnTo>
                  <a:pt x="1072323" y="3011345"/>
                </a:lnTo>
                <a:lnTo>
                  <a:pt x="985612" y="3026026"/>
                </a:lnTo>
                <a:lnTo>
                  <a:pt x="898902" y="2995182"/>
                </a:lnTo>
                <a:lnTo>
                  <a:pt x="812192" y="3018576"/>
                </a:lnTo>
                <a:lnTo>
                  <a:pt x="725481" y="3014769"/>
                </a:lnTo>
                <a:lnTo>
                  <a:pt x="638771" y="3004180"/>
                </a:lnTo>
                <a:lnTo>
                  <a:pt x="552061" y="3017193"/>
                </a:lnTo>
                <a:lnTo>
                  <a:pt x="465350" y="3010073"/>
                </a:lnTo>
                <a:lnTo>
                  <a:pt x="378640" y="3005529"/>
                </a:lnTo>
                <a:lnTo>
                  <a:pt x="291930" y="2987402"/>
                </a:lnTo>
                <a:lnTo>
                  <a:pt x="205219" y="2991901"/>
                </a:lnTo>
                <a:lnTo>
                  <a:pt x="118509" y="3003892"/>
                </a:lnTo>
                <a:lnTo>
                  <a:pt x="38611" y="3023800"/>
                </a:lnTo>
                <a:lnTo>
                  <a:pt x="33034" y="2937802"/>
                </a:lnTo>
                <a:lnTo>
                  <a:pt x="47540" y="2851805"/>
                </a:lnTo>
                <a:lnTo>
                  <a:pt x="38501" y="2765808"/>
                </a:lnTo>
                <a:lnTo>
                  <a:pt x="0" y="2679811"/>
                </a:lnTo>
                <a:lnTo>
                  <a:pt x="24106" y="2593814"/>
                </a:lnTo>
                <a:lnTo>
                  <a:pt x="22547" y="2507817"/>
                </a:lnTo>
                <a:lnTo>
                  <a:pt x="20997" y="2421820"/>
                </a:lnTo>
                <a:lnTo>
                  <a:pt x="23680" y="2335822"/>
                </a:lnTo>
                <a:lnTo>
                  <a:pt x="20350" y="2249825"/>
                </a:lnTo>
                <a:lnTo>
                  <a:pt x="26012" y="2163828"/>
                </a:lnTo>
                <a:lnTo>
                  <a:pt x="52929" y="2077831"/>
                </a:lnTo>
                <a:lnTo>
                  <a:pt x="73980" y="1991834"/>
                </a:lnTo>
                <a:lnTo>
                  <a:pt x="62168" y="1905837"/>
                </a:lnTo>
                <a:lnTo>
                  <a:pt x="71309" y="1819840"/>
                </a:lnTo>
                <a:lnTo>
                  <a:pt x="64621" y="1733842"/>
                </a:lnTo>
                <a:lnTo>
                  <a:pt x="52635" y="1647845"/>
                </a:lnTo>
                <a:lnTo>
                  <a:pt x="78525" y="1561848"/>
                </a:lnTo>
                <a:lnTo>
                  <a:pt x="52139" y="1475851"/>
                </a:lnTo>
                <a:lnTo>
                  <a:pt x="64174" y="1389854"/>
                </a:lnTo>
                <a:lnTo>
                  <a:pt x="49177" y="1303857"/>
                </a:lnTo>
                <a:lnTo>
                  <a:pt x="48976" y="1217860"/>
                </a:lnTo>
                <a:lnTo>
                  <a:pt x="48306" y="1131862"/>
                </a:lnTo>
                <a:lnTo>
                  <a:pt x="62080" y="1045865"/>
                </a:lnTo>
                <a:lnTo>
                  <a:pt x="55449" y="959868"/>
                </a:lnTo>
                <a:lnTo>
                  <a:pt x="50456" y="873871"/>
                </a:lnTo>
                <a:lnTo>
                  <a:pt x="43745" y="787874"/>
                </a:lnTo>
                <a:lnTo>
                  <a:pt x="39231" y="701877"/>
                </a:lnTo>
                <a:lnTo>
                  <a:pt x="65435" y="615880"/>
                </a:lnTo>
                <a:lnTo>
                  <a:pt x="59491" y="529882"/>
                </a:lnTo>
                <a:lnTo>
                  <a:pt x="67718" y="443885"/>
                </a:lnTo>
                <a:lnTo>
                  <a:pt x="50214" y="357888"/>
                </a:lnTo>
                <a:lnTo>
                  <a:pt x="43789" y="271891"/>
                </a:lnTo>
                <a:lnTo>
                  <a:pt x="19589" y="185894"/>
                </a:lnTo>
                <a:lnTo>
                  <a:pt x="28250" y="99897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21564000">
            <a:off x="6436696" y="2960691"/>
            <a:ext cx="552450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HEAD</a:t>
            </a:r>
          </a:p>
        </p:txBody>
      </p:sp>
      <p:sp>
        <p:nvSpPr>
          <p:cNvPr id="25" name="TextBox 24"/>
          <p:cNvSpPr txBox="1"/>
          <p:nvPr/>
        </p:nvSpPr>
        <p:spPr>
          <a:xfrm rot="21564000">
            <a:off x="6441143" y="3352838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헤드</a:t>
            </a:r>
          </a:p>
        </p:txBody>
      </p:sp>
      <p:sp>
        <p:nvSpPr>
          <p:cNvPr id="26" name="TextBox 25"/>
          <p:cNvSpPr txBox="1"/>
          <p:nvPr/>
        </p:nvSpPr>
        <p:spPr>
          <a:xfrm rot="21564000">
            <a:off x="6450320" y="3771890"/>
            <a:ext cx="20574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특징 맵의 위치마다 클래스 점수와 박스 좌표를 예측합니다.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457059" y="5018382"/>
            <a:ext cx="2057287" cy="21545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21564000">
            <a:off x="6460394" y="5143437"/>
            <a:ext cx="2057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예: YOLO Head</a:t>
            </a:r>
          </a:p>
        </p:txBody>
      </p:sp>
      <p:sp>
        <p:nvSpPr>
          <p:cNvPr id="29" name="Freeform 28"/>
          <p:cNvSpPr/>
          <p:nvPr/>
        </p:nvSpPr>
        <p:spPr>
          <a:xfrm rot="60000">
            <a:off x="8935790" y="2695297"/>
            <a:ext cx="2605113" cy="3066470"/>
          </a:xfrm>
          <a:custGeom>
            <a:avLst/>
            <a:gdLst/>
            <a:ahLst/>
            <a:cxnLst/>
            <a:rect l="l" t="t" r="r" b="b"/>
            <a:pathLst>
              <a:path w="2605113" h="3066470">
                <a:moveTo>
                  <a:pt x="46285" y="23248"/>
                </a:moveTo>
                <a:lnTo>
                  <a:pt x="132995" y="8399"/>
                </a:lnTo>
                <a:lnTo>
                  <a:pt x="219705" y="39518"/>
                </a:lnTo>
                <a:lnTo>
                  <a:pt x="306416" y="29647"/>
                </a:lnTo>
                <a:lnTo>
                  <a:pt x="393126" y="19125"/>
                </a:lnTo>
                <a:lnTo>
                  <a:pt x="479836" y="38403"/>
                </a:lnTo>
                <a:lnTo>
                  <a:pt x="566547" y="25506"/>
                </a:lnTo>
                <a:lnTo>
                  <a:pt x="653257" y="31117"/>
                </a:lnTo>
                <a:lnTo>
                  <a:pt x="739967" y="0"/>
                </a:lnTo>
                <a:lnTo>
                  <a:pt x="826678" y="18540"/>
                </a:lnTo>
                <a:lnTo>
                  <a:pt x="913388" y="25664"/>
                </a:lnTo>
                <a:lnTo>
                  <a:pt x="1000098" y="28514"/>
                </a:lnTo>
                <a:lnTo>
                  <a:pt x="1086809" y="17832"/>
                </a:lnTo>
                <a:lnTo>
                  <a:pt x="1173519" y="21388"/>
                </a:lnTo>
                <a:lnTo>
                  <a:pt x="1260229" y="20616"/>
                </a:lnTo>
                <a:lnTo>
                  <a:pt x="1346940" y="30956"/>
                </a:lnTo>
                <a:lnTo>
                  <a:pt x="1433650" y="29803"/>
                </a:lnTo>
                <a:lnTo>
                  <a:pt x="1520360" y="32845"/>
                </a:lnTo>
                <a:lnTo>
                  <a:pt x="1607071" y="47593"/>
                </a:lnTo>
                <a:lnTo>
                  <a:pt x="1693781" y="37961"/>
                </a:lnTo>
                <a:lnTo>
                  <a:pt x="1780491" y="21905"/>
                </a:lnTo>
                <a:lnTo>
                  <a:pt x="1867202" y="28925"/>
                </a:lnTo>
                <a:lnTo>
                  <a:pt x="1953912" y="29020"/>
                </a:lnTo>
                <a:lnTo>
                  <a:pt x="2040622" y="49412"/>
                </a:lnTo>
                <a:lnTo>
                  <a:pt x="2127333" y="17350"/>
                </a:lnTo>
                <a:lnTo>
                  <a:pt x="2214043" y="36009"/>
                </a:lnTo>
                <a:lnTo>
                  <a:pt x="2300753" y="18593"/>
                </a:lnTo>
                <a:lnTo>
                  <a:pt x="2387464" y="33967"/>
                </a:lnTo>
                <a:lnTo>
                  <a:pt x="2474174" y="7946"/>
                </a:lnTo>
                <a:lnTo>
                  <a:pt x="2561546" y="9803"/>
                </a:lnTo>
                <a:lnTo>
                  <a:pt x="2592423" y="95800"/>
                </a:lnTo>
                <a:lnTo>
                  <a:pt x="2558751" y="181797"/>
                </a:lnTo>
                <a:lnTo>
                  <a:pt x="2570707" y="267794"/>
                </a:lnTo>
                <a:lnTo>
                  <a:pt x="2562296" y="353791"/>
                </a:lnTo>
                <a:lnTo>
                  <a:pt x="2543485" y="439788"/>
                </a:lnTo>
                <a:lnTo>
                  <a:pt x="2551917" y="525785"/>
                </a:lnTo>
                <a:lnTo>
                  <a:pt x="2553096" y="611783"/>
                </a:lnTo>
                <a:lnTo>
                  <a:pt x="2540684" y="697780"/>
                </a:lnTo>
                <a:lnTo>
                  <a:pt x="2565405" y="783777"/>
                </a:lnTo>
                <a:lnTo>
                  <a:pt x="2571286" y="869774"/>
                </a:lnTo>
                <a:lnTo>
                  <a:pt x="2557385" y="955771"/>
                </a:lnTo>
                <a:lnTo>
                  <a:pt x="2563552" y="1041768"/>
                </a:lnTo>
                <a:lnTo>
                  <a:pt x="2551507" y="1127765"/>
                </a:lnTo>
                <a:lnTo>
                  <a:pt x="2582834" y="1213763"/>
                </a:lnTo>
                <a:lnTo>
                  <a:pt x="2548146" y="1299760"/>
                </a:lnTo>
                <a:lnTo>
                  <a:pt x="2585286" y="1385757"/>
                </a:lnTo>
                <a:lnTo>
                  <a:pt x="2585650" y="1471754"/>
                </a:lnTo>
                <a:lnTo>
                  <a:pt x="2590321" y="1557751"/>
                </a:lnTo>
                <a:lnTo>
                  <a:pt x="2584758" y="1643748"/>
                </a:lnTo>
                <a:lnTo>
                  <a:pt x="2580252" y="1729745"/>
                </a:lnTo>
                <a:lnTo>
                  <a:pt x="2577772" y="1815743"/>
                </a:lnTo>
                <a:lnTo>
                  <a:pt x="2589907" y="1901740"/>
                </a:lnTo>
                <a:lnTo>
                  <a:pt x="2595911" y="1987737"/>
                </a:lnTo>
                <a:lnTo>
                  <a:pt x="2593598" y="2073734"/>
                </a:lnTo>
                <a:lnTo>
                  <a:pt x="2577931" y="2159731"/>
                </a:lnTo>
                <a:lnTo>
                  <a:pt x="2605113" y="2245728"/>
                </a:lnTo>
                <a:lnTo>
                  <a:pt x="2588377" y="2331725"/>
                </a:lnTo>
                <a:lnTo>
                  <a:pt x="2579115" y="2417723"/>
                </a:lnTo>
                <a:lnTo>
                  <a:pt x="2584051" y="2503720"/>
                </a:lnTo>
                <a:lnTo>
                  <a:pt x="2592939" y="2589717"/>
                </a:lnTo>
                <a:lnTo>
                  <a:pt x="2595582" y="2675714"/>
                </a:lnTo>
                <a:lnTo>
                  <a:pt x="2586037" y="2761711"/>
                </a:lnTo>
                <a:lnTo>
                  <a:pt x="2582499" y="2847708"/>
                </a:lnTo>
                <a:lnTo>
                  <a:pt x="2602893" y="2933705"/>
                </a:lnTo>
                <a:lnTo>
                  <a:pt x="2560885" y="3029299"/>
                </a:lnTo>
                <a:lnTo>
                  <a:pt x="2474174" y="3014165"/>
                </a:lnTo>
                <a:lnTo>
                  <a:pt x="2387464" y="3025158"/>
                </a:lnTo>
                <a:lnTo>
                  <a:pt x="2300753" y="3019163"/>
                </a:lnTo>
                <a:lnTo>
                  <a:pt x="2214043" y="3017472"/>
                </a:lnTo>
                <a:lnTo>
                  <a:pt x="2127333" y="3004810"/>
                </a:lnTo>
                <a:lnTo>
                  <a:pt x="2040622" y="3012957"/>
                </a:lnTo>
                <a:lnTo>
                  <a:pt x="1953912" y="3028983"/>
                </a:lnTo>
                <a:lnTo>
                  <a:pt x="1867202" y="3018414"/>
                </a:lnTo>
                <a:lnTo>
                  <a:pt x="1780491" y="3019796"/>
                </a:lnTo>
                <a:lnTo>
                  <a:pt x="1693781" y="3024906"/>
                </a:lnTo>
                <a:lnTo>
                  <a:pt x="1607071" y="3033686"/>
                </a:lnTo>
                <a:lnTo>
                  <a:pt x="1520360" y="3008902"/>
                </a:lnTo>
                <a:lnTo>
                  <a:pt x="1433650" y="3018106"/>
                </a:lnTo>
                <a:lnTo>
                  <a:pt x="1346940" y="3025090"/>
                </a:lnTo>
                <a:lnTo>
                  <a:pt x="1260229" y="3031428"/>
                </a:lnTo>
                <a:lnTo>
                  <a:pt x="1173519" y="3031675"/>
                </a:lnTo>
                <a:lnTo>
                  <a:pt x="1086809" y="3047854"/>
                </a:lnTo>
                <a:lnTo>
                  <a:pt x="1000098" y="3031319"/>
                </a:lnTo>
                <a:lnTo>
                  <a:pt x="913388" y="3037090"/>
                </a:lnTo>
                <a:lnTo>
                  <a:pt x="826678" y="3029175"/>
                </a:lnTo>
                <a:lnTo>
                  <a:pt x="739967" y="3046448"/>
                </a:lnTo>
                <a:lnTo>
                  <a:pt x="653257" y="3062852"/>
                </a:lnTo>
                <a:lnTo>
                  <a:pt x="566547" y="3046426"/>
                </a:lnTo>
                <a:lnTo>
                  <a:pt x="479836" y="3060587"/>
                </a:lnTo>
                <a:lnTo>
                  <a:pt x="393126" y="3066470"/>
                </a:lnTo>
                <a:lnTo>
                  <a:pt x="306416" y="3033578"/>
                </a:lnTo>
                <a:lnTo>
                  <a:pt x="219705" y="3050627"/>
                </a:lnTo>
                <a:lnTo>
                  <a:pt x="132995" y="3058810"/>
                </a:lnTo>
                <a:lnTo>
                  <a:pt x="14793" y="3019703"/>
                </a:lnTo>
                <a:lnTo>
                  <a:pt x="15078" y="2933705"/>
                </a:lnTo>
                <a:lnTo>
                  <a:pt x="18931" y="2847708"/>
                </a:lnTo>
                <a:lnTo>
                  <a:pt x="16123" y="2761711"/>
                </a:lnTo>
                <a:lnTo>
                  <a:pt x="24739" y="2675714"/>
                </a:lnTo>
                <a:lnTo>
                  <a:pt x="10529" y="2589717"/>
                </a:lnTo>
                <a:lnTo>
                  <a:pt x="37277" y="2503720"/>
                </a:lnTo>
                <a:lnTo>
                  <a:pt x="56567" y="2417723"/>
                </a:lnTo>
                <a:lnTo>
                  <a:pt x="46381" y="2331725"/>
                </a:lnTo>
                <a:lnTo>
                  <a:pt x="31693" y="2245728"/>
                </a:lnTo>
                <a:lnTo>
                  <a:pt x="14920" y="2159731"/>
                </a:lnTo>
                <a:lnTo>
                  <a:pt x="23694" y="2073734"/>
                </a:lnTo>
                <a:lnTo>
                  <a:pt x="50934" y="1987737"/>
                </a:lnTo>
                <a:lnTo>
                  <a:pt x="47920" y="1901740"/>
                </a:lnTo>
                <a:lnTo>
                  <a:pt x="50333" y="1815743"/>
                </a:lnTo>
                <a:lnTo>
                  <a:pt x="35956" y="1729745"/>
                </a:lnTo>
                <a:lnTo>
                  <a:pt x="27300" y="1643748"/>
                </a:lnTo>
                <a:lnTo>
                  <a:pt x="15414" y="1557751"/>
                </a:lnTo>
                <a:lnTo>
                  <a:pt x="28182" y="1471754"/>
                </a:lnTo>
                <a:lnTo>
                  <a:pt x="20028" y="1385757"/>
                </a:lnTo>
                <a:lnTo>
                  <a:pt x="43121" y="1299760"/>
                </a:lnTo>
                <a:lnTo>
                  <a:pt x="12294" y="1213763"/>
                </a:lnTo>
                <a:lnTo>
                  <a:pt x="0" y="1127765"/>
                </a:lnTo>
                <a:lnTo>
                  <a:pt x="14708" y="1041768"/>
                </a:lnTo>
                <a:lnTo>
                  <a:pt x="29502" y="955771"/>
                </a:lnTo>
                <a:lnTo>
                  <a:pt x="14437" y="869774"/>
                </a:lnTo>
                <a:lnTo>
                  <a:pt x="4318" y="783777"/>
                </a:lnTo>
                <a:lnTo>
                  <a:pt x="21424" y="697780"/>
                </a:lnTo>
                <a:lnTo>
                  <a:pt x="13237" y="611783"/>
                </a:lnTo>
                <a:lnTo>
                  <a:pt x="4128" y="525785"/>
                </a:lnTo>
                <a:lnTo>
                  <a:pt x="11723" y="439788"/>
                </a:lnTo>
                <a:lnTo>
                  <a:pt x="1559" y="353791"/>
                </a:lnTo>
                <a:lnTo>
                  <a:pt x="2946" y="267794"/>
                </a:lnTo>
                <a:lnTo>
                  <a:pt x="35439" y="181797"/>
                </a:lnTo>
                <a:lnTo>
                  <a:pt x="28400" y="95800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 rot="60000">
            <a:off x="9230405" y="2939788"/>
            <a:ext cx="552450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 rot="60000">
            <a:off x="9222810" y="335290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1800" b="1">
                <a:solidFill>
                  <a:srgbClr val="5C2E14"/>
                </a:solidFill>
                <a:latin typeface="Arial"/>
                <a:ea typeface="맑은 고딕"/>
              </a:rPr>
              <a:t>후처리</a:t>
            </a:r>
          </a:p>
        </p:txBody>
      </p:sp>
      <p:sp>
        <p:nvSpPr>
          <p:cNvPr id="32" name="TextBox 31"/>
          <p:cNvSpPr txBox="1"/>
          <p:nvPr/>
        </p:nvSpPr>
        <p:spPr>
          <a:xfrm rot="60000">
            <a:off x="9207516" y="3771872"/>
            <a:ext cx="20574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겹치는 박스를 NMS로 정리하고 신뢰도 낮은 박스를 버립니다.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96535" y="5011121"/>
            <a:ext cx="2057087" cy="35907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 rot="60000">
            <a:off x="9190726" y="5143325"/>
            <a:ext cx="2057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예: NMS, 임계값</a:t>
            </a:r>
          </a:p>
        </p:txBody>
      </p:sp>
      <p:pic>
        <p:nvPicPr>
          <p:cNvPr id="35" name="Picture 34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000000">
            <a:off x="10953750" y="-1238250"/>
            <a:ext cx="142875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1510000">
            <a:off x="3238500" y="300131"/>
            <a:ext cx="5740177" cy="1213078"/>
          </a:xfrm>
          <a:custGeom>
            <a:avLst/>
            <a:gdLst/>
            <a:ahLst/>
            <a:cxnLst/>
            <a:rect l="l" t="t" r="r" b="b"/>
            <a:pathLst>
              <a:path w="5740177" h="1213078">
                <a:moveTo>
                  <a:pt x="0" y="22572"/>
                </a:moveTo>
                <a:lnTo>
                  <a:pt x="86590" y="19309"/>
                </a:lnTo>
                <a:lnTo>
                  <a:pt x="173181" y="14953"/>
                </a:lnTo>
                <a:lnTo>
                  <a:pt x="259772" y="32203"/>
                </a:lnTo>
                <a:lnTo>
                  <a:pt x="346363" y="36530"/>
                </a:lnTo>
                <a:lnTo>
                  <a:pt x="432954" y="29676"/>
                </a:lnTo>
                <a:lnTo>
                  <a:pt x="519545" y="0"/>
                </a:lnTo>
                <a:lnTo>
                  <a:pt x="606136" y="9465"/>
                </a:lnTo>
                <a:lnTo>
                  <a:pt x="692727" y="19720"/>
                </a:lnTo>
                <a:lnTo>
                  <a:pt x="779318" y="19920"/>
                </a:lnTo>
                <a:lnTo>
                  <a:pt x="865909" y="35533"/>
                </a:lnTo>
                <a:lnTo>
                  <a:pt x="952500" y="22033"/>
                </a:lnTo>
                <a:lnTo>
                  <a:pt x="1039090" y="47768"/>
                </a:lnTo>
                <a:lnTo>
                  <a:pt x="1125681" y="9482"/>
                </a:lnTo>
                <a:lnTo>
                  <a:pt x="1212272" y="40441"/>
                </a:lnTo>
                <a:lnTo>
                  <a:pt x="1298863" y="10774"/>
                </a:lnTo>
                <a:lnTo>
                  <a:pt x="1385454" y="12946"/>
                </a:lnTo>
                <a:lnTo>
                  <a:pt x="1472045" y="5272"/>
                </a:lnTo>
                <a:lnTo>
                  <a:pt x="1558636" y="29211"/>
                </a:lnTo>
                <a:lnTo>
                  <a:pt x="1645227" y="36181"/>
                </a:lnTo>
                <a:lnTo>
                  <a:pt x="1731818" y="4451"/>
                </a:lnTo>
                <a:lnTo>
                  <a:pt x="1818409" y="27596"/>
                </a:lnTo>
                <a:lnTo>
                  <a:pt x="1905000" y="10161"/>
                </a:lnTo>
                <a:lnTo>
                  <a:pt x="1991590" y="47753"/>
                </a:lnTo>
                <a:lnTo>
                  <a:pt x="2078181" y="43513"/>
                </a:lnTo>
                <a:lnTo>
                  <a:pt x="2164772" y="50562"/>
                </a:lnTo>
                <a:lnTo>
                  <a:pt x="2251363" y="51241"/>
                </a:lnTo>
                <a:lnTo>
                  <a:pt x="2337954" y="59286"/>
                </a:lnTo>
                <a:lnTo>
                  <a:pt x="2424545" y="48196"/>
                </a:lnTo>
                <a:lnTo>
                  <a:pt x="2511136" y="52193"/>
                </a:lnTo>
                <a:lnTo>
                  <a:pt x="2597727" y="36968"/>
                </a:lnTo>
                <a:lnTo>
                  <a:pt x="2684318" y="54632"/>
                </a:lnTo>
                <a:lnTo>
                  <a:pt x="2770909" y="45350"/>
                </a:lnTo>
                <a:lnTo>
                  <a:pt x="2857500" y="62656"/>
                </a:lnTo>
                <a:lnTo>
                  <a:pt x="2944090" y="50818"/>
                </a:lnTo>
                <a:lnTo>
                  <a:pt x="3030681" y="56573"/>
                </a:lnTo>
                <a:lnTo>
                  <a:pt x="3117272" y="48444"/>
                </a:lnTo>
                <a:lnTo>
                  <a:pt x="3203863" y="57529"/>
                </a:lnTo>
                <a:lnTo>
                  <a:pt x="3290454" y="55943"/>
                </a:lnTo>
                <a:lnTo>
                  <a:pt x="3377045" y="57719"/>
                </a:lnTo>
                <a:lnTo>
                  <a:pt x="3463636" y="60111"/>
                </a:lnTo>
                <a:lnTo>
                  <a:pt x="3550227" y="51706"/>
                </a:lnTo>
                <a:lnTo>
                  <a:pt x="3636818" y="70568"/>
                </a:lnTo>
                <a:lnTo>
                  <a:pt x="3723409" y="54014"/>
                </a:lnTo>
                <a:lnTo>
                  <a:pt x="3810000" y="59184"/>
                </a:lnTo>
                <a:lnTo>
                  <a:pt x="3896590" y="40374"/>
                </a:lnTo>
                <a:lnTo>
                  <a:pt x="3983181" y="48425"/>
                </a:lnTo>
                <a:lnTo>
                  <a:pt x="4069772" y="65906"/>
                </a:lnTo>
                <a:lnTo>
                  <a:pt x="4156363" y="60031"/>
                </a:lnTo>
                <a:lnTo>
                  <a:pt x="4242954" y="44089"/>
                </a:lnTo>
                <a:lnTo>
                  <a:pt x="4329545" y="71372"/>
                </a:lnTo>
                <a:lnTo>
                  <a:pt x="4416136" y="71554"/>
                </a:lnTo>
                <a:lnTo>
                  <a:pt x="4502727" y="57566"/>
                </a:lnTo>
                <a:lnTo>
                  <a:pt x="4589318" y="54266"/>
                </a:lnTo>
                <a:lnTo>
                  <a:pt x="4675909" y="59489"/>
                </a:lnTo>
                <a:lnTo>
                  <a:pt x="4762500" y="62472"/>
                </a:lnTo>
                <a:lnTo>
                  <a:pt x="4849090" y="58025"/>
                </a:lnTo>
                <a:lnTo>
                  <a:pt x="4935681" y="68135"/>
                </a:lnTo>
                <a:lnTo>
                  <a:pt x="5022272" y="80810"/>
                </a:lnTo>
                <a:lnTo>
                  <a:pt x="5108863" y="73534"/>
                </a:lnTo>
                <a:lnTo>
                  <a:pt x="5195454" y="62029"/>
                </a:lnTo>
                <a:lnTo>
                  <a:pt x="5282045" y="57661"/>
                </a:lnTo>
                <a:lnTo>
                  <a:pt x="5368636" y="69148"/>
                </a:lnTo>
                <a:lnTo>
                  <a:pt x="5455227" y="56638"/>
                </a:lnTo>
                <a:lnTo>
                  <a:pt x="5541818" y="76377"/>
                </a:lnTo>
                <a:lnTo>
                  <a:pt x="5628409" y="71029"/>
                </a:lnTo>
                <a:lnTo>
                  <a:pt x="5707630" y="42769"/>
                </a:lnTo>
                <a:lnTo>
                  <a:pt x="5716996" y="129226"/>
                </a:lnTo>
                <a:lnTo>
                  <a:pt x="5740177" y="215684"/>
                </a:lnTo>
                <a:lnTo>
                  <a:pt x="5735443" y="302142"/>
                </a:lnTo>
                <a:lnTo>
                  <a:pt x="5730668" y="388599"/>
                </a:lnTo>
                <a:lnTo>
                  <a:pt x="5712838" y="475057"/>
                </a:lnTo>
                <a:lnTo>
                  <a:pt x="5727195" y="561515"/>
                </a:lnTo>
                <a:lnTo>
                  <a:pt x="5694415" y="647972"/>
                </a:lnTo>
                <a:lnTo>
                  <a:pt x="5689394" y="734430"/>
                </a:lnTo>
                <a:lnTo>
                  <a:pt x="5696548" y="820888"/>
                </a:lnTo>
                <a:lnTo>
                  <a:pt x="5717401" y="907345"/>
                </a:lnTo>
                <a:lnTo>
                  <a:pt x="5685384" y="993803"/>
                </a:lnTo>
                <a:lnTo>
                  <a:pt x="5696692" y="1080261"/>
                </a:lnTo>
                <a:lnTo>
                  <a:pt x="5715000" y="1146208"/>
                </a:lnTo>
                <a:lnTo>
                  <a:pt x="5628409" y="1134407"/>
                </a:lnTo>
                <a:lnTo>
                  <a:pt x="5541818" y="1150523"/>
                </a:lnTo>
                <a:lnTo>
                  <a:pt x="5455227" y="1160903"/>
                </a:lnTo>
                <a:lnTo>
                  <a:pt x="5368636" y="1152388"/>
                </a:lnTo>
                <a:lnTo>
                  <a:pt x="5282045" y="1138727"/>
                </a:lnTo>
                <a:lnTo>
                  <a:pt x="5195454" y="1158978"/>
                </a:lnTo>
                <a:lnTo>
                  <a:pt x="5108863" y="1161113"/>
                </a:lnTo>
                <a:lnTo>
                  <a:pt x="5022272" y="1174980"/>
                </a:lnTo>
                <a:lnTo>
                  <a:pt x="4935681" y="1179916"/>
                </a:lnTo>
                <a:lnTo>
                  <a:pt x="4849090" y="1170046"/>
                </a:lnTo>
                <a:lnTo>
                  <a:pt x="4762500" y="1154910"/>
                </a:lnTo>
                <a:lnTo>
                  <a:pt x="4675909" y="1179294"/>
                </a:lnTo>
                <a:lnTo>
                  <a:pt x="4589318" y="1191773"/>
                </a:lnTo>
                <a:lnTo>
                  <a:pt x="4502727" y="1213078"/>
                </a:lnTo>
                <a:lnTo>
                  <a:pt x="4416136" y="1211300"/>
                </a:lnTo>
                <a:lnTo>
                  <a:pt x="4329545" y="1187704"/>
                </a:lnTo>
                <a:lnTo>
                  <a:pt x="4242954" y="1185309"/>
                </a:lnTo>
                <a:lnTo>
                  <a:pt x="4156363" y="1193790"/>
                </a:lnTo>
                <a:lnTo>
                  <a:pt x="4069772" y="1195465"/>
                </a:lnTo>
                <a:lnTo>
                  <a:pt x="3983181" y="1171629"/>
                </a:lnTo>
                <a:lnTo>
                  <a:pt x="3896590" y="1188659"/>
                </a:lnTo>
                <a:lnTo>
                  <a:pt x="3810000" y="1194133"/>
                </a:lnTo>
                <a:lnTo>
                  <a:pt x="3723409" y="1195373"/>
                </a:lnTo>
                <a:lnTo>
                  <a:pt x="3636818" y="1196814"/>
                </a:lnTo>
                <a:lnTo>
                  <a:pt x="3550227" y="1187904"/>
                </a:lnTo>
                <a:lnTo>
                  <a:pt x="3463636" y="1195871"/>
                </a:lnTo>
                <a:lnTo>
                  <a:pt x="3377045" y="1192889"/>
                </a:lnTo>
                <a:lnTo>
                  <a:pt x="3290454" y="1205012"/>
                </a:lnTo>
                <a:lnTo>
                  <a:pt x="3203863" y="1187570"/>
                </a:lnTo>
                <a:lnTo>
                  <a:pt x="3117272" y="1200446"/>
                </a:lnTo>
                <a:lnTo>
                  <a:pt x="3030681" y="1180090"/>
                </a:lnTo>
                <a:lnTo>
                  <a:pt x="2944090" y="1172396"/>
                </a:lnTo>
                <a:lnTo>
                  <a:pt x="2857500" y="1187373"/>
                </a:lnTo>
                <a:lnTo>
                  <a:pt x="2770909" y="1212639"/>
                </a:lnTo>
                <a:lnTo>
                  <a:pt x="2684318" y="1202037"/>
                </a:lnTo>
                <a:lnTo>
                  <a:pt x="2597727" y="1200844"/>
                </a:lnTo>
                <a:lnTo>
                  <a:pt x="2511136" y="1198677"/>
                </a:lnTo>
                <a:lnTo>
                  <a:pt x="2424545" y="1193478"/>
                </a:lnTo>
                <a:lnTo>
                  <a:pt x="2337954" y="1191558"/>
                </a:lnTo>
                <a:lnTo>
                  <a:pt x="2251363" y="1185386"/>
                </a:lnTo>
                <a:lnTo>
                  <a:pt x="2164772" y="1200432"/>
                </a:lnTo>
                <a:lnTo>
                  <a:pt x="2078181" y="1211867"/>
                </a:lnTo>
                <a:lnTo>
                  <a:pt x="1991590" y="1191787"/>
                </a:lnTo>
                <a:lnTo>
                  <a:pt x="1905000" y="1189421"/>
                </a:lnTo>
                <a:lnTo>
                  <a:pt x="1818409" y="1200301"/>
                </a:lnTo>
                <a:lnTo>
                  <a:pt x="1731818" y="1182704"/>
                </a:lnTo>
                <a:lnTo>
                  <a:pt x="1645227" y="1180091"/>
                </a:lnTo>
                <a:lnTo>
                  <a:pt x="1558636" y="1178732"/>
                </a:lnTo>
                <a:lnTo>
                  <a:pt x="1472045" y="1175872"/>
                </a:lnTo>
                <a:lnTo>
                  <a:pt x="1385454" y="1186140"/>
                </a:lnTo>
                <a:lnTo>
                  <a:pt x="1298863" y="1190199"/>
                </a:lnTo>
                <a:lnTo>
                  <a:pt x="1212272" y="1152663"/>
                </a:lnTo>
                <a:lnTo>
                  <a:pt x="1125681" y="1177130"/>
                </a:lnTo>
                <a:lnTo>
                  <a:pt x="1039090" y="1164204"/>
                </a:lnTo>
                <a:lnTo>
                  <a:pt x="952500" y="1153040"/>
                </a:lnTo>
                <a:lnTo>
                  <a:pt x="865909" y="1178767"/>
                </a:lnTo>
                <a:lnTo>
                  <a:pt x="779318" y="1177741"/>
                </a:lnTo>
                <a:lnTo>
                  <a:pt x="692727" y="1171325"/>
                </a:lnTo>
                <a:lnTo>
                  <a:pt x="606136" y="1155338"/>
                </a:lnTo>
                <a:lnTo>
                  <a:pt x="519545" y="1168068"/>
                </a:lnTo>
                <a:lnTo>
                  <a:pt x="432954" y="1136158"/>
                </a:lnTo>
                <a:lnTo>
                  <a:pt x="346363" y="1146933"/>
                </a:lnTo>
                <a:lnTo>
                  <a:pt x="259772" y="1154811"/>
                </a:lnTo>
                <a:lnTo>
                  <a:pt x="173181" y="1142895"/>
                </a:lnTo>
                <a:lnTo>
                  <a:pt x="86590" y="1167677"/>
                </a:lnTo>
                <a:lnTo>
                  <a:pt x="18527" y="1166719"/>
                </a:lnTo>
                <a:lnTo>
                  <a:pt x="13124" y="1080261"/>
                </a:lnTo>
                <a:lnTo>
                  <a:pt x="20309" y="993803"/>
                </a:lnTo>
                <a:lnTo>
                  <a:pt x="37487" y="907345"/>
                </a:lnTo>
                <a:lnTo>
                  <a:pt x="42320" y="820888"/>
                </a:lnTo>
                <a:lnTo>
                  <a:pt x="21171" y="734430"/>
                </a:lnTo>
                <a:lnTo>
                  <a:pt x="38098" y="647972"/>
                </a:lnTo>
                <a:lnTo>
                  <a:pt x="29935" y="561515"/>
                </a:lnTo>
                <a:lnTo>
                  <a:pt x="6980" y="475057"/>
                </a:lnTo>
                <a:lnTo>
                  <a:pt x="41182" y="388599"/>
                </a:lnTo>
                <a:lnTo>
                  <a:pt x="46509" y="302142"/>
                </a:lnTo>
                <a:lnTo>
                  <a:pt x="42401" y="215684"/>
                </a:lnTo>
                <a:lnTo>
                  <a:pt x="10499" y="129226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21510000">
            <a:off x="3238500" y="342900"/>
            <a:ext cx="5715000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657"/>
              </a:lnSpc>
            </a:pP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2-Stage vs </a:t>
            </a:r>
            <a:r>
              <a:rPr sz="3104" b="1">
                <a:solidFill>
                  <a:srgbClr val="7A4A2A"/>
                </a:solidFill>
                <a:latin typeface="Arial"/>
                <a:ea typeface="맑은 고딕"/>
              </a:rPr>
              <a:t>1</a:t>
            </a: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-Stage</a:t>
            </a:r>
          </a:p>
        </p:txBody>
      </p:sp>
      <p:sp>
        <p:nvSpPr>
          <p:cNvPr id="5" name="Freeform 4"/>
          <p:cNvSpPr/>
          <p:nvPr/>
        </p:nvSpPr>
        <p:spPr>
          <a:xfrm rot="21540000">
            <a:off x="808861" y="1761311"/>
            <a:ext cx="4857366" cy="4615469"/>
          </a:xfrm>
          <a:custGeom>
            <a:avLst/>
            <a:gdLst/>
            <a:ahLst/>
            <a:cxnLst/>
            <a:rect l="l" t="t" r="r" b="b"/>
            <a:pathLst>
              <a:path w="4857366" h="4615469">
                <a:moveTo>
                  <a:pt x="48389" y="43258"/>
                </a:moveTo>
                <a:lnTo>
                  <a:pt x="134979" y="37610"/>
                </a:lnTo>
                <a:lnTo>
                  <a:pt x="221570" y="43640"/>
                </a:lnTo>
                <a:lnTo>
                  <a:pt x="308161" y="66520"/>
                </a:lnTo>
                <a:lnTo>
                  <a:pt x="394752" y="66772"/>
                </a:lnTo>
                <a:lnTo>
                  <a:pt x="481343" y="65545"/>
                </a:lnTo>
                <a:lnTo>
                  <a:pt x="567934" y="81250"/>
                </a:lnTo>
                <a:lnTo>
                  <a:pt x="654525" y="56817"/>
                </a:lnTo>
                <a:lnTo>
                  <a:pt x="741116" y="52576"/>
                </a:lnTo>
                <a:lnTo>
                  <a:pt x="827707" y="94348"/>
                </a:lnTo>
                <a:lnTo>
                  <a:pt x="914298" y="83150"/>
                </a:lnTo>
                <a:lnTo>
                  <a:pt x="1000889" y="73280"/>
                </a:lnTo>
                <a:lnTo>
                  <a:pt x="1087479" y="58978"/>
                </a:lnTo>
                <a:lnTo>
                  <a:pt x="1174070" y="65311"/>
                </a:lnTo>
                <a:lnTo>
                  <a:pt x="1260661" y="57961"/>
                </a:lnTo>
                <a:lnTo>
                  <a:pt x="1347252" y="35663"/>
                </a:lnTo>
                <a:lnTo>
                  <a:pt x="1433843" y="64043"/>
                </a:lnTo>
                <a:lnTo>
                  <a:pt x="1520434" y="52571"/>
                </a:lnTo>
                <a:lnTo>
                  <a:pt x="1607025" y="11806"/>
                </a:lnTo>
                <a:lnTo>
                  <a:pt x="1693616" y="57227"/>
                </a:lnTo>
                <a:lnTo>
                  <a:pt x="1780207" y="48643"/>
                </a:lnTo>
                <a:lnTo>
                  <a:pt x="1866798" y="17511"/>
                </a:lnTo>
                <a:lnTo>
                  <a:pt x="1953389" y="29643"/>
                </a:lnTo>
                <a:lnTo>
                  <a:pt x="2039979" y="38504"/>
                </a:lnTo>
                <a:lnTo>
                  <a:pt x="2126570" y="35368"/>
                </a:lnTo>
                <a:lnTo>
                  <a:pt x="2213161" y="42062"/>
                </a:lnTo>
                <a:lnTo>
                  <a:pt x="2299752" y="13298"/>
                </a:lnTo>
                <a:lnTo>
                  <a:pt x="2386343" y="36737"/>
                </a:lnTo>
                <a:lnTo>
                  <a:pt x="2472934" y="36217"/>
                </a:lnTo>
                <a:lnTo>
                  <a:pt x="2559525" y="25775"/>
                </a:lnTo>
                <a:lnTo>
                  <a:pt x="2646116" y="57250"/>
                </a:lnTo>
                <a:lnTo>
                  <a:pt x="2732707" y="38679"/>
                </a:lnTo>
                <a:lnTo>
                  <a:pt x="2819298" y="35628"/>
                </a:lnTo>
                <a:lnTo>
                  <a:pt x="2905889" y="19144"/>
                </a:lnTo>
                <a:lnTo>
                  <a:pt x="2992479" y="4060"/>
                </a:lnTo>
                <a:lnTo>
                  <a:pt x="3079070" y="11822"/>
                </a:lnTo>
                <a:lnTo>
                  <a:pt x="3165661" y="31410"/>
                </a:lnTo>
                <a:lnTo>
                  <a:pt x="3252252" y="35049"/>
                </a:lnTo>
                <a:lnTo>
                  <a:pt x="3338843" y="23695"/>
                </a:lnTo>
                <a:lnTo>
                  <a:pt x="3425434" y="14404"/>
                </a:lnTo>
                <a:lnTo>
                  <a:pt x="3512025" y="11858"/>
                </a:lnTo>
                <a:lnTo>
                  <a:pt x="3598616" y="13858"/>
                </a:lnTo>
                <a:lnTo>
                  <a:pt x="3685207" y="7639"/>
                </a:lnTo>
                <a:lnTo>
                  <a:pt x="3771798" y="10185"/>
                </a:lnTo>
                <a:lnTo>
                  <a:pt x="3858389" y="5139"/>
                </a:lnTo>
                <a:lnTo>
                  <a:pt x="3944979" y="0"/>
                </a:lnTo>
                <a:lnTo>
                  <a:pt x="4031570" y="31374"/>
                </a:lnTo>
                <a:lnTo>
                  <a:pt x="4118161" y="4260"/>
                </a:lnTo>
                <a:lnTo>
                  <a:pt x="4204752" y="25893"/>
                </a:lnTo>
                <a:lnTo>
                  <a:pt x="4291343" y="2167"/>
                </a:lnTo>
                <a:lnTo>
                  <a:pt x="4377934" y="35411"/>
                </a:lnTo>
                <a:lnTo>
                  <a:pt x="4464525" y="37163"/>
                </a:lnTo>
                <a:lnTo>
                  <a:pt x="4551116" y="23354"/>
                </a:lnTo>
                <a:lnTo>
                  <a:pt x="4637707" y="24334"/>
                </a:lnTo>
                <a:lnTo>
                  <a:pt x="4724298" y="26569"/>
                </a:lnTo>
                <a:lnTo>
                  <a:pt x="4821683" y="48439"/>
                </a:lnTo>
                <a:lnTo>
                  <a:pt x="4825999" y="135629"/>
                </a:lnTo>
                <a:lnTo>
                  <a:pt x="4827694" y="222819"/>
                </a:lnTo>
                <a:lnTo>
                  <a:pt x="4797606" y="310010"/>
                </a:lnTo>
                <a:lnTo>
                  <a:pt x="4803413" y="397200"/>
                </a:lnTo>
                <a:lnTo>
                  <a:pt x="4791111" y="484390"/>
                </a:lnTo>
                <a:lnTo>
                  <a:pt x="4793899" y="571581"/>
                </a:lnTo>
                <a:lnTo>
                  <a:pt x="4793025" y="658771"/>
                </a:lnTo>
                <a:lnTo>
                  <a:pt x="4801904" y="745962"/>
                </a:lnTo>
                <a:lnTo>
                  <a:pt x="4818558" y="833152"/>
                </a:lnTo>
                <a:lnTo>
                  <a:pt x="4830113" y="920342"/>
                </a:lnTo>
                <a:lnTo>
                  <a:pt x="4816110" y="1007533"/>
                </a:lnTo>
                <a:lnTo>
                  <a:pt x="4830375" y="1094723"/>
                </a:lnTo>
                <a:lnTo>
                  <a:pt x="4826072" y="1181914"/>
                </a:lnTo>
                <a:lnTo>
                  <a:pt x="4833781" y="1269104"/>
                </a:lnTo>
                <a:lnTo>
                  <a:pt x="4836433" y="1356294"/>
                </a:lnTo>
                <a:lnTo>
                  <a:pt x="4842739" y="1443485"/>
                </a:lnTo>
                <a:lnTo>
                  <a:pt x="4797078" y="1530675"/>
                </a:lnTo>
                <a:lnTo>
                  <a:pt x="4839381" y="1617865"/>
                </a:lnTo>
                <a:lnTo>
                  <a:pt x="4806705" y="1705056"/>
                </a:lnTo>
                <a:lnTo>
                  <a:pt x="4804512" y="1792246"/>
                </a:lnTo>
                <a:lnTo>
                  <a:pt x="4786237" y="1879437"/>
                </a:lnTo>
                <a:lnTo>
                  <a:pt x="4802428" y="1966627"/>
                </a:lnTo>
                <a:lnTo>
                  <a:pt x="4801040" y="2053817"/>
                </a:lnTo>
                <a:lnTo>
                  <a:pt x="4811106" y="2141008"/>
                </a:lnTo>
                <a:lnTo>
                  <a:pt x="4811132" y="2228198"/>
                </a:lnTo>
                <a:lnTo>
                  <a:pt x="4804963" y="2315389"/>
                </a:lnTo>
                <a:lnTo>
                  <a:pt x="4823825" y="2402579"/>
                </a:lnTo>
                <a:lnTo>
                  <a:pt x="4819994" y="2489769"/>
                </a:lnTo>
                <a:lnTo>
                  <a:pt x="4847834" y="2576960"/>
                </a:lnTo>
                <a:lnTo>
                  <a:pt x="4846495" y="2664150"/>
                </a:lnTo>
                <a:lnTo>
                  <a:pt x="4826849" y="2751340"/>
                </a:lnTo>
                <a:lnTo>
                  <a:pt x="4849851" y="2838531"/>
                </a:lnTo>
                <a:lnTo>
                  <a:pt x="4838404" y="2925721"/>
                </a:lnTo>
                <a:lnTo>
                  <a:pt x="4840614" y="3012912"/>
                </a:lnTo>
                <a:lnTo>
                  <a:pt x="4838451" y="3100102"/>
                </a:lnTo>
                <a:lnTo>
                  <a:pt x="4857366" y="3187292"/>
                </a:lnTo>
                <a:lnTo>
                  <a:pt x="4823331" y="3274483"/>
                </a:lnTo>
                <a:lnTo>
                  <a:pt x="4839541" y="3361673"/>
                </a:lnTo>
                <a:lnTo>
                  <a:pt x="4816856" y="3448864"/>
                </a:lnTo>
                <a:lnTo>
                  <a:pt x="4843099" y="3536054"/>
                </a:lnTo>
                <a:lnTo>
                  <a:pt x="4807149" y="3623244"/>
                </a:lnTo>
                <a:lnTo>
                  <a:pt x="4825148" y="3710435"/>
                </a:lnTo>
                <a:lnTo>
                  <a:pt x="4793259" y="3797625"/>
                </a:lnTo>
                <a:lnTo>
                  <a:pt x="4827167" y="3884815"/>
                </a:lnTo>
                <a:lnTo>
                  <a:pt x="4805042" y="3972006"/>
                </a:lnTo>
                <a:lnTo>
                  <a:pt x="4791347" y="4059196"/>
                </a:lnTo>
                <a:lnTo>
                  <a:pt x="4809605" y="4146387"/>
                </a:lnTo>
                <a:lnTo>
                  <a:pt x="4796751" y="4233577"/>
                </a:lnTo>
                <a:lnTo>
                  <a:pt x="4787596" y="4320767"/>
                </a:lnTo>
                <a:lnTo>
                  <a:pt x="4808289" y="4407958"/>
                </a:lnTo>
                <a:lnTo>
                  <a:pt x="4771792" y="4495148"/>
                </a:lnTo>
                <a:lnTo>
                  <a:pt x="4810889" y="4605298"/>
                </a:lnTo>
                <a:lnTo>
                  <a:pt x="4724298" y="4595381"/>
                </a:lnTo>
                <a:lnTo>
                  <a:pt x="4637707" y="4552925"/>
                </a:lnTo>
                <a:lnTo>
                  <a:pt x="4551116" y="4586335"/>
                </a:lnTo>
                <a:lnTo>
                  <a:pt x="4464525" y="4586351"/>
                </a:lnTo>
                <a:lnTo>
                  <a:pt x="4377934" y="4589332"/>
                </a:lnTo>
                <a:lnTo>
                  <a:pt x="4291343" y="4615091"/>
                </a:lnTo>
                <a:lnTo>
                  <a:pt x="4204752" y="4607169"/>
                </a:lnTo>
                <a:lnTo>
                  <a:pt x="4118161" y="4615416"/>
                </a:lnTo>
                <a:lnTo>
                  <a:pt x="4031570" y="4608311"/>
                </a:lnTo>
                <a:lnTo>
                  <a:pt x="3944979" y="4588896"/>
                </a:lnTo>
                <a:lnTo>
                  <a:pt x="3858389" y="4588111"/>
                </a:lnTo>
                <a:lnTo>
                  <a:pt x="3771798" y="4615469"/>
                </a:lnTo>
                <a:lnTo>
                  <a:pt x="3685207" y="4600263"/>
                </a:lnTo>
                <a:lnTo>
                  <a:pt x="3598616" y="4583908"/>
                </a:lnTo>
                <a:lnTo>
                  <a:pt x="3512025" y="4590545"/>
                </a:lnTo>
                <a:lnTo>
                  <a:pt x="3425434" y="4583602"/>
                </a:lnTo>
                <a:lnTo>
                  <a:pt x="3338843" y="4575095"/>
                </a:lnTo>
                <a:lnTo>
                  <a:pt x="3252252" y="4589315"/>
                </a:lnTo>
                <a:lnTo>
                  <a:pt x="3165661" y="4559914"/>
                </a:lnTo>
                <a:lnTo>
                  <a:pt x="3079070" y="4561656"/>
                </a:lnTo>
                <a:lnTo>
                  <a:pt x="2992479" y="4574071"/>
                </a:lnTo>
                <a:lnTo>
                  <a:pt x="2905889" y="4564018"/>
                </a:lnTo>
                <a:lnTo>
                  <a:pt x="2819298" y="4569247"/>
                </a:lnTo>
                <a:lnTo>
                  <a:pt x="2732707" y="4569008"/>
                </a:lnTo>
                <a:lnTo>
                  <a:pt x="2646116" y="4570340"/>
                </a:lnTo>
                <a:lnTo>
                  <a:pt x="2559525" y="4573687"/>
                </a:lnTo>
                <a:lnTo>
                  <a:pt x="2472934" y="4549040"/>
                </a:lnTo>
                <a:lnTo>
                  <a:pt x="2386343" y="4543260"/>
                </a:lnTo>
                <a:lnTo>
                  <a:pt x="2299752" y="4560314"/>
                </a:lnTo>
                <a:lnTo>
                  <a:pt x="2213161" y="4583561"/>
                </a:lnTo>
                <a:lnTo>
                  <a:pt x="2126570" y="4573979"/>
                </a:lnTo>
                <a:lnTo>
                  <a:pt x="2039979" y="4566080"/>
                </a:lnTo>
                <a:lnTo>
                  <a:pt x="1953389" y="4581264"/>
                </a:lnTo>
                <a:lnTo>
                  <a:pt x="1866798" y="4578086"/>
                </a:lnTo>
                <a:lnTo>
                  <a:pt x="1780207" y="4576236"/>
                </a:lnTo>
                <a:lnTo>
                  <a:pt x="1693616" y="4571325"/>
                </a:lnTo>
                <a:lnTo>
                  <a:pt x="1607025" y="4579308"/>
                </a:lnTo>
                <a:lnTo>
                  <a:pt x="1520434" y="4566327"/>
                </a:lnTo>
                <a:lnTo>
                  <a:pt x="1433843" y="4574732"/>
                </a:lnTo>
                <a:lnTo>
                  <a:pt x="1347252" y="4580513"/>
                </a:lnTo>
                <a:lnTo>
                  <a:pt x="1260661" y="4566984"/>
                </a:lnTo>
                <a:lnTo>
                  <a:pt x="1174070" y="4564294"/>
                </a:lnTo>
                <a:lnTo>
                  <a:pt x="1087479" y="4576783"/>
                </a:lnTo>
                <a:lnTo>
                  <a:pt x="1000889" y="4565913"/>
                </a:lnTo>
                <a:lnTo>
                  <a:pt x="914298" y="4548400"/>
                </a:lnTo>
                <a:lnTo>
                  <a:pt x="827707" y="4559271"/>
                </a:lnTo>
                <a:lnTo>
                  <a:pt x="741116" y="4576718"/>
                </a:lnTo>
                <a:lnTo>
                  <a:pt x="654525" y="4587338"/>
                </a:lnTo>
                <a:lnTo>
                  <a:pt x="567934" y="4570047"/>
                </a:lnTo>
                <a:lnTo>
                  <a:pt x="481343" y="4556489"/>
                </a:lnTo>
                <a:lnTo>
                  <a:pt x="394752" y="4581359"/>
                </a:lnTo>
                <a:lnTo>
                  <a:pt x="308161" y="4567637"/>
                </a:lnTo>
                <a:lnTo>
                  <a:pt x="221570" y="4549790"/>
                </a:lnTo>
                <a:lnTo>
                  <a:pt x="134979" y="4569480"/>
                </a:lnTo>
                <a:lnTo>
                  <a:pt x="54067" y="4582339"/>
                </a:lnTo>
                <a:lnTo>
                  <a:pt x="38361" y="4495148"/>
                </a:lnTo>
                <a:lnTo>
                  <a:pt x="42544" y="4407958"/>
                </a:lnTo>
                <a:lnTo>
                  <a:pt x="30808" y="4320767"/>
                </a:lnTo>
                <a:lnTo>
                  <a:pt x="50836" y="4233577"/>
                </a:lnTo>
                <a:lnTo>
                  <a:pt x="22794" y="4146387"/>
                </a:lnTo>
                <a:lnTo>
                  <a:pt x="5030" y="4059196"/>
                </a:lnTo>
                <a:lnTo>
                  <a:pt x="24363" y="3972006"/>
                </a:lnTo>
                <a:lnTo>
                  <a:pt x="19203" y="3884815"/>
                </a:lnTo>
                <a:lnTo>
                  <a:pt x="24754" y="3797625"/>
                </a:lnTo>
                <a:lnTo>
                  <a:pt x="41744" y="3710435"/>
                </a:lnTo>
                <a:lnTo>
                  <a:pt x="51615" y="3623244"/>
                </a:lnTo>
                <a:lnTo>
                  <a:pt x="49489" y="3536054"/>
                </a:lnTo>
                <a:lnTo>
                  <a:pt x="7891" y="3448864"/>
                </a:lnTo>
                <a:lnTo>
                  <a:pt x="45171" y="3361673"/>
                </a:lnTo>
                <a:lnTo>
                  <a:pt x="43122" y="3274483"/>
                </a:lnTo>
                <a:lnTo>
                  <a:pt x="12360" y="3187292"/>
                </a:lnTo>
                <a:lnTo>
                  <a:pt x="33133" y="3100102"/>
                </a:lnTo>
                <a:lnTo>
                  <a:pt x="39695" y="3012912"/>
                </a:lnTo>
                <a:lnTo>
                  <a:pt x="31431" y="2925721"/>
                </a:lnTo>
                <a:lnTo>
                  <a:pt x="38211" y="2838531"/>
                </a:lnTo>
                <a:lnTo>
                  <a:pt x="46288" y="2751340"/>
                </a:lnTo>
                <a:lnTo>
                  <a:pt x="19656" y="2664150"/>
                </a:lnTo>
                <a:lnTo>
                  <a:pt x="2045" y="2576960"/>
                </a:lnTo>
                <a:lnTo>
                  <a:pt x="47903" y="2489769"/>
                </a:lnTo>
                <a:lnTo>
                  <a:pt x="16956" y="2402579"/>
                </a:lnTo>
                <a:lnTo>
                  <a:pt x="59101" y="2315389"/>
                </a:lnTo>
                <a:lnTo>
                  <a:pt x="25590" y="2228198"/>
                </a:lnTo>
                <a:lnTo>
                  <a:pt x="43789" y="2141008"/>
                </a:lnTo>
                <a:lnTo>
                  <a:pt x="7623" y="2053817"/>
                </a:lnTo>
                <a:lnTo>
                  <a:pt x="28083" y="1966627"/>
                </a:lnTo>
                <a:lnTo>
                  <a:pt x="10666" y="1879437"/>
                </a:lnTo>
                <a:lnTo>
                  <a:pt x="0" y="1792246"/>
                </a:lnTo>
                <a:lnTo>
                  <a:pt x="21527" y="1705056"/>
                </a:lnTo>
                <a:lnTo>
                  <a:pt x="36354" y="1617865"/>
                </a:lnTo>
                <a:lnTo>
                  <a:pt x="41119" y="1530675"/>
                </a:lnTo>
                <a:lnTo>
                  <a:pt x="51910" y="1443485"/>
                </a:lnTo>
                <a:lnTo>
                  <a:pt x="30913" y="1356294"/>
                </a:lnTo>
                <a:lnTo>
                  <a:pt x="31742" y="1269104"/>
                </a:lnTo>
                <a:lnTo>
                  <a:pt x="25629" y="1181914"/>
                </a:lnTo>
                <a:lnTo>
                  <a:pt x="31614" y="1094723"/>
                </a:lnTo>
                <a:lnTo>
                  <a:pt x="16754" y="1007533"/>
                </a:lnTo>
                <a:lnTo>
                  <a:pt x="31429" y="920342"/>
                </a:lnTo>
                <a:lnTo>
                  <a:pt x="33371" y="833152"/>
                </a:lnTo>
                <a:lnTo>
                  <a:pt x="34841" y="745962"/>
                </a:lnTo>
                <a:lnTo>
                  <a:pt x="23817" y="658771"/>
                </a:lnTo>
                <a:lnTo>
                  <a:pt x="22179" y="571581"/>
                </a:lnTo>
                <a:lnTo>
                  <a:pt x="16982" y="484390"/>
                </a:lnTo>
                <a:lnTo>
                  <a:pt x="28715" y="397200"/>
                </a:lnTo>
                <a:lnTo>
                  <a:pt x="28018" y="310010"/>
                </a:lnTo>
                <a:lnTo>
                  <a:pt x="530" y="222819"/>
                </a:lnTo>
                <a:lnTo>
                  <a:pt x="13058" y="135629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40000">
            <a:off x="1225715" y="2171975"/>
            <a:ext cx="3962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03 · 두 번 보고 정확하게</a:t>
            </a:r>
          </a:p>
        </p:txBody>
      </p:sp>
      <p:sp>
        <p:nvSpPr>
          <p:cNvPr id="7" name="TextBox 6"/>
          <p:cNvSpPr txBox="1"/>
          <p:nvPr/>
        </p:nvSpPr>
        <p:spPr>
          <a:xfrm rot="21540000">
            <a:off x="1231367" y="2400526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rgbClr val="5C2E14"/>
                </a:solidFill>
                <a:latin typeface="Arial"/>
                <a:ea typeface="맑은 고딕"/>
              </a:rPr>
              <a:t>2-Stage 탐지기</a:t>
            </a:r>
          </a:p>
        </p:txBody>
      </p:sp>
      <p:sp>
        <p:nvSpPr>
          <p:cNvPr id="8" name="TextBox 7"/>
          <p:cNvSpPr txBox="1"/>
          <p:nvPr/>
        </p:nvSpPr>
        <p:spPr>
          <a:xfrm rot="21540000">
            <a:off x="1240510" y="2990996"/>
            <a:ext cx="39624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① 후보 영역 제안</a:t>
            </a:r>
          </a:p>
        </p:txBody>
      </p:sp>
      <p:sp>
        <p:nvSpPr>
          <p:cNvPr id="9" name="TextBox 8"/>
          <p:cNvSpPr txBox="1"/>
          <p:nvPr/>
        </p:nvSpPr>
        <p:spPr>
          <a:xfrm rot="21540000">
            <a:off x="1247990" y="3276681"/>
            <a:ext cx="39624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물체가 있을 법한 후보 영역(RPN)을 먼저 골라냅니다.</a:t>
            </a:r>
          </a:p>
        </p:txBody>
      </p:sp>
      <p:sp>
        <p:nvSpPr>
          <p:cNvPr id="10" name="TextBox 9"/>
          <p:cNvSpPr txBox="1"/>
          <p:nvPr/>
        </p:nvSpPr>
        <p:spPr>
          <a:xfrm rot="21540000">
            <a:off x="1255803" y="3867163"/>
            <a:ext cx="39624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② 영역별 분류 · 박스 보정</a:t>
            </a:r>
          </a:p>
        </p:txBody>
      </p:sp>
      <p:sp>
        <p:nvSpPr>
          <p:cNvPr id="11" name="TextBox 10"/>
          <p:cNvSpPr txBox="1"/>
          <p:nvPr/>
        </p:nvSpPr>
        <p:spPr>
          <a:xfrm rot="21540000">
            <a:off x="1263284" y="4152847"/>
            <a:ext cx="39624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고른 영역마다 클래스를 판단하고 박스 위치를 다듬습니다.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270900" y="4804007"/>
            <a:ext cx="3961796" cy="69153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21540000">
            <a:off x="1278577" y="5009964"/>
            <a:ext cx="3962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강점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 정확도가 높은 편  ·  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약점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 느린 편</a:t>
            </a:r>
          </a:p>
        </p:txBody>
      </p:sp>
      <p:sp>
        <p:nvSpPr>
          <p:cNvPr id="14" name="TextBox 13"/>
          <p:cNvSpPr txBox="1"/>
          <p:nvPr/>
        </p:nvSpPr>
        <p:spPr>
          <a:xfrm rot="21540000">
            <a:off x="1284063" y="5467116"/>
            <a:ext cx="39624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대표: R-CNN · Fast R-CNN · Faster R-CNN</a:t>
            </a:r>
          </a:p>
        </p:txBody>
      </p:sp>
      <p:sp>
        <p:nvSpPr>
          <p:cNvPr id="15" name="Freeform 14"/>
          <p:cNvSpPr/>
          <p:nvPr/>
        </p:nvSpPr>
        <p:spPr>
          <a:xfrm rot="60000">
            <a:off x="6530397" y="1772277"/>
            <a:ext cx="4831276" cy="4607932"/>
          </a:xfrm>
          <a:custGeom>
            <a:avLst/>
            <a:gdLst/>
            <a:ahLst/>
            <a:cxnLst/>
            <a:rect l="l" t="t" r="r" b="b"/>
            <a:pathLst>
              <a:path w="4831276" h="4607932">
                <a:moveTo>
                  <a:pt x="41853" y="38756"/>
                </a:moveTo>
                <a:lnTo>
                  <a:pt x="128443" y="60539"/>
                </a:lnTo>
                <a:lnTo>
                  <a:pt x="215034" y="69900"/>
                </a:lnTo>
                <a:lnTo>
                  <a:pt x="301625" y="50514"/>
                </a:lnTo>
                <a:lnTo>
                  <a:pt x="388216" y="80677"/>
                </a:lnTo>
                <a:lnTo>
                  <a:pt x="474807" y="58922"/>
                </a:lnTo>
                <a:lnTo>
                  <a:pt x="561398" y="57379"/>
                </a:lnTo>
                <a:lnTo>
                  <a:pt x="647989" y="64494"/>
                </a:lnTo>
                <a:lnTo>
                  <a:pt x="734580" y="57968"/>
                </a:lnTo>
                <a:lnTo>
                  <a:pt x="821171" y="74098"/>
                </a:lnTo>
                <a:lnTo>
                  <a:pt x="907762" y="49195"/>
                </a:lnTo>
                <a:lnTo>
                  <a:pt x="994353" y="63262"/>
                </a:lnTo>
                <a:lnTo>
                  <a:pt x="1080943" y="48172"/>
                </a:lnTo>
                <a:lnTo>
                  <a:pt x="1167534" y="31540"/>
                </a:lnTo>
                <a:lnTo>
                  <a:pt x="1254125" y="55103"/>
                </a:lnTo>
                <a:lnTo>
                  <a:pt x="1340716" y="35543"/>
                </a:lnTo>
                <a:lnTo>
                  <a:pt x="1427307" y="51240"/>
                </a:lnTo>
                <a:lnTo>
                  <a:pt x="1513898" y="22025"/>
                </a:lnTo>
                <a:lnTo>
                  <a:pt x="1600489" y="13708"/>
                </a:lnTo>
                <a:lnTo>
                  <a:pt x="1687080" y="5655"/>
                </a:lnTo>
                <a:lnTo>
                  <a:pt x="1773671" y="11744"/>
                </a:lnTo>
                <a:lnTo>
                  <a:pt x="1860262" y="4547"/>
                </a:lnTo>
                <a:lnTo>
                  <a:pt x="1946853" y="0"/>
                </a:lnTo>
                <a:lnTo>
                  <a:pt x="2033443" y="14360"/>
                </a:lnTo>
                <a:lnTo>
                  <a:pt x="2120034" y="24038"/>
                </a:lnTo>
                <a:lnTo>
                  <a:pt x="2206625" y="11082"/>
                </a:lnTo>
                <a:lnTo>
                  <a:pt x="2293216" y="57860"/>
                </a:lnTo>
                <a:lnTo>
                  <a:pt x="2379807" y="21376"/>
                </a:lnTo>
                <a:lnTo>
                  <a:pt x="2466398" y="52445"/>
                </a:lnTo>
                <a:lnTo>
                  <a:pt x="2552989" y="56603"/>
                </a:lnTo>
                <a:lnTo>
                  <a:pt x="2639580" y="41904"/>
                </a:lnTo>
                <a:lnTo>
                  <a:pt x="2726171" y="14965"/>
                </a:lnTo>
                <a:lnTo>
                  <a:pt x="2812762" y="30917"/>
                </a:lnTo>
                <a:lnTo>
                  <a:pt x="2899353" y="43567"/>
                </a:lnTo>
                <a:lnTo>
                  <a:pt x="2985943" y="47396"/>
                </a:lnTo>
                <a:lnTo>
                  <a:pt x="3072534" y="52661"/>
                </a:lnTo>
                <a:lnTo>
                  <a:pt x="3159125" y="57431"/>
                </a:lnTo>
                <a:lnTo>
                  <a:pt x="3245716" y="21797"/>
                </a:lnTo>
                <a:lnTo>
                  <a:pt x="3332307" y="40733"/>
                </a:lnTo>
                <a:lnTo>
                  <a:pt x="3418898" y="43386"/>
                </a:lnTo>
                <a:lnTo>
                  <a:pt x="3505489" y="30119"/>
                </a:lnTo>
                <a:lnTo>
                  <a:pt x="3592080" y="21887"/>
                </a:lnTo>
                <a:lnTo>
                  <a:pt x="3678671" y="45865"/>
                </a:lnTo>
                <a:lnTo>
                  <a:pt x="3765262" y="20484"/>
                </a:lnTo>
                <a:lnTo>
                  <a:pt x="3851853" y="21564"/>
                </a:lnTo>
                <a:lnTo>
                  <a:pt x="3938443" y="32543"/>
                </a:lnTo>
                <a:lnTo>
                  <a:pt x="4025034" y="27233"/>
                </a:lnTo>
                <a:lnTo>
                  <a:pt x="4111625" y="40139"/>
                </a:lnTo>
                <a:lnTo>
                  <a:pt x="4198216" y="16493"/>
                </a:lnTo>
                <a:lnTo>
                  <a:pt x="4284807" y="21501"/>
                </a:lnTo>
                <a:lnTo>
                  <a:pt x="4371398" y="1848"/>
                </a:lnTo>
                <a:lnTo>
                  <a:pt x="4457989" y="35299"/>
                </a:lnTo>
                <a:lnTo>
                  <a:pt x="4544580" y="19536"/>
                </a:lnTo>
                <a:lnTo>
                  <a:pt x="4631171" y="5957"/>
                </a:lnTo>
                <a:lnTo>
                  <a:pt x="4717762" y="24479"/>
                </a:lnTo>
                <a:lnTo>
                  <a:pt x="4829005" y="37473"/>
                </a:lnTo>
                <a:lnTo>
                  <a:pt x="4819686" y="124663"/>
                </a:lnTo>
                <a:lnTo>
                  <a:pt x="4821459" y="211853"/>
                </a:lnTo>
                <a:lnTo>
                  <a:pt x="4820476" y="299044"/>
                </a:lnTo>
                <a:lnTo>
                  <a:pt x="4809978" y="386234"/>
                </a:lnTo>
                <a:lnTo>
                  <a:pt x="4795209" y="473424"/>
                </a:lnTo>
                <a:lnTo>
                  <a:pt x="4819694" y="560615"/>
                </a:lnTo>
                <a:lnTo>
                  <a:pt x="4787310" y="647805"/>
                </a:lnTo>
                <a:lnTo>
                  <a:pt x="4806016" y="734996"/>
                </a:lnTo>
                <a:lnTo>
                  <a:pt x="4807976" y="822186"/>
                </a:lnTo>
                <a:lnTo>
                  <a:pt x="4769733" y="909376"/>
                </a:lnTo>
                <a:lnTo>
                  <a:pt x="4771517" y="996567"/>
                </a:lnTo>
                <a:lnTo>
                  <a:pt x="4772631" y="1083757"/>
                </a:lnTo>
                <a:lnTo>
                  <a:pt x="4779378" y="1170948"/>
                </a:lnTo>
                <a:lnTo>
                  <a:pt x="4791965" y="1258138"/>
                </a:lnTo>
                <a:lnTo>
                  <a:pt x="4777213" y="1345328"/>
                </a:lnTo>
                <a:lnTo>
                  <a:pt x="4781840" y="1432519"/>
                </a:lnTo>
                <a:lnTo>
                  <a:pt x="4793615" y="1519709"/>
                </a:lnTo>
                <a:lnTo>
                  <a:pt x="4808648" y="1606899"/>
                </a:lnTo>
                <a:lnTo>
                  <a:pt x="4820131" y="1694090"/>
                </a:lnTo>
                <a:lnTo>
                  <a:pt x="4818391" y="1781280"/>
                </a:lnTo>
                <a:lnTo>
                  <a:pt x="4800180" y="1868471"/>
                </a:lnTo>
                <a:lnTo>
                  <a:pt x="4805354" y="1955661"/>
                </a:lnTo>
                <a:lnTo>
                  <a:pt x="4811930" y="2042851"/>
                </a:lnTo>
                <a:lnTo>
                  <a:pt x="4806560" y="2130042"/>
                </a:lnTo>
                <a:lnTo>
                  <a:pt x="4796825" y="2217232"/>
                </a:lnTo>
                <a:lnTo>
                  <a:pt x="4810181" y="2304423"/>
                </a:lnTo>
                <a:lnTo>
                  <a:pt x="4818980" y="2391613"/>
                </a:lnTo>
                <a:lnTo>
                  <a:pt x="4820461" y="2478803"/>
                </a:lnTo>
                <a:lnTo>
                  <a:pt x="4800289" y="2565994"/>
                </a:lnTo>
                <a:lnTo>
                  <a:pt x="4827176" y="2653184"/>
                </a:lnTo>
                <a:lnTo>
                  <a:pt x="4813441" y="2740374"/>
                </a:lnTo>
                <a:lnTo>
                  <a:pt x="4810346" y="2827565"/>
                </a:lnTo>
                <a:lnTo>
                  <a:pt x="4820747" y="2914755"/>
                </a:lnTo>
                <a:lnTo>
                  <a:pt x="4774021" y="3001946"/>
                </a:lnTo>
                <a:lnTo>
                  <a:pt x="4781504" y="3089136"/>
                </a:lnTo>
                <a:lnTo>
                  <a:pt x="4803559" y="3176326"/>
                </a:lnTo>
                <a:lnTo>
                  <a:pt x="4786248" y="3263517"/>
                </a:lnTo>
                <a:lnTo>
                  <a:pt x="4779154" y="3350707"/>
                </a:lnTo>
                <a:lnTo>
                  <a:pt x="4774076" y="3437898"/>
                </a:lnTo>
                <a:lnTo>
                  <a:pt x="4762747" y="3525088"/>
                </a:lnTo>
                <a:lnTo>
                  <a:pt x="4764685" y="3612278"/>
                </a:lnTo>
                <a:lnTo>
                  <a:pt x="4780757" y="3699469"/>
                </a:lnTo>
                <a:lnTo>
                  <a:pt x="4788798" y="3786659"/>
                </a:lnTo>
                <a:lnTo>
                  <a:pt x="4789488" y="3873849"/>
                </a:lnTo>
                <a:lnTo>
                  <a:pt x="4769417" y="3961040"/>
                </a:lnTo>
                <a:lnTo>
                  <a:pt x="4805465" y="4048230"/>
                </a:lnTo>
                <a:lnTo>
                  <a:pt x="4782408" y="4135421"/>
                </a:lnTo>
                <a:lnTo>
                  <a:pt x="4794592" y="4222611"/>
                </a:lnTo>
                <a:lnTo>
                  <a:pt x="4801601" y="4309801"/>
                </a:lnTo>
                <a:lnTo>
                  <a:pt x="4819432" y="4396992"/>
                </a:lnTo>
                <a:lnTo>
                  <a:pt x="4831276" y="4484182"/>
                </a:lnTo>
                <a:lnTo>
                  <a:pt x="4804353" y="4559508"/>
                </a:lnTo>
                <a:lnTo>
                  <a:pt x="4717762" y="4580854"/>
                </a:lnTo>
                <a:lnTo>
                  <a:pt x="4631171" y="4583274"/>
                </a:lnTo>
                <a:lnTo>
                  <a:pt x="4544580" y="4558090"/>
                </a:lnTo>
                <a:lnTo>
                  <a:pt x="4457989" y="4571565"/>
                </a:lnTo>
                <a:lnTo>
                  <a:pt x="4371398" y="4571747"/>
                </a:lnTo>
                <a:lnTo>
                  <a:pt x="4284807" y="4579104"/>
                </a:lnTo>
                <a:lnTo>
                  <a:pt x="4198216" y="4569030"/>
                </a:lnTo>
                <a:lnTo>
                  <a:pt x="4111625" y="4553967"/>
                </a:lnTo>
                <a:lnTo>
                  <a:pt x="4025034" y="4578161"/>
                </a:lnTo>
                <a:lnTo>
                  <a:pt x="3938443" y="4569872"/>
                </a:lnTo>
                <a:lnTo>
                  <a:pt x="3851853" y="4548213"/>
                </a:lnTo>
                <a:lnTo>
                  <a:pt x="3765262" y="4555151"/>
                </a:lnTo>
                <a:lnTo>
                  <a:pt x="3678671" y="4558797"/>
                </a:lnTo>
                <a:lnTo>
                  <a:pt x="3592080" y="4546823"/>
                </a:lnTo>
                <a:lnTo>
                  <a:pt x="3505489" y="4558572"/>
                </a:lnTo>
                <a:lnTo>
                  <a:pt x="3418898" y="4571767"/>
                </a:lnTo>
                <a:lnTo>
                  <a:pt x="3332307" y="4532152"/>
                </a:lnTo>
                <a:lnTo>
                  <a:pt x="3245716" y="4524275"/>
                </a:lnTo>
                <a:lnTo>
                  <a:pt x="3159125" y="4555752"/>
                </a:lnTo>
                <a:lnTo>
                  <a:pt x="3072534" y="4531412"/>
                </a:lnTo>
                <a:lnTo>
                  <a:pt x="2985943" y="4529944"/>
                </a:lnTo>
                <a:lnTo>
                  <a:pt x="2899353" y="4535434"/>
                </a:lnTo>
                <a:lnTo>
                  <a:pt x="2812762" y="4542802"/>
                </a:lnTo>
                <a:lnTo>
                  <a:pt x="2726171" y="4534562"/>
                </a:lnTo>
                <a:lnTo>
                  <a:pt x="2639580" y="4555016"/>
                </a:lnTo>
                <a:lnTo>
                  <a:pt x="2552989" y="4542192"/>
                </a:lnTo>
                <a:lnTo>
                  <a:pt x="2466398" y="4552174"/>
                </a:lnTo>
                <a:lnTo>
                  <a:pt x="2379807" y="4574885"/>
                </a:lnTo>
                <a:lnTo>
                  <a:pt x="2293216" y="4568708"/>
                </a:lnTo>
                <a:lnTo>
                  <a:pt x="2206625" y="4595612"/>
                </a:lnTo>
                <a:lnTo>
                  <a:pt x="2120034" y="4598083"/>
                </a:lnTo>
                <a:lnTo>
                  <a:pt x="2033443" y="4586837"/>
                </a:lnTo>
                <a:lnTo>
                  <a:pt x="1946853" y="4586084"/>
                </a:lnTo>
                <a:lnTo>
                  <a:pt x="1860262" y="4596000"/>
                </a:lnTo>
                <a:lnTo>
                  <a:pt x="1773671" y="4605629"/>
                </a:lnTo>
                <a:lnTo>
                  <a:pt x="1687080" y="4597236"/>
                </a:lnTo>
                <a:lnTo>
                  <a:pt x="1600489" y="4602391"/>
                </a:lnTo>
                <a:lnTo>
                  <a:pt x="1513898" y="4605389"/>
                </a:lnTo>
                <a:lnTo>
                  <a:pt x="1427307" y="4600318"/>
                </a:lnTo>
                <a:lnTo>
                  <a:pt x="1340716" y="4607175"/>
                </a:lnTo>
                <a:lnTo>
                  <a:pt x="1254125" y="4599593"/>
                </a:lnTo>
                <a:lnTo>
                  <a:pt x="1167534" y="4570921"/>
                </a:lnTo>
                <a:lnTo>
                  <a:pt x="1080943" y="4582301"/>
                </a:lnTo>
                <a:lnTo>
                  <a:pt x="994353" y="4557219"/>
                </a:lnTo>
                <a:lnTo>
                  <a:pt x="907762" y="4559109"/>
                </a:lnTo>
                <a:lnTo>
                  <a:pt x="821171" y="4598661"/>
                </a:lnTo>
                <a:lnTo>
                  <a:pt x="734580" y="4565289"/>
                </a:lnTo>
                <a:lnTo>
                  <a:pt x="647989" y="4596952"/>
                </a:lnTo>
                <a:lnTo>
                  <a:pt x="561398" y="4607932"/>
                </a:lnTo>
                <a:lnTo>
                  <a:pt x="474807" y="4596605"/>
                </a:lnTo>
                <a:lnTo>
                  <a:pt x="388216" y="4566540"/>
                </a:lnTo>
                <a:lnTo>
                  <a:pt x="301625" y="4563321"/>
                </a:lnTo>
                <a:lnTo>
                  <a:pt x="215034" y="4580499"/>
                </a:lnTo>
                <a:lnTo>
                  <a:pt x="128443" y="4577839"/>
                </a:lnTo>
                <a:lnTo>
                  <a:pt x="64845" y="4571373"/>
                </a:lnTo>
                <a:lnTo>
                  <a:pt x="69630" y="4484182"/>
                </a:lnTo>
                <a:lnTo>
                  <a:pt x="44693" y="4396992"/>
                </a:lnTo>
                <a:lnTo>
                  <a:pt x="55084" y="4309801"/>
                </a:lnTo>
                <a:lnTo>
                  <a:pt x="69087" y="4222611"/>
                </a:lnTo>
                <a:lnTo>
                  <a:pt x="62845" y="4135421"/>
                </a:lnTo>
                <a:lnTo>
                  <a:pt x="52839" y="4048230"/>
                </a:lnTo>
                <a:lnTo>
                  <a:pt x="33125" y="3961040"/>
                </a:lnTo>
                <a:lnTo>
                  <a:pt x="44276" y="3873849"/>
                </a:lnTo>
                <a:lnTo>
                  <a:pt x="57313" y="3786659"/>
                </a:lnTo>
                <a:lnTo>
                  <a:pt x="49895" y="3699469"/>
                </a:lnTo>
                <a:lnTo>
                  <a:pt x="74480" y="3612278"/>
                </a:lnTo>
                <a:lnTo>
                  <a:pt x="49437" y="3525088"/>
                </a:lnTo>
                <a:lnTo>
                  <a:pt x="47541" y="3437898"/>
                </a:lnTo>
                <a:lnTo>
                  <a:pt x="81238" y="3350707"/>
                </a:lnTo>
                <a:lnTo>
                  <a:pt x="70011" y="3263517"/>
                </a:lnTo>
                <a:lnTo>
                  <a:pt x="57425" y="3176326"/>
                </a:lnTo>
                <a:lnTo>
                  <a:pt x="47330" y="3089136"/>
                </a:lnTo>
                <a:lnTo>
                  <a:pt x="50076" y="3001946"/>
                </a:lnTo>
                <a:lnTo>
                  <a:pt x="66735" y="2914755"/>
                </a:lnTo>
                <a:lnTo>
                  <a:pt x="53882" y="2827565"/>
                </a:lnTo>
                <a:lnTo>
                  <a:pt x="37792" y="2740374"/>
                </a:lnTo>
                <a:lnTo>
                  <a:pt x="47151" y="2653184"/>
                </a:lnTo>
                <a:lnTo>
                  <a:pt x="46966" y="2565994"/>
                </a:lnTo>
                <a:lnTo>
                  <a:pt x="51371" y="2478803"/>
                </a:lnTo>
                <a:lnTo>
                  <a:pt x="67429" y="2391613"/>
                </a:lnTo>
                <a:lnTo>
                  <a:pt x="58076" y="2304423"/>
                </a:lnTo>
                <a:lnTo>
                  <a:pt x="25858" y="2217232"/>
                </a:lnTo>
                <a:lnTo>
                  <a:pt x="37324" y="2130042"/>
                </a:lnTo>
                <a:lnTo>
                  <a:pt x="38112" y="2042851"/>
                </a:lnTo>
                <a:lnTo>
                  <a:pt x="34279" y="1955661"/>
                </a:lnTo>
                <a:lnTo>
                  <a:pt x="37140" y="1868471"/>
                </a:lnTo>
                <a:lnTo>
                  <a:pt x="40016" y="1781280"/>
                </a:lnTo>
                <a:lnTo>
                  <a:pt x="13500" y="1694090"/>
                </a:lnTo>
                <a:lnTo>
                  <a:pt x="32958" y="1606899"/>
                </a:lnTo>
                <a:lnTo>
                  <a:pt x="30385" y="1519709"/>
                </a:lnTo>
                <a:lnTo>
                  <a:pt x="6230" y="1432519"/>
                </a:lnTo>
                <a:lnTo>
                  <a:pt x="23560" y="1345328"/>
                </a:lnTo>
                <a:lnTo>
                  <a:pt x="7316" y="1258138"/>
                </a:lnTo>
                <a:lnTo>
                  <a:pt x="17640" y="1170948"/>
                </a:lnTo>
                <a:lnTo>
                  <a:pt x="13845" y="1083757"/>
                </a:lnTo>
                <a:lnTo>
                  <a:pt x="3049" y="996567"/>
                </a:lnTo>
                <a:lnTo>
                  <a:pt x="5551" y="909376"/>
                </a:lnTo>
                <a:lnTo>
                  <a:pt x="22006" y="822186"/>
                </a:lnTo>
                <a:lnTo>
                  <a:pt x="0" y="734996"/>
                </a:lnTo>
                <a:lnTo>
                  <a:pt x="2567" y="647805"/>
                </a:lnTo>
                <a:lnTo>
                  <a:pt x="7390" y="560615"/>
                </a:lnTo>
                <a:lnTo>
                  <a:pt x="16970" y="473424"/>
                </a:lnTo>
                <a:lnTo>
                  <a:pt x="6608" y="386234"/>
                </a:lnTo>
                <a:lnTo>
                  <a:pt x="19544" y="299044"/>
                </a:lnTo>
                <a:lnTo>
                  <a:pt x="21925" y="211853"/>
                </a:lnTo>
                <a:lnTo>
                  <a:pt x="13158" y="124663"/>
                </a:lnTo>
                <a:close/>
              </a:path>
            </a:pathLst>
          </a:custGeom>
          <a:blipFill rotWithShape="1">
            <a:blip r:embed="rId5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60000">
            <a:off x="7003884" y="2171975"/>
            <a:ext cx="3962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EFD6A0"/>
                </a:solidFill>
                <a:latin typeface="Arial"/>
                <a:ea typeface="맑은 고딕"/>
              </a:rPr>
              <a:t>03 · 한 번에 빠르게</a:t>
            </a:r>
          </a:p>
        </p:txBody>
      </p:sp>
      <p:sp>
        <p:nvSpPr>
          <p:cNvPr id="17" name="TextBox 16"/>
          <p:cNvSpPr txBox="1"/>
          <p:nvPr/>
        </p:nvSpPr>
        <p:spPr>
          <a:xfrm rot="60000">
            <a:off x="6998232" y="2400526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rgbClr val="F3EBDD"/>
                </a:solidFill>
                <a:latin typeface="Arial"/>
                <a:ea typeface="맑은 고딕"/>
              </a:rPr>
              <a:t>1-Stage 탐지기</a:t>
            </a:r>
          </a:p>
        </p:txBody>
      </p:sp>
      <p:sp>
        <p:nvSpPr>
          <p:cNvPr id="18" name="TextBox 17"/>
          <p:cNvSpPr txBox="1"/>
          <p:nvPr/>
        </p:nvSpPr>
        <p:spPr>
          <a:xfrm rot="60000">
            <a:off x="6989089" y="2990996"/>
            <a:ext cx="39624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F3EBDD"/>
                </a:solidFill>
                <a:latin typeface="Arial"/>
                <a:ea typeface="맑은 고딕"/>
              </a:rPr>
              <a:t>한 번의 신경망 계산으로 끝</a:t>
            </a:r>
          </a:p>
        </p:txBody>
      </p:sp>
      <p:sp>
        <p:nvSpPr>
          <p:cNvPr id="19" name="TextBox 18"/>
          <p:cNvSpPr txBox="1"/>
          <p:nvPr/>
        </p:nvSpPr>
        <p:spPr>
          <a:xfrm rot="60000">
            <a:off x="6973796" y="3276613"/>
            <a:ext cx="39624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후보 영역 단계 없이, 이미지를 격자로 나눈 각 위치에서 클래스와 박스를 동시에 예측합니다. 영상처럼 실시간 처리가 필요한 곳에 알맞습니다.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59303" y="4804007"/>
            <a:ext cx="3961796" cy="69153"/>
          </a:xfrm>
          <a:prstGeom prst="line">
            <a:avLst/>
          </a:prstGeom>
          <a:ln w="19050">
            <a:solidFill>
              <a:srgbClr val="8F6B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60000">
            <a:off x="6951022" y="5009964"/>
            <a:ext cx="3962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1">
                <a:solidFill>
                  <a:srgbClr val="F3EBDD"/>
                </a:solidFill>
                <a:latin typeface="Arial"/>
                <a:ea typeface="맑은 고딕"/>
              </a:rPr>
              <a:t>강점</a:t>
            </a: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 빠르고 구조가 단순  ·  </a:t>
            </a:r>
            <a:r>
              <a:rPr sz="1200" b="1">
                <a:solidFill>
                  <a:srgbClr val="F3EBDD"/>
                </a:solidFill>
                <a:latin typeface="Arial"/>
                <a:ea typeface="맑은 고딕"/>
              </a:rPr>
              <a:t>약점</a:t>
            </a: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 작은 물체에 불리했음</a:t>
            </a:r>
          </a:p>
        </p:txBody>
      </p:sp>
      <p:sp>
        <p:nvSpPr>
          <p:cNvPr id="22" name="TextBox 21"/>
          <p:cNvSpPr txBox="1"/>
          <p:nvPr/>
        </p:nvSpPr>
        <p:spPr>
          <a:xfrm rot="60000">
            <a:off x="6945536" y="5467116"/>
            <a:ext cx="39624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EFD6A0"/>
                </a:solidFill>
                <a:latin typeface="Arial"/>
                <a:ea typeface="맑은 고딕"/>
              </a:rPr>
              <a:t>대표: YOLO · SSD · RetinaNet · EfficientDet</a:t>
            </a:r>
          </a:p>
        </p:txBody>
      </p:sp>
      <p:sp>
        <p:nvSpPr>
          <p:cNvPr id="23" name="Oval 22"/>
          <p:cNvSpPr/>
          <p:nvPr/>
        </p:nvSpPr>
        <p:spPr>
          <a:xfrm>
            <a:off x="5695950" y="3676650"/>
            <a:ext cx="800100" cy="800100"/>
          </a:xfrm>
          <a:prstGeom prst="ellipse">
            <a:avLst/>
          </a:prstGeom>
          <a:solidFill>
            <a:srgbClr val="E6BE4A"/>
          </a:solidFill>
          <a:ln w="47625">
            <a:solidFill>
              <a:srgbClr val="F3EBDD"/>
            </a:solidFill>
          </a:ln>
          <a:effectLst>
            <a:outerShdw blurRad="133350" dist="57150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08"/>
              </a:lnSpc>
            </a:pPr>
            <a:r>
              <a:rPr sz="1800" b="1">
                <a:solidFill>
                  <a:srgbClr val="4A2410"/>
                </a:solidFill>
                <a:latin typeface="Arial Black"/>
                <a:ea typeface="맑은 고딕"/>
              </a:rPr>
              <a:t>VS</a:t>
            </a:r>
          </a:p>
        </p:txBody>
      </p:sp>
      <p:pic>
        <p:nvPicPr>
          <p:cNvPr id="24" name="Picture 23" descr="sprig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80000">
            <a:off x="-666750" y="5143500"/>
            <a:ext cx="1524000" cy="3238500"/>
          </a:xfrm>
          <a:prstGeom prst="rect">
            <a:avLst/>
          </a:prstGeom>
        </p:spPr>
      </p:pic>
      <p:pic>
        <p:nvPicPr>
          <p:cNvPr id="25" name="Picture 24" descr="fern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120000">
            <a:off x="11391900" y="3714750"/>
            <a:ext cx="76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40000">
            <a:off x="-617494" y="3112952"/>
            <a:ext cx="1510213" cy="4625781"/>
          </a:xfrm>
          <a:custGeom>
            <a:avLst/>
            <a:gdLst/>
            <a:ahLst/>
            <a:cxnLst/>
            <a:rect l="l" t="t" r="r" b="b"/>
            <a:pathLst>
              <a:path w="1510213" h="4625781">
                <a:moveTo>
                  <a:pt x="45994" y="19365"/>
                </a:moveTo>
                <a:lnTo>
                  <a:pt x="135291" y="49505"/>
                </a:lnTo>
                <a:lnTo>
                  <a:pt x="224588" y="63400"/>
                </a:lnTo>
                <a:lnTo>
                  <a:pt x="313885" y="45543"/>
                </a:lnTo>
                <a:lnTo>
                  <a:pt x="403182" y="17292"/>
                </a:lnTo>
                <a:lnTo>
                  <a:pt x="492479" y="29701"/>
                </a:lnTo>
                <a:lnTo>
                  <a:pt x="581776" y="41936"/>
                </a:lnTo>
                <a:lnTo>
                  <a:pt x="671072" y="15219"/>
                </a:lnTo>
                <a:lnTo>
                  <a:pt x="760369" y="11968"/>
                </a:lnTo>
                <a:lnTo>
                  <a:pt x="849665" y="22690"/>
                </a:lnTo>
                <a:lnTo>
                  <a:pt x="938962" y="0"/>
                </a:lnTo>
                <a:lnTo>
                  <a:pt x="1028259" y="29546"/>
                </a:lnTo>
                <a:lnTo>
                  <a:pt x="1117556" y="23274"/>
                </a:lnTo>
                <a:lnTo>
                  <a:pt x="1206853" y="4057"/>
                </a:lnTo>
                <a:lnTo>
                  <a:pt x="1296150" y="24491"/>
                </a:lnTo>
                <a:lnTo>
                  <a:pt x="1385447" y="11402"/>
                </a:lnTo>
                <a:lnTo>
                  <a:pt x="1461168" y="30298"/>
                </a:lnTo>
                <a:lnTo>
                  <a:pt x="1482125" y="116562"/>
                </a:lnTo>
                <a:lnTo>
                  <a:pt x="1486579" y="202826"/>
                </a:lnTo>
                <a:lnTo>
                  <a:pt x="1477618" y="289090"/>
                </a:lnTo>
                <a:lnTo>
                  <a:pt x="1497726" y="375354"/>
                </a:lnTo>
                <a:lnTo>
                  <a:pt x="1484118" y="461618"/>
                </a:lnTo>
                <a:lnTo>
                  <a:pt x="1496359" y="547882"/>
                </a:lnTo>
                <a:lnTo>
                  <a:pt x="1489746" y="634147"/>
                </a:lnTo>
                <a:lnTo>
                  <a:pt x="1471103" y="720411"/>
                </a:lnTo>
                <a:lnTo>
                  <a:pt x="1455504" y="806675"/>
                </a:lnTo>
                <a:lnTo>
                  <a:pt x="1456458" y="892939"/>
                </a:lnTo>
                <a:lnTo>
                  <a:pt x="1467983" y="979203"/>
                </a:lnTo>
                <a:lnTo>
                  <a:pt x="1483737" y="1065467"/>
                </a:lnTo>
                <a:lnTo>
                  <a:pt x="1465018" y="1151731"/>
                </a:lnTo>
                <a:lnTo>
                  <a:pt x="1474558" y="1237996"/>
                </a:lnTo>
                <a:lnTo>
                  <a:pt x="1489673" y="1324260"/>
                </a:lnTo>
                <a:lnTo>
                  <a:pt x="1479571" y="1410524"/>
                </a:lnTo>
                <a:lnTo>
                  <a:pt x="1464723" y="1496788"/>
                </a:lnTo>
                <a:lnTo>
                  <a:pt x="1492979" y="1583052"/>
                </a:lnTo>
                <a:lnTo>
                  <a:pt x="1479646" y="1669316"/>
                </a:lnTo>
                <a:lnTo>
                  <a:pt x="1453999" y="1755581"/>
                </a:lnTo>
                <a:lnTo>
                  <a:pt x="1486753" y="1841845"/>
                </a:lnTo>
                <a:lnTo>
                  <a:pt x="1474918" y="1928109"/>
                </a:lnTo>
                <a:lnTo>
                  <a:pt x="1476443" y="2014373"/>
                </a:lnTo>
                <a:lnTo>
                  <a:pt x="1467017" y="2100637"/>
                </a:lnTo>
                <a:lnTo>
                  <a:pt x="1444909" y="2186901"/>
                </a:lnTo>
                <a:lnTo>
                  <a:pt x="1435285" y="2273165"/>
                </a:lnTo>
                <a:lnTo>
                  <a:pt x="1460590" y="2359430"/>
                </a:lnTo>
                <a:lnTo>
                  <a:pt x="1439454" y="2445694"/>
                </a:lnTo>
                <a:lnTo>
                  <a:pt x="1458298" y="2531958"/>
                </a:lnTo>
                <a:lnTo>
                  <a:pt x="1458999" y="2618222"/>
                </a:lnTo>
                <a:lnTo>
                  <a:pt x="1458977" y="2704486"/>
                </a:lnTo>
                <a:lnTo>
                  <a:pt x="1467908" y="2790750"/>
                </a:lnTo>
                <a:lnTo>
                  <a:pt x="1465570" y="2877014"/>
                </a:lnTo>
                <a:lnTo>
                  <a:pt x="1468312" y="2963279"/>
                </a:lnTo>
                <a:lnTo>
                  <a:pt x="1474649" y="3049543"/>
                </a:lnTo>
                <a:lnTo>
                  <a:pt x="1472619" y="3135807"/>
                </a:lnTo>
                <a:lnTo>
                  <a:pt x="1486364" y="3222071"/>
                </a:lnTo>
                <a:lnTo>
                  <a:pt x="1477499" y="3308335"/>
                </a:lnTo>
                <a:lnTo>
                  <a:pt x="1503941" y="3394599"/>
                </a:lnTo>
                <a:lnTo>
                  <a:pt x="1501452" y="3480864"/>
                </a:lnTo>
                <a:lnTo>
                  <a:pt x="1506173" y="3567128"/>
                </a:lnTo>
                <a:lnTo>
                  <a:pt x="1472775" y="3653392"/>
                </a:lnTo>
                <a:lnTo>
                  <a:pt x="1460993" y="3739656"/>
                </a:lnTo>
                <a:lnTo>
                  <a:pt x="1469491" y="3825920"/>
                </a:lnTo>
                <a:lnTo>
                  <a:pt x="1489513" y="3912184"/>
                </a:lnTo>
                <a:lnTo>
                  <a:pt x="1506281" y="3998448"/>
                </a:lnTo>
                <a:lnTo>
                  <a:pt x="1490372" y="4084713"/>
                </a:lnTo>
                <a:lnTo>
                  <a:pt x="1510213" y="4170977"/>
                </a:lnTo>
                <a:lnTo>
                  <a:pt x="1506062" y="4257241"/>
                </a:lnTo>
                <a:lnTo>
                  <a:pt x="1495338" y="4343505"/>
                </a:lnTo>
                <a:lnTo>
                  <a:pt x="1502024" y="4429769"/>
                </a:lnTo>
                <a:lnTo>
                  <a:pt x="1490120" y="4516033"/>
                </a:lnTo>
                <a:lnTo>
                  <a:pt x="1474744" y="4607563"/>
                </a:lnTo>
                <a:lnTo>
                  <a:pt x="1385447" y="4614742"/>
                </a:lnTo>
                <a:lnTo>
                  <a:pt x="1296150" y="4612814"/>
                </a:lnTo>
                <a:lnTo>
                  <a:pt x="1206853" y="4614664"/>
                </a:lnTo>
                <a:lnTo>
                  <a:pt x="1117556" y="4593695"/>
                </a:lnTo>
                <a:lnTo>
                  <a:pt x="1028259" y="4625781"/>
                </a:lnTo>
                <a:lnTo>
                  <a:pt x="938962" y="4588918"/>
                </a:lnTo>
                <a:lnTo>
                  <a:pt x="849665" y="4595330"/>
                </a:lnTo>
                <a:lnTo>
                  <a:pt x="760369" y="4609212"/>
                </a:lnTo>
                <a:lnTo>
                  <a:pt x="671072" y="4601360"/>
                </a:lnTo>
                <a:lnTo>
                  <a:pt x="581776" y="4590227"/>
                </a:lnTo>
                <a:lnTo>
                  <a:pt x="492479" y="4590627"/>
                </a:lnTo>
                <a:lnTo>
                  <a:pt x="403182" y="4600217"/>
                </a:lnTo>
                <a:lnTo>
                  <a:pt x="313885" y="4592904"/>
                </a:lnTo>
                <a:lnTo>
                  <a:pt x="224588" y="4572654"/>
                </a:lnTo>
                <a:lnTo>
                  <a:pt x="135291" y="4575442"/>
                </a:lnTo>
                <a:lnTo>
                  <a:pt x="40227" y="4602298"/>
                </a:lnTo>
                <a:lnTo>
                  <a:pt x="18783" y="4516033"/>
                </a:lnTo>
                <a:lnTo>
                  <a:pt x="36343" y="4429769"/>
                </a:lnTo>
                <a:lnTo>
                  <a:pt x="12531" y="4343505"/>
                </a:lnTo>
                <a:lnTo>
                  <a:pt x="10604" y="4257241"/>
                </a:lnTo>
                <a:lnTo>
                  <a:pt x="5617" y="4170977"/>
                </a:lnTo>
                <a:lnTo>
                  <a:pt x="0" y="4084713"/>
                </a:lnTo>
                <a:lnTo>
                  <a:pt x="11813" y="3998448"/>
                </a:lnTo>
                <a:lnTo>
                  <a:pt x="31995" y="3912184"/>
                </a:lnTo>
                <a:lnTo>
                  <a:pt x="14005" y="3825920"/>
                </a:lnTo>
                <a:lnTo>
                  <a:pt x="49323" y="3739656"/>
                </a:lnTo>
                <a:lnTo>
                  <a:pt x="36693" y="3653392"/>
                </a:lnTo>
                <a:lnTo>
                  <a:pt x="29200" y="3567128"/>
                </a:lnTo>
                <a:lnTo>
                  <a:pt x="51413" y="3480864"/>
                </a:lnTo>
                <a:lnTo>
                  <a:pt x="74662" y="3394599"/>
                </a:lnTo>
                <a:lnTo>
                  <a:pt x="51763" y="3308335"/>
                </a:lnTo>
                <a:lnTo>
                  <a:pt x="42194" y="3222071"/>
                </a:lnTo>
                <a:lnTo>
                  <a:pt x="35641" y="3135807"/>
                </a:lnTo>
                <a:lnTo>
                  <a:pt x="33259" y="3049543"/>
                </a:lnTo>
                <a:lnTo>
                  <a:pt x="47492" y="2963279"/>
                </a:lnTo>
                <a:lnTo>
                  <a:pt x="36695" y="2877014"/>
                </a:lnTo>
                <a:lnTo>
                  <a:pt x="60917" y="2790750"/>
                </a:lnTo>
                <a:lnTo>
                  <a:pt x="44279" y="2704486"/>
                </a:lnTo>
                <a:lnTo>
                  <a:pt x="42044" y="2618222"/>
                </a:lnTo>
                <a:lnTo>
                  <a:pt x="34937" y="2531958"/>
                </a:lnTo>
                <a:lnTo>
                  <a:pt x="76869" y="2445694"/>
                </a:lnTo>
                <a:lnTo>
                  <a:pt x="31234" y="2359430"/>
                </a:lnTo>
                <a:lnTo>
                  <a:pt x="42970" y="2273165"/>
                </a:lnTo>
                <a:lnTo>
                  <a:pt x="42825" y="2186901"/>
                </a:lnTo>
                <a:lnTo>
                  <a:pt x="35693" y="2100637"/>
                </a:lnTo>
                <a:lnTo>
                  <a:pt x="28359" y="2014373"/>
                </a:lnTo>
                <a:lnTo>
                  <a:pt x="45443" y="1928109"/>
                </a:lnTo>
                <a:lnTo>
                  <a:pt x="70480" y="1841845"/>
                </a:lnTo>
                <a:lnTo>
                  <a:pt x="60179" y="1755581"/>
                </a:lnTo>
                <a:lnTo>
                  <a:pt x="73550" y="1669316"/>
                </a:lnTo>
                <a:lnTo>
                  <a:pt x="52368" y="1583052"/>
                </a:lnTo>
                <a:lnTo>
                  <a:pt x="45243" y="1496788"/>
                </a:lnTo>
                <a:lnTo>
                  <a:pt x="36558" y="1410524"/>
                </a:lnTo>
                <a:lnTo>
                  <a:pt x="47381" y="1324260"/>
                </a:lnTo>
                <a:lnTo>
                  <a:pt x="28434" y="1237996"/>
                </a:lnTo>
                <a:lnTo>
                  <a:pt x="39287" y="1151731"/>
                </a:lnTo>
                <a:lnTo>
                  <a:pt x="43946" y="1065467"/>
                </a:lnTo>
                <a:lnTo>
                  <a:pt x="61433" y="979203"/>
                </a:lnTo>
                <a:lnTo>
                  <a:pt x="72210" y="892939"/>
                </a:lnTo>
                <a:lnTo>
                  <a:pt x="62095" y="806675"/>
                </a:lnTo>
                <a:lnTo>
                  <a:pt x="41741" y="720411"/>
                </a:lnTo>
                <a:lnTo>
                  <a:pt x="50781" y="634147"/>
                </a:lnTo>
                <a:lnTo>
                  <a:pt x="59308" y="547882"/>
                </a:lnTo>
                <a:lnTo>
                  <a:pt x="49601" y="461618"/>
                </a:lnTo>
                <a:lnTo>
                  <a:pt x="68270" y="375354"/>
                </a:lnTo>
                <a:lnTo>
                  <a:pt x="60484" y="289090"/>
                </a:lnTo>
                <a:lnTo>
                  <a:pt x="35736" y="202826"/>
                </a:lnTo>
                <a:lnTo>
                  <a:pt x="48864" y="116562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41910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75"/>
              </a:lnSpc>
            </a:pPr>
            <a:r>
              <a:rPr sz="3750" b="1">
                <a:solidFill>
                  <a:srgbClr val="F3EBDD"/>
                </a:solidFill>
                <a:latin typeface="Arial Black"/>
                <a:ea typeface="맑은 고딕"/>
              </a:rPr>
              <a:t>속도와 </a:t>
            </a:r>
            <a:r>
              <a:rPr sz="3375" b="1">
                <a:solidFill>
                  <a:srgbClr val="EFD6A0"/>
                </a:solidFill>
                <a:latin typeface="Arial"/>
                <a:ea typeface="맑은 고딕"/>
              </a:rPr>
              <a:t>정</a:t>
            </a:r>
            <a:r>
              <a:rPr sz="3750" b="1">
                <a:solidFill>
                  <a:srgbClr val="F3EBDD"/>
                </a:solidFill>
                <a:latin typeface="Arial Black"/>
                <a:ea typeface="맑은 고딕"/>
              </a:rPr>
              <a:t>확도의 줄다리기</a:t>
            </a:r>
          </a:p>
        </p:txBody>
      </p:sp>
      <p:sp>
        <p:nvSpPr>
          <p:cNvPr id="5" name="Freeform 4"/>
          <p:cNvSpPr/>
          <p:nvPr/>
        </p:nvSpPr>
        <p:spPr>
          <a:xfrm rot="21540000">
            <a:off x="825335" y="1405627"/>
            <a:ext cx="5024236" cy="4958185"/>
          </a:xfrm>
          <a:custGeom>
            <a:avLst/>
            <a:gdLst/>
            <a:ahLst/>
            <a:cxnLst/>
            <a:rect l="l" t="t" r="r" b="b"/>
            <a:pathLst>
              <a:path w="5024236" h="4958185">
                <a:moveTo>
                  <a:pt x="31915" y="13609"/>
                </a:moveTo>
                <a:lnTo>
                  <a:pt x="118809" y="22594"/>
                </a:lnTo>
                <a:lnTo>
                  <a:pt x="205704" y="11740"/>
                </a:lnTo>
                <a:lnTo>
                  <a:pt x="292599" y="16433"/>
                </a:lnTo>
                <a:lnTo>
                  <a:pt x="379493" y="32049"/>
                </a:lnTo>
                <a:lnTo>
                  <a:pt x="466388" y="57404"/>
                </a:lnTo>
                <a:lnTo>
                  <a:pt x="553283" y="53442"/>
                </a:lnTo>
                <a:lnTo>
                  <a:pt x="640178" y="36207"/>
                </a:lnTo>
                <a:lnTo>
                  <a:pt x="727072" y="64578"/>
                </a:lnTo>
                <a:lnTo>
                  <a:pt x="813967" y="51815"/>
                </a:lnTo>
                <a:lnTo>
                  <a:pt x="900862" y="39761"/>
                </a:lnTo>
                <a:lnTo>
                  <a:pt x="987757" y="29146"/>
                </a:lnTo>
                <a:lnTo>
                  <a:pt x="1074651" y="59014"/>
                </a:lnTo>
                <a:lnTo>
                  <a:pt x="1161546" y="41974"/>
                </a:lnTo>
                <a:lnTo>
                  <a:pt x="1248441" y="44991"/>
                </a:lnTo>
                <a:lnTo>
                  <a:pt x="1335336" y="31329"/>
                </a:lnTo>
                <a:lnTo>
                  <a:pt x="1422230" y="41956"/>
                </a:lnTo>
                <a:lnTo>
                  <a:pt x="1509125" y="27751"/>
                </a:lnTo>
                <a:lnTo>
                  <a:pt x="1596020" y="47631"/>
                </a:lnTo>
                <a:lnTo>
                  <a:pt x="1682915" y="10860"/>
                </a:lnTo>
                <a:lnTo>
                  <a:pt x="1769809" y="22830"/>
                </a:lnTo>
                <a:lnTo>
                  <a:pt x="1856704" y="22289"/>
                </a:lnTo>
                <a:lnTo>
                  <a:pt x="1943599" y="1408"/>
                </a:lnTo>
                <a:lnTo>
                  <a:pt x="2030493" y="21450"/>
                </a:lnTo>
                <a:lnTo>
                  <a:pt x="2117388" y="28545"/>
                </a:lnTo>
                <a:lnTo>
                  <a:pt x="2204283" y="41392"/>
                </a:lnTo>
                <a:lnTo>
                  <a:pt x="2291178" y="9294"/>
                </a:lnTo>
                <a:lnTo>
                  <a:pt x="2378072" y="0"/>
                </a:lnTo>
                <a:lnTo>
                  <a:pt x="2464967" y="33582"/>
                </a:lnTo>
                <a:lnTo>
                  <a:pt x="2551862" y="23111"/>
                </a:lnTo>
                <a:lnTo>
                  <a:pt x="2638757" y="38374"/>
                </a:lnTo>
                <a:lnTo>
                  <a:pt x="2725651" y="36379"/>
                </a:lnTo>
                <a:lnTo>
                  <a:pt x="2812546" y="36090"/>
                </a:lnTo>
                <a:lnTo>
                  <a:pt x="2899441" y="36991"/>
                </a:lnTo>
                <a:lnTo>
                  <a:pt x="2986336" y="38049"/>
                </a:lnTo>
                <a:lnTo>
                  <a:pt x="3073230" y="24149"/>
                </a:lnTo>
                <a:lnTo>
                  <a:pt x="3160125" y="40366"/>
                </a:lnTo>
                <a:lnTo>
                  <a:pt x="3247020" y="60598"/>
                </a:lnTo>
                <a:lnTo>
                  <a:pt x="3333914" y="38379"/>
                </a:lnTo>
                <a:lnTo>
                  <a:pt x="3420809" y="34871"/>
                </a:lnTo>
                <a:lnTo>
                  <a:pt x="3507704" y="37035"/>
                </a:lnTo>
                <a:lnTo>
                  <a:pt x="3594599" y="55991"/>
                </a:lnTo>
                <a:lnTo>
                  <a:pt x="3681493" y="48832"/>
                </a:lnTo>
                <a:lnTo>
                  <a:pt x="3768388" y="36064"/>
                </a:lnTo>
                <a:lnTo>
                  <a:pt x="3855283" y="34309"/>
                </a:lnTo>
                <a:lnTo>
                  <a:pt x="3942178" y="35302"/>
                </a:lnTo>
                <a:lnTo>
                  <a:pt x="4029072" y="47054"/>
                </a:lnTo>
                <a:lnTo>
                  <a:pt x="4115967" y="37170"/>
                </a:lnTo>
                <a:lnTo>
                  <a:pt x="4202862" y="22824"/>
                </a:lnTo>
                <a:lnTo>
                  <a:pt x="4289757" y="36921"/>
                </a:lnTo>
                <a:lnTo>
                  <a:pt x="4376651" y="10562"/>
                </a:lnTo>
                <a:lnTo>
                  <a:pt x="4463546" y="53618"/>
                </a:lnTo>
                <a:lnTo>
                  <a:pt x="4550441" y="45941"/>
                </a:lnTo>
                <a:lnTo>
                  <a:pt x="4637336" y="13958"/>
                </a:lnTo>
                <a:lnTo>
                  <a:pt x="4724230" y="31819"/>
                </a:lnTo>
                <a:lnTo>
                  <a:pt x="4811125" y="15415"/>
                </a:lnTo>
                <a:lnTo>
                  <a:pt x="4898020" y="23316"/>
                </a:lnTo>
                <a:lnTo>
                  <a:pt x="4966927" y="23123"/>
                </a:lnTo>
                <a:lnTo>
                  <a:pt x="4989146" y="109349"/>
                </a:lnTo>
                <a:lnTo>
                  <a:pt x="4963451" y="195575"/>
                </a:lnTo>
                <a:lnTo>
                  <a:pt x="4965246" y="281801"/>
                </a:lnTo>
                <a:lnTo>
                  <a:pt x="4983698" y="368028"/>
                </a:lnTo>
                <a:lnTo>
                  <a:pt x="4981139" y="454254"/>
                </a:lnTo>
                <a:lnTo>
                  <a:pt x="4957466" y="540480"/>
                </a:lnTo>
                <a:lnTo>
                  <a:pt x="4970139" y="626707"/>
                </a:lnTo>
                <a:lnTo>
                  <a:pt x="4990251" y="712933"/>
                </a:lnTo>
                <a:lnTo>
                  <a:pt x="4976955" y="799159"/>
                </a:lnTo>
                <a:lnTo>
                  <a:pt x="4961141" y="885386"/>
                </a:lnTo>
                <a:lnTo>
                  <a:pt x="4968380" y="971612"/>
                </a:lnTo>
                <a:lnTo>
                  <a:pt x="4972709" y="1057838"/>
                </a:lnTo>
                <a:lnTo>
                  <a:pt x="4975654" y="1144065"/>
                </a:lnTo>
                <a:lnTo>
                  <a:pt x="4976636" y="1230291"/>
                </a:lnTo>
                <a:lnTo>
                  <a:pt x="4971381" y="1316517"/>
                </a:lnTo>
                <a:lnTo>
                  <a:pt x="4974935" y="1402744"/>
                </a:lnTo>
                <a:lnTo>
                  <a:pt x="5006079" y="1488970"/>
                </a:lnTo>
                <a:lnTo>
                  <a:pt x="5013997" y="1575196"/>
                </a:lnTo>
                <a:lnTo>
                  <a:pt x="5024236" y="1661423"/>
                </a:lnTo>
                <a:lnTo>
                  <a:pt x="5012363" y="1747649"/>
                </a:lnTo>
                <a:lnTo>
                  <a:pt x="4990905" y="1833875"/>
                </a:lnTo>
                <a:lnTo>
                  <a:pt x="4993110" y="1920101"/>
                </a:lnTo>
                <a:lnTo>
                  <a:pt x="5008530" y="2006328"/>
                </a:lnTo>
                <a:lnTo>
                  <a:pt x="5012914" y="2092554"/>
                </a:lnTo>
                <a:lnTo>
                  <a:pt x="4990357" y="2178780"/>
                </a:lnTo>
                <a:lnTo>
                  <a:pt x="4968943" y="2265007"/>
                </a:lnTo>
                <a:lnTo>
                  <a:pt x="4971437" y="2351233"/>
                </a:lnTo>
                <a:lnTo>
                  <a:pt x="4994496" y="2437459"/>
                </a:lnTo>
                <a:lnTo>
                  <a:pt x="4984261" y="2523686"/>
                </a:lnTo>
                <a:lnTo>
                  <a:pt x="4967875" y="2609912"/>
                </a:lnTo>
                <a:lnTo>
                  <a:pt x="4963817" y="2696138"/>
                </a:lnTo>
                <a:lnTo>
                  <a:pt x="4973109" y="2782365"/>
                </a:lnTo>
                <a:lnTo>
                  <a:pt x="4961340" y="2868591"/>
                </a:lnTo>
                <a:lnTo>
                  <a:pt x="4939363" y="2954817"/>
                </a:lnTo>
                <a:lnTo>
                  <a:pt x="4942540" y="3041044"/>
                </a:lnTo>
                <a:lnTo>
                  <a:pt x="4976510" y="3127270"/>
                </a:lnTo>
                <a:lnTo>
                  <a:pt x="4972777" y="3213496"/>
                </a:lnTo>
                <a:lnTo>
                  <a:pt x="4952616" y="3299723"/>
                </a:lnTo>
                <a:lnTo>
                  <a:pt x="4964936" y="3385949"/>
                </a:lnTo>
                <a:lnTo>
                  <a:pt x="4945531" y="3472175"/>
                </a:lnTo>
                <a:lnTo>
                  <a:pt x="4960676" y="3558401"/>
                </a:lnTo>
                <a:lnTo>
                  <a:pt x="4953740" y="3644628"/>
                </a:lnTo>
                <a:lnTo>
                  <a:pt x="4949321" y="3730854"/>
                </a:lnTo>
                <a:lnTo>
                  <a:pt x="4981550" y="3817080"/>
                </a:lnTo>
                <a:lnTo>
                  <a:pt x="4963247" y="3903307"/>
                </a:lnTo>
                <a:lnTo>
                  <a:pt x="4996965" y="3989533"/>
                </a:lnTo>
                <a:lnTo>
                  <a:pt x="4976402" y="4075759"/>
                </a:lnTo>
                <a:lnTo>
                  <a:pt x="4998282" y="4161986"/>
                </a:lnTo>
                <a:lnTo>
                  <a:pt x="4975282" y="4248212"/>
                </a:lnTo>
                <a:lnTo>
                  <a:pt x="4974039" y="4334438"/>
                </a:lnTo>
                <a:lnTo>
                  <a:pt x="4955306" y="4420665"/>
                </a:lnTo>
                <a:lnTo>
                  <a:pt x="4970507" y="4506891"/>
                </a:lnTo>
                <a:lnTo>
                  <a:pt x="4960114" y="4593117"/>
                </a:lnTo>
                <a:lnTo>
                  <a:pt x="4988941" y="4679344"/>
                </a:lnTo>
                <a:lnTo>
                  <a:pt x="4956250" y="4765570"/>
                </a:lnTo>
                <a:lnTo>
                  <a:pt x="4975519" y="4851796"/>
                </a:lnTo>
                <a:lnTo>
                  <a:pt x="4984915" y="4957151"/>
                </a:lnTo>
                <a:lnTo>
                  <a:pt x="4898020" y="4943710"/>
                </a:lnTo>
                <a:lnTo>
                  <a:pt x="4811125" y="4934107"/>
                </a:lnTo>
                <a:lnTo>
                  <a:pt x="4724230" y="4956385"/>
                </a:lnTo>
                <a:lnTo>
                  <a:pt x="4637336" y="4939637"/>
                </a:lnTo>
                <a:lnTo>
                  <a:pt x="4550441" y="4938639"/>
                </a:lnTo>
                <a:lnTo>
                  <a:pt x="4463546" y="4912002"/>
                </a:lnTo>
                <a:lnTo>
                  <a:pt x="4376651" y="4930981"/>
                </a:lnTo>
                <a:lnTo>
                  <a:pt x="4289757" y="4945364"/>
                </a:lnTo>
                <a:lnTo>
                  <a:pt x="4202862" y="4938790"/>
                </a:lnTo>
                <a:lnTo>
                  <a:pt x="4115967" y="4902275"/>
                </a:lnTo>
                <a:lnTo>
                  <a:pt x="4029072" y="4909037"/>
                </a:lnTo>
                <a:lnTo>
                  <a:pt x="3942178" y="4909420"/>
                </a:lnTo>
                <a:lnTo>
                  <a:pt x="3855283" y="4899133"/>
                </a:lnTo>
                <a:lnTo>
                  <a:pt x="3768388" y="4916946"/>
                </a:lnTo>
                <a:lnTo>
                  <a:pt x="3681493" y="4912012"/>
                </a:lnTo>
                <a:lnTo>
                  <a:pt x="3594599" y="4930014"/>
                </a:lnTo>
                <a:lnTo>
                  <a:pt x="3507704" y="4918920"/>
                </a:lnTo>
                <a:lnTo>
                  <a:pt x="3420809" y="4930098"/>
                </a:lnTo>
                <a:lnTo>
                  <a:pt x="3333915" y="4923574"/>
                </a:lnTo>
                <a:lnTo>
                  <a:pt x="3247020" y="4907148"/>
                </a:lnTo>
                <a:lnTo>
                  <a:pt x="3160125" y="4906546"/>
                </a:lnTo>
                <a:lnTo>
                  <a:pt x="3073230" y="4908262"/>
                </a:lnTo>
                <a:lnTo>
                  <a:pt x="2986336" y="4926125"/>
                </a:lnTo>
                <a:lnTo>
                  <a:pt x="2899441" y="4933292"/>
                </a:lnTo>
                <a:lnTo>
                  <a:pt x="2812546" y="4930953"/>
                </a:lnTo>
                <a:lnTo>
                  <a:pt x="2725651" y="4917627"/>
                </a:lnTo>
                <a:lnTo>
                  <a:pt x="2638757" y="4910520"/>
                </a:lnTo>
                <a:lnTo>
                  <a:pt x="2551862" y="4925022"/>
                </a:lnTo>
                <a:lnTo>
                  <a:pt x="2464967" y="4909877"/>
                </a:lnTo>
                <a:lnTo>
                  <a:pt x="2378072" y="4910702"/>
                </a:lnTo>
                <a:lnTo>
                  <a:pt x="2291178" y="4920222"/>
                </a:lnTo>
                <a:lnTo>
                  <a:pt x="2204283" y="4921299"/>
                </a:lnTo>
                <a:lnTo>
                  <a:pt x="2117388" y="4922135"/>
                </a:lnTo>
                <a:lnTo>
                  <a:pt x="2030493" y="4923830"/>
                </a:lnTo>
                <a:lnTo>
                  <a:pt x="1943599" y="4909187"/>
                </a:lnTo>
                <a:lnTo>
                  <a:pt x="1856704" y="4924695"/>
                </a:lnTo>
                <a:lnTo>
                  <a:pt x="1769809" y="4917401"/>
                </a:lnTo>
                <a:lnTo>
                  <a:pt x="1682915" y="4929541"/>
                </a:lnTo>
                <a:lnTo>
                  <a:pt x="1596020" y="4933547"/>
                </a:lnTo>
                <a:lnTo>
                  <a:pt x="1509125" y="4926657"/>
                </a:lnTo>
                <a:lnTo>
                  <a:pt x="1422230" y="4932699"/>
                </a:lnTo>
                <a:lnTo>
                  <a:pt x="1335336" y="4947867"/>
                </a:lnTo>
                <a:lnTo>
                  <a:pt x="1248441" y="4958185"/>
                </a:lnTo>
                <a:lnTo>
                  <a:pt x="1161546" y="4910785"/>
                </a:lnTo>
                <a:lnTo>
                  <a:pt x="1074651" y="4941623"/>
                </a:lnTo>
                <a:lnTo>
                  <a:pt x="987757" y="4919253"/>
                </a:lnTo>
                <a:lnTo>
                  <a:pt x="900862" y="4908760"/>
                </a:lnTo>
                <a:lnTo>
                  <a:pt x="813967" y="4904612"/>
                </a:lnTo>
                <a:lnTo>
                  <a:pt x="727072" y="4915279"/>
                </a:lnTo>
                <a:lnTo>
                  <a:pt x="640178" y="4905141"/>
                </a:lnTo>
                <a:lnTo>
                  <a:pt x="553283" y="4920186"/>
                </a:lnTo>
                <a:lnTo>
                  <a:pt x="466388" y="4924281"/>
                </a:lnTo>
                <a:lnTo>
                  <a:pt x="379493" y="4920132"/>
                </a:lnTo>
                <a:lnTo>
                  <a:pt x="292599" y="4905679"/>
                </a:lnTo>
                <a:lnTo>
                  <a:pt x="205704" y="4925322"/>
                </a:lnTo>
                <a:lnTo>
                  <a:pt x="118809" y="4923162"/>
                </a:lnTo>
                <a:lnTo>
                  <a:pt x="13762" y="4938023"/>
                </a:lnTo>
                <a:lnTo>
                  <a:pt x="22988" y="4851796"/>
                </a:lnTo>
                <a:lnTo>
                  <a:pt x="54280" y="4765570"/>
                </a:lnTo>
                <a:lnTo>
                  <a:pt x="55105" y="4679344"/>
                </a:lnTo>
                <a:lnTo>
                  <a:pt x="47221" y="4593117"/>
                </a:lnTo>
                <a:lnTo>
                  <a:pt x="47881" y="4506891"/>
                </a:lnTo>
                <a:lnTo>
                  <a:pt x="67484" y="4420665"/>
                </a:lnTo>
                <a:lnTo>
                  <a:pt x="55614" y="4334438"/>
                </a:lnTo>
                <a:lnTo>
                  <a:pt x="43596" y="4248212"/>
                </a:lnTo>
                <a:lnTo>
                  <a:pt x="2440" y="4161986"/>
                </a:lnTo>
                <a:lnTo>
                  <a:pt x="12011" y="4075759"/>
                </a:lnTo>
                <a:lnTo>
                  <a:pt x="21769" y="3989533"/>
                </a:lnTo>
                <a:lnTo>
                  <a:pt x="0" y="3903307"/>
                </a:lnTo>
                <a:lnTo>
                  <a:pt x="37829" y="3817080"/>
                </a:lnTo>
                <a:lnTo>
                  <a:pt x="53218" y="3730854"/>
                </a:lnTo>
                <a:lnTo>
                  <a:pt x="32743" y="3644628"/>
                </a:lnTo>
                <a:lnTo>
                  <a:pt x="64276" y="3558401"/>
                </a:lnTo>
                <a:lnTo>
                  <a:pt x="73544" y="3472175"/>
                </a:lnTo>
                <a:lnTo>
                  <a:pt x="38413" y="3385949"/>
                </a:lnTo>
                <a:lnTo>
                  <a:pt x="34054" y="3299723"/>
                </a:lnTo>
                <a:lnTo>
                  <a:pt x="28988" y="3213496"/>
                </a:lnTo>
                <a:lnTo>
                  <a:pt x="17339" y="3127270"/>
                </a:lnTo>
                <a:lnTo>
                  <a:pt x="34794" y="3041044"/>
                </a:lnTo>
                <a:lnTo>
                  <a:pt x="39990" y="2954817"/>
                </a:lnTo>
                <a:lnTo>
                  <a:pt x="25559" y="2868591"/>
                </a:lnTo>
                <a:lnTo>
                  <a:pt x="49351" y="2782365"/>
                </a:lnTo>
                <a:lnTo>
                  <a:pt x="49442" y="2696138"/>
                </a:lnTo>
                <a:lnTo>
                  <a:pt x="35213" y="2609912"/>
                </a:lnTo>
                <a:lnTo>
                  <a:pt x="37241" y="2523686"/>
                </a:lnTo>
                <a:lnTo>
                  <a:pt x="4425" y="2437459"/>
                </a:lnTo>
                <a:lnTo>
                  <a:pt x="17269" y="2351233"/>
                </a:lnTo>
                <a:lnTo>
                  <a:pt x="33526" y="2265007"/>
                </a:lnTo>
                <a:lnTo>
                  <a:pt x="37493" y="2178780"/>
                </a:lnTo>
                <a:lnTo>
                  <a:pt x="26352" y="2092554"/>
                </a:lnTo>
                <a:lnTo>
                  <a:pt x="34521" y="2006328"/>
                </a:lnTo>
                <a:lnTo>
                  <a:pt x="62400" y="1920101"/>
                </a:lnTo>
                <a:lnTo>
                  <a:pt x="69552" y="1833875"/>
                </a:lnTo>
                <a:lnTo>
                  <a:pt x="53871" y="1747649"/>
                </a:lnTo>
                <a:lnTo>
                  <a:pt x="74005" y="1661423"/>
                </a:lnTo>
                <a:lnTo>
                  <a:pt x="35914" y="1575196"/>
                </a:lnTo>
                <a:lnTo>
                  <a:pt x="53987" y="1488970"/>
                </a:lnTo>
                <a:lnTo>
                  <a:pt x="74972" y="1402744"/>
                </a:lnTo>
                <a:lnTo>
                  <a:pt x="56677" y="1316517"/>
                </a:lnTo>
                <a:lnTo>
                  <a:pt x="62513" y="1230291"/>
                </a:lnTo>
                <a:lnTo>
                  <a:pt x="50617" y="1144065"/>
                </a:lnTo>
                <a:lnTo>
                  <a:pt x="58950" y="1057838"/>
                </a:lnTo>
                <a:lnTo>
                  <a:pt x="79320" y="971612"/>
                </a:lnTo>
                <a:lnTo>
                  <a:pt x="66553" y="885386"/>
                </a:lnTo>
                <a:lnTo>
                  <a:pt x="68245" y="799159"/>
                </a:lnTo>
                <a:lnTo>
                  <a:pt x="53120" y="712933"/>
                </a:lnTo>
                <a:lnTo>
                  <a:pt x="54689" y="626707"/>
                </a:lnTo>
                <a:lnTo>
                  <a:pt x="79660" y="540480"/>
                </a:lnTo>
                <a:lnTo>
                  <a:pt x="65064" y="454254"/>
                </a:lnTo>
                <a:lnTo>
                  <a:pt x="50494" y="368028"/>
                </a:lnTo>
                <a:lnTo>
                  <a:pt x="51907" y="281801"/>
                </a:lnTo>
                <a:lnTo>
                  <a:pt x="72922" y="195575"/>
                </a:lnTo>
                <a:lnTo>
                  <a:pt x="52971" y="109349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40000">
            <a:off x="1241440" y="1791004"/>
            <a:ext cx="4114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03 · 속도와 정확도</a:t>
            </a:r>
          </a:p>
        </p:txBody>
      </p:sp>
      <p:sp>
        <p:nvSpPr>
          <p:cNvPr id="7" name="TextBox 6"/>
          <p:cNvSpPr txBox="1"/>
          <p:nvPr/>
        </p:nvSpPr>
        <p:spPr>
          <a:xfrm rot="21540000">
            <a:off x="1247425" y="2038602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rgbClr val="5C2E14"/>
                </a:solidFill>
                <a:latin typeface="Arial"/>
                <a:ea typeface="맑은 고딕"/>
              </a:rPr>
              <a:t>같은 데이터, 같은 논문의 비교</a:t>
            </a:r>
          </a:p>
        </p:txBody>
      </p:sp>
      <p:sp>
        <p:nvSpPr>
          <p:cNvPr id="8" name="TextBox 7"/>
          <p:cNvSpPr txBox="1"/>
          <p:nvPr/>
        </p:nvSpPr>
        <p:spPr>
          <a:xfrm rot="21540000">
            <a:off x="1261222" y="2495682"/>
            <a:ext cx="41148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YOLO는 2-Stage 방식인 Faster R-CNN보다 mAP가 낮지만, </a:t>
            </a:r>
            <a:r>
              <a:rPr sz="1200" b="1">
                <a:solidFill>
                  <a:srgbClr val="3B2414"/>
                </a:solidFill>
                <a:latin typeface="Arial"/>
                <a:ea typeface="맑은 고딕"/>
              </a:rPr>
              <a:t>초당 45장</a:t>
            </a: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을 처리해 실시간 영상 탐지를 가능하게 했습니다.</a:t>
            </a:r>
          </a:p>
        </p:txBody>
      </p:sp>
      <p:sp>
        <p:nvSpPr>
          <p:cNvPr id="9" name="TextBox 8"/>
          <p:cNvSpPr txBox="1"/>
          <p:nvPr/>
        </p:nvSpPr>
        <p:spPr>
          <a:xfrm rot="21540000">
            <a:off x="1280173" y="3676616"/>
            <a:ext cx="411480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반대로 정확도가 가장 높은 Faster R-CNN VGG-16은 초당 7장에 그쳤습니다.</a:t>
            </a:r>
          </a:p>
        </p:txBody>
      </p:sp>
      <p:sp>
        <p:nvSpPr>
          <p:cNvPr id="10" name="Rectangle 9"/>
          <p:cNvSpPr/>
          <p:nvPr/>
        </p:nvSpPr>
        <p:spPr>
          <a:xfrm rot="21540000">
            <a:off x="1300952" y="4705135"/>
            <a:ext cx="4114800" cy="1181100"/>
          </a:xfrm>
          <a:prstGeom prst="rect">
            <a:avLst/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1540000">
            <a:off x="1301261" y="4740543"/>
            <a:ext cx="57150" cy="1181100"/>
          </a:xfrm>
          <a:prstGeom prst="rect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21540000">
            <a:off x="1510829" y="4837817"/>
            <a:ext cx="37719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발표자 정리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 · 이후 모델들은 이 줄다리기에서 두 마리 토끼를 잡는 방향으로 발전해 왔습니다.</a:t>
            </a:r>
          </a:p>
        </p:txBody>
      </p:sp>
      <p:pic>
        <p:nvPicPr>
          <p:cNvPr id="13" name="Picture 12" descr="chart_spe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250" y="1104900"/>
            <a:ext cx="5524500" cy="5143500"/>
          </a:xfrm>
          <a:prstGeom prst="rect">
            <a:avLst/>
          </a:prstGeom>
        </p:spPr>
      </p:pic>
      <p:pic>
        <p:nvPicPr>
          <p:cNvPr id="14" name="Picture 13" descr="fern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000000">
            <a:off x="11391900" y="4191000"/>
            <a:ext cx="762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120000">
            <a:off x="-904532" y="-496570"/>
            <a:ext cx="2663554" cy="7970506"/>
          </a:xfrm>
          <a:custGeom>
            <a:avLst/>
            <a:gdLst/>
            <a:ahLst/>
            <a:cxnLst/>
            <a:rect l="l" t="t" r="r" b="b"/>
            <a:pathLst>
              <a:path w="2663554" h="7970506">
                <a:moveTo>
                  <a:pt x="47282" y="24174"/>
                </a:moveTo>
                <a:lnTo>
                  <a:pt x="133007" y="30329"/>
                </a:lnTo>
                <a:lnTo>
                  <a:pt x="218732" y="31149"/>
                </a:lnTo>
                <a:lnTo>
                  <a:pt x="304457" y="32598"/>
                </a:lnTo>
                <a:lnTo>
                  <a:pt x="390182" y="30838"/>
                </a:lnTo>
                <a:lnTo>
                  <a:pt x="475907" y="13621"/>
                </a:lnTo>
                <a:lnTo>
                  <a:pt x="561632" y="31906"/>
                </a:lnTo>
                <a:lnTo>
                  <a:pt x="647357" y="30770"/>
                </a:lnTo>
                <a:lnTo>
                  <a:pt x="733082" y="8902"/>
                </a:lnTo>
                <a:lnTo>
                  <a:pt x="818807" y="22632"/>
                </a:lnTo>
                <a:lnTo>
                  <a:pt x="904532" y="37561"/>
                </a:lnTo>
                <a:lnTo>
                  <a:pt x="990257" y="19127"/>
                </a:lnTo>
                <a:lnTo>
                  <a:pt x="1075982" y="11669"/>
                </a:lnTo>
                <a:lnTo>
                  <a:pt x="1161707" y="0"/>
                </a:lnTo>
                <a:lnTo>
                  <a:pt x="1247432" y="25629"/>
                </a:lnTo>
                <a:lnTo>
                  <a:pt x="1333157" y="35569"/>
                </a:lnTo>
                <a:lnTo>
                  <a:pt x="1418882" y="36644"/>
                </a:lnTo>
                <a:lnTo>
                  <a:pt x="1504607" y="20559"/>
                </a:lnTo>
                <a:lnTo>
                  <a:pt x="1590332" y="40630"/>
                </a:lnTo>
                <a:lnTo>
                  <a:pt x="1676057" y="9005"/>
                </a:lnTo>
                <a:lnTo>
                  <a:pt x="1761782" y="34407"/>
                </a:lnTo>
                <a:lnTo>
                  <a:pt x="1847507" y="30875"/>
                </a:lnTo>
                <a:lnTo>
                  <a:pt x="1933232" y="28525"/>
                </a:lnTo>
                <a:lnTo>
                  <a:pt x="2018957" y="24640"/>
                </a:lnTo>
                <a:lnTo>
                  <a:pt x="2104682" y="19397"/>
                </a:lnTo>
                <a:lnTo>
                  <a:pt x="2190407" y="43556"/>
                </a:lnTo>
                <a:lnTo>
                  <a:pt x="2276132" y="22446"/>
                </a:lnTo>
                <a:lnTo>
                  <a:pt x="2361857" y="44959"/>
                </a:lnTo>
                <a:lnTo>
                  <a:pt x="2447582" y="51989"/>
                </a:lnTo>
                <a:lnTo>
                  <a:pt x="2533307" y="52356"/>
                </a:lnTo>
                <a:lnTo>
                  <a:pt x="2620866" y="20320"/>
                </a:lnTo>
                <a:lnTo>
                  <a:pt x="2600801" y="106253"/>
                </a:lnTo>
                <a:lnTo>
                  <a:pt x="2613749" y="192185"/>
                </a:lnTo>
                <a:lnTo>
                  <a:pt x="2579396" y="278117"/>
                </a:lnTo>
                <a:lnTo>
                  <a:pt x="2597960" y="364049"/>
                </a:lnTo>
                <a:lnTo>
                  <a:pt x="2610171" y="449981"/>
                </a:lnTo>
                <a:lnTo>
                  <a:pt x="2608124" y="535912"/>
                </a:lnTo>
                <a:lnTo>
                  <a:pt x="2598473" y="621844"/>
                </a:lnTo>
                <a:lnTo>
                  <a:pt x="2604873" y="707776"/>
                </a:lnTo>
                <a:lnTo>
                  <a:pt x="2577950" y="793708"/>
                </a:lnTo>
                <a:lnTo>
                  <a:pt x="2585379" y="879640"/>
                </a:lnTo>
                <a:lnTo>
                  <a:pt x="2583618" y="965572"/>
                </a:lnTo>
                <a:lnTo>
                  <a:pt x="2615002" y="1051504"/>
                </a:lnTo>
                <a:lnTo>
                  <a:pt x="2591757" y="1137436"/>
                </a:lnTo>
                <a:lnTo>
                  <a:pt x="2602830" y="1223368"/>
                </a:lnTo>
                <a:lnTo>
                  <a:pt x="2593906" y="1309300"/>
                </a:lnTo>
                <a:lnTo>
                  <a:pt x="2592253" y="1395233"/>
                </a:lnTo>
                <a:lnTo>
                  <a:pt x="2589387" y="1481165"/>
                </a:lnTo>
                <a:lnTo>
                  <a:pt x="2571442" y="1567097"/>
                </a:lnTo>
                <a:lnTo>
                  <a:pt x="2604241" y="1653029"/>
                </a:lnTo>
                <a:lnTo>
                  <a:pt x="2582474" y="1738961"/>
                </a:lnTo>
                <a:lnTo>
                  <a:pt x="2587073" y="1824893"/>
                </a:lnTo>
                <a:lnTo>
                  <a:pt x="2597795" y="1910825"/>
                </a:lnTo>
                <a:lnTo>
                  <a:pt x="2586164" y="1996757"/>
                </a:lnTo>
                <a:lnTo>
                  <a:pt x="2604398" y="2082689"/>
                </a:lnTo>
                <a:lnTo>
                  <a:pt x="2614978" y="2168621"/>
                </a:lnTo>
                <a:lnTo>
                  <a:pt x="2616309" y="2254553"/>
                </a:lnTo>
                <a:lnTo>
                  <a:pt x="2587192" y="2340485"/>
                </a:lnTo>
                <a:lnTo>
                  <a:pt x="2584571" y="2426417"/>
                </a:lnTo>
                <a:lnTo>
                  <a:pt x="2588961" y="2512349"/>
                </a:lnTo>
                <a:lnTo>
                  <a:pt x="2580001" y="2598281"/>
                </a:lnTo>
                <a:lnTo>
                  <a:pt x="2580060" y="2684214"/>
                </a:lnTo>
                <a:lnTo>
                  <a:pt x="2586952" y="2770146"/>
                </a:lnTo>
                <a:lnTo>
                  <a:pt x="2622289" y="2856078"/>
                </a:lnTo>
                <a:lnTo>
                  <a:pt x="2611455" y="2942010"/>
                </a:lnTo>
                <a:lnTo>
                  <a:pt x="2620171" y="3027942"/>
                </a:lnTo>
                <a:lnTo>
                  <a:pt x="2625665" y="3113874"/>
                </a:lnTo>
                <a:lnTo>
                  <a:pt x="2621964" y="3199806"/>
                </a:lnTo>
                <a:lnTo>
                  <a:pt x="2622346" y="3285738"/>
                </a:lnTo>
                <a:lnTo>
                  <a:pt x="2643444" y="3371670"/>
                </a:lnTo>
                <a:lnTo>
                  <a:pt x="2628937" y="3457602"/>
                </a:lnTo>
                <a:lnTo>
                  <a:pt x="2621483" y="3543534"/>
                </a:lnTo>
                <a:lnTo>
                  <a:pt x="2611803" y="3629466"/>
                </a:lnTo>
                <a:lnTo>
                  <a:pt x="2603092" y="3715398"/>
                </a:lnTo>
                <a:lnTo>
                  <a:pt x="2598438" y="3801330"/>
                </a:lnTo>
                <a:lnTo>
                  <a:pt x="2613062" y="3887262"/>
                </a:lnTo>
                <a:lnTo>
                  <a:pt x="2638549" y="3973195"/>
                </a:lnTo>
                <a:lnTo>
                  <a:pt x="2630696" y="4059127"/>
                </a:lnTo>
                <a:lnTo>
                  <a:pt x="2658751" y="4145059"/>
                </a:lnTo>
                <a:lnTo>
                  <a:pt x="2632613" y="4230991"/>
                </a:lnTo>
                <a:lnTo>
                  <a:pt x="2647024" y="4316923"/>
                </a:lnTo>
                <a:lnTo>
                  <a:pt x="2645716" y="4402855"/>
                </a:lnTo>
                <a:lnTo>
                  <a:pt x="2648709" y="4488787"/>
                </a:lnTo>
                <a:lnTo>
                  <a:pt x="2632170" y="4574719"/>
                </a:lnTo>
                <a:lnTo>
                  <a:pt x="2639609" y="4660651"/>
                </a:lnTo>
                <a:lnTo>
                  <a:pt x="2633272" y="4746583"/>
                </a:lnTo>
                <a:lnTo>
                  <a:pt x="2625198" y="4832515"/>
                </a:lnTo>
                <a:lnTo>
                  <a:pt x="2651037" y="4918447"/>
                </a:lnTo>
                <a:lnTo>
                  <a:pt x="2607585" y="5004379"/>
                </a:lnTo>
                <a:lnTo>
                  <a:pt x="2609257" y="5090311"/>
                </a:lnTo>
                <a:lnTo>
                  <a:pt x="2614568" y="5176243"/>
                </a:lnTo>
                <a:lnTo>
                  <a:pt x="2627979" y="5262175"/>
                </a:lnTo>
                <a:lnTo>
                  <a:pt x="2624117" y="5348108"/>
                </a:lnTo>
                <a:lnTo>
                  <a:pt x="2620533" y="5434040"/>
                </a:lnTo>
                <a:lnTo>
                  <a:pt x="2613022" y="5519972"/>
                </a:lnTo>
                <a:lnTo>
                  <a:pt x="2620309" y="5605904"/>
                </a:lnTo>
                <a:lnTo>
                  <a:pt x="2599349" y="5691836"/>
                </a:lnTo>
                <a:lnTo>
                  <a:pt x="2620594" y="5777768"/>
                </a:lnTo>
                <a:lnTo>
                  <a:pt x="2614218" y="5863700"/>
                </a:lnTo>
                <a:lnTo>
                  <a:pt x="2595582" y="5949632"/>
                </a:lnTo>
                <a:lnTo>
                  <a:pt x="2616050" y="6035564"/>
                </a:lnTo>
                <a:lnTo>
                  <a:pt x="2578832" y="6121496"/>
                </a:lnTo>
                <a:lnTo>
                  <a:pt x="2593646" y="6207428"/>
                </a:lnTo>
                <a:lnTo>
                  <a:pt x="2586304" y="6293360"/>
                </a:lnTo>
                <a:lnTo>
                  <a:pt x="2600663" y="6379292"/>
                </a:lnTo>
                <a:lnTo>
                  <a:pt x="2609104" y="6465224"/>
                </a:lnTo>
                <a:lnTo>
                  <a:pt x="2588254" y="6551156"/>
                </a:lnTo>
                <a:lnTo>
                  <a:pt x="2607316" y="6637089"/>
                </a:lnTo>
                <a:lnTo>
                  <a:pt x="2581217" y="6723021"/>
                </a:lnTo>
                <a:lnTo>
                  <a:pt x="2588424" y="6808953"/>
                </a:lnTo>
                <a:lnTo>
                  <a:pt x="2602878" y="6894885"/>
                </a:lnTo>
                <a:lnTo>
                  <a:pt x="2602342" y="6980817"/>
                </a:lnTo>
                <a:lnTo>
                  <a:pt x="2611785" y="7066749"/>
                </a:lnTo>
                <a:lnTo>
                  <a:pt x="2642588" y="7152681"/>
                </a:lnTo>
                <a:lnTo>
                  <a:pt x="2632174" y="7238613"/>
                </a:lnTo>
                <a:lnTo>
                  <a:pt x="2657102" y="7324545"/>
                </a:lnTo>
                <a:lnTo>
                  <a:pt x="2637002" y="7410477"/>
                </a:lnTo>
                <a:lnTo>
                  <a:pt x="2628707" y="7496409"/>
                </a:lnTo>
                <a:lnTo>
                  <a:pt x="2643236" y="7582341"/>
                </a:lnTo>
                <a:lnTo>
                  <a:pt x="2663554" y="7668273"/>
                </a:lnTo>
                <a:lnTo>
                  <a:pt x="2635291" y="7754205"/>
                </a:lnTo>
                <a:lnTo>
                  <a:pt x="2638252" y="7840137"/>
                </a:lnTo>
                <a:lnTo>
                  <a:pt x="2619032" y="7944106"/>
                </a:lnTo>
                <a:lnTo>
                  <a:pt x="2533307" y="7928842"/>
                </a:lnTo>
                <a:lnTo>
                  <a:pt x="2447582" y="7929874"/>
                </a:lnTo>
                <a:lnTo>
                  <a:pt x="2361857" y="7951791"/>
                </a:lnTo>
                <a:lnTo>
                  <a:pt x="2276132" y="7945709"/>
                </a:lnTo>
                <a:lnTo>
                  <a:pt x="2190407" y="7929157"/>
                </a:lnTo>
                <a:lnTo>
                  <a:pt x="2104682" y="7957476"/>
                </a:lnTo>
                <a:lnTo>
                  <a:pt x="2018957" y="7946177"/>
                </a:lnTo>
                <a:lnTo>
                  <a:pt x="1933232" y="7935006"/>
                </a:lnTo>
                <a:lnTo>
                  <a:pt x="1847507" y="7959115"/>
                </a:lnTo>
                <a:lnTo>
                  <a:pt x="1761782" y="7939883"/>
                </a:lnTo>
                <a:lnTo>
                  <a:pt x="1676057" y="7940794"/>
                </a:lnTo>
                <a:lnTo>
                  <a:pt x="1590332" y="7949652"/>
                </a:lnTo>
                <a:lnTo>
                  <a:pt x="1504607" y="7954015"/>
                </a:lnTo>
                <a:lnTo>
                  <a:pt x="1418882" y="7959884"/>
                </a:lnTo>
                <a:lnTo>
                  <a:pt x="1333157" y="7941986"/>
                </a:lnTo>
                <a:lnTo>
                  <a:pt x="1247432" y="7963733"/>
                </a:lnTo>
                <a:lnTo>
                  <a:pt x="1161707" y="7963886"/>
                </a:lnTo>
                <a:lnTo>
                  <a:pt x="1075982" y="7961313"/>
                </a:lnTo>
                <a:lnTo>
                  <a:pt x="990257" y="7939524"/>
                </a:lnTo>
                <a:lnTo>
                  <a:pt x="904532" y="7931600"/>
                </a:lnTo>
                <a:lnTo>
                  <a:pt x="818807" y="7937471"/>
                </a:lnTo>
                <a:lnTo>
                  <a:pt x="733082" y="7959507"/>
                </a:lnTo>
                <a:lnTo>
                  <a:pt x="647357" y="7959257"/>
                </a:lnTo>
                <a:lnTo>
                  <a:pt x="561632" y="7937780"/>
                </a:lnTo>
                <a:lnTo>
                  <a:pt x="475907" y="7970506"/>
                </a:lnTo>
                <a:lnTo>
                  <a:pt x="390182" y="7949725"/>
                </a:lnTo>
                <a:lnTo>
                  <a:pt x="304457" y="7960212"/>
                </a:lnTo>
                <a:lnTo>
                  <a:pt x="218732" y="7940925"/>
                </a:lnTo>
                <a:lnTo>
                  <a:pt x="133007" y="7952618"/>
                </a:lnTo>
                <a:lnTo>
                  <a:pt x="47919" y="7926070"/>
                </a:lnTo>
                <a:lnTo>
                  <a:pt x="78331" y="7840137"/>
                </a:lnTo>
                <a:lnTo>
                  <a:pt x="57648" y="7754205"/>
                </a:lnTo>
                <a:lnTo>
                  <a:pt x="65344" y="7668273"/>
                </a:lnTo>
                <a:lnTo>
                  <a:pt x="87666" y="7582341"/>
                </a:lnTo>
                <a:lnTo>
                  <a:pt x="61330" y="7496409"/>
                </a:lnTo>
                <a:lnTo>
                  <a:pt x="74879" y="7410477"/>
                </a:lnTo>
                <a:lnTo>
                  <a:pt x="94557" y="7324545"/>
                </a:lnTo>
                <a:lnTo>
                  <a:pt x="81057" y="7238613"/>
                </a:lnTo>
                <a:lnTo>
                  <a:pt x="56922" y="7152681"/>
                </a:lnTo>
                <a:lnTo>
                  <a:pt x="42650" y="7066749"/>
                </a:lnTo>
                <a:lnTo>
                  <a:pt x="16425" y="6980817"/>
                </a:lnTo>
                <a:lnTo>
                  <a:pt x="14739" y="6894885"/>
                </a:lnTo>
                <a:lnTo>
                  <a:pt x="32061" y="6808953"/>
                </a:lnTo>
                <a:lnTo>
                  <a:pt x="20968" y="6723021"/>
                </a:lnTo>
                <a:lnTo>
                  <a:pt x="15427" y="6637089"/>
                </a:lnTo>
                <a:lnTo>
                  <a:pt x="29178" y="6551156"/>
                </a:lnTo>
                <a:lnTo>
                  <a:pt x="0" y="6465224"/>
                </a:lnTo>
                <a:lnTo>
                  <a:pt x="6950" y="6379292"/>
                </a:lnTo>
                <a:lnTo>
                  <a:pt x="3972" y="6293360"/>
                </a:lnTo>
                <a:lnTo>
                  <a:pt x="9271" y="6207428"/>
                </a:lnTo>
                <a:lnTo>
                  <a:pt x="25576" y="6121496"/>
                </a:lnTo>
                <a:lnTo>
                  <a:pt x="28695" y="6035564"/>
                </a:lnTo>
                <a:lnTo>
                  <a:pt x="22366" y="5949632"/>
                </a:lnTo>
                <a:lnTo>
                  <a:pt x="17717" y="5863700"/>
                </a:lnTo>
                <a:lnTo>
                  <a:pt x="43978" y="5777768"/>
                </a:lnTo>
                <a:lnTo>
                  <a:pt x="20192" y="5691836"/>
                </a:lnTo>
                <a:lnTo>
                  <a:pt x="33901" y="5605904"/>
                </a:lnTo>
                <a:lnTo>
                  <a:pt x="34012" y="5519972"/>
                </a:lnTo>
                <a:lnTo>
                  <a:pt x="17223" y="5434040"/>
                </a:lnTo>
                <a:lnTo>
                  <a:pt x="35061" y="5348108"/>
                </a:lnTo>
                <a:lnTo>
                  <a:pt x="61787" y="5262175"/>
                </a:lnTo>
                <a:lnTo>
                  <a:pt x="63635" y="5176243"/>
                </a:lnTo>
                <a:lnTo>
                  <a:pt x="35800" y="5090311"/>
                </a:lnTo>
                <a:lnTo>
                  <a:pt x="48899" y="5004379"/>
                </a:lnTo>
                <a:lnTo>
                  <a:pt x="77213" y="4918447"/>
                </a:lnTo>
                <a:lnTo>
                  <a:pt x="82919" y="4832515"/>
                </a:lnTo>
                <a:lnTo>
                  <a:pt x="53835" y="4746583"/>
                </a:lnTo>
                <a:lnTo>
                  <a:pt x="67566" y="4660651"/>
                </a:lnTo>
                <a:lnTo>
                  <a:pt x="73042" y="4574719"/>
                </a:lnTo>
                <a:lnTo>
                  <a:pt x="63784" y="4488787"/>
                </a:lnTo>
                <a:lnTo>
                  <a:pt x="47545" y="4402855"/>
                </a:lnTo>
                <a:lnTo>
                  <a:pt x="68687" y="4316923"/>
                </a:lnTo>
                <a:lnTo>
                  <a:pt x="88383" y="4230991"/>
                </a:lnTo>
                <a:lnTo>
                  <a:pt x="72849" y="4145059"/>
                </a:lnTo>
                <a:lnTo>
                  <a:pt x="78906" y="4059127"/>
                </a:lnTo>
                <a:lnTo>
                  <a:pt x="78904" y="3973195"/>
                </a:lnTo>
                <a:lnTo>
                  <a:pt x="54070" y="3887262"/>
                </a:lnTo>
                <a:lnTo>
                  <a:pt x="63648" y="3801330"/>
                </a:lnTo>
                <a:lnTo>
                  <a:pt x="61620" y="3715398"/>
                </a:lnTo>
                <a:lnTo>
                  <a:pt x="91799" y="3629466"/>
                </a:lnTo>
                <a:lnTo>
                  <a:pt x="61453" y="3543534"/>
                </a:lnTo>
                <a:lnTo>
                  <a:pt x="72610" y="3457602"/>
                </a:lnTo>
                <a:lnTo>
                  <a:pt x="75483" y="3371670"/>
                </a:lnTo>
                <a:lnTo>
                  <a:pt x="58209" y="3285738"/>
                </a:lnTo>
                <a:lnTo>
                  <a:pt x="52156" y="3199806"/>
                </a:lnTo>
                <a:lnTo>
                  <a:pt x="56623" y="3113874"/>
                </a:lnTo>
                <a:lnTo>
                  <a:pt x="61831" y="3027942"/>
                </a:lnTo>
                <a:lnTo>
                  <a:pt x="67079" y="2942010"/>
                </a:lnTo>
                <a:lnTo>
                  <a:pt x="90743" y="2856078"/>
                </a:lnTo>
                <a:lnTo>
                  <a:pt x="61558" y="2770146"/>
                </a:lnTo>
                <a:lnTo>
                  <a:pt x="80101" y="2684214"/>
                </a:lnTo>
                <a:lnTo>
                  <a:pt x="79061" y="2598281"/>
                </a:lnTo>
                <a:lnTo>
                  <a:pt x="84070" y="2512349"/>
                </a:lnTo>
                <a:lnTo>
                  <a:pt x="71011" y="2426417"/>
                </a:lnTo>
                <a:lnTo>
                  <a:pt x="44537" y="2340485"/>
                </a:lnTo>
                <a:lnTo>
                  <a:pt x="73822" y="2254553"/>
                </a:lnTo>
                <a:lnTo>
                  <a:pt x="81017" y="2168621"/>
                </a:lnTo>
                <a:lnTo>
                  <a:pt x="56074" y="2082689"/>
                </a:lnTo>
                <a:lnTo>
                  <a:pt x="45284" y="1996757"/>
                </a:lnTo>
                <a:lnTo>
                  <a:pt x="21899" y="1910825"/>
                </a:lnTo>
                <a:lnTo>
                  <a:pt x="27955" y="1824893"/>
                </a:lnTo>
                <a:lnTo>
                  <a:pt x="29458" y="1738961"/>
                </a:lnTo>
                <a:lnTo>
                  <a:pt x="26403" y="1653029"/>
                </a:lnTo>
                <a:lnTo>
                  <a:pt x="44484" y="1567097"/>
                </a:lnTo>
                <a:lnTo>
                  <a:pt x="68851" y="1481165"/>
                </a:lnTo>
                <a:lnTo>
                  <a:pt x="59654" y="1395233"/>
                </a:lnTo>
                <a:lnTo>
                  <a:pt x="47629" y="1309300"/>
                </a:lnTo>
                <a:lnTo>
                  <a:pt x="41454" y="1223368"/>
                </a:lnTo>
                <a:lnTo>
                  <a:pt x="46961" y="1137436"/>
                </a:lnTo>
                <a:lnTo>
                  <a:pt x="63492" y="1051504"/>
                </a:lnTo>
                <a:lnTo>
                  <a:pt x="38287" y="965572"/>
                </a:lnTo>
                <a:lnTo>
                  <a:pt x="31178" y="879640"/>
                </a:lnTo>
                <a:lnTo>
                  <a:pt x="31557" y="793708"/>
                </a:lnTo>
                <a:lnTo>
                  <a:pt x="30492" y="707776"/>
                </a:lnTo>
                <a:lnTo>
                  <a:pt x="57840" y="621844"/>
                </a:lnTo>
                <a:lnTo>
                  <a:pt x="42668" y="535912"/>
                </a:lnTo>
                <a:lnTo>
                  <a:pt x="28427" y="449981"/>
                </a:lnTo>
                <a:lnTo>
                  <a:pt x="60434" y="364049"/>
                </a:lnTo>
                <a:lnTo>
                  <a:pt x="62231" y="278117"/>
                </a:lnTo>
                <a:lnTo>
                  <a:pt x="55503" y="192185"/>
                </a:lnTo>
                <a:lnTo>
                  <a:pt x="65996" y="106253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480000">
            <a:off x="10905810" y="-508820"/>
            <a:ext cx="2369425" cy="7985714"/>
          </a:xfrm>
          <a:custGeom>
            <a:avLst/>
            <a:gdLst/>
            <a:ahLst/>
            <a:cxnLst/>
            <a:rect l="l" t="t" r="r" b="b"/>
            <a:pathLst>
              <a:path w="2369425" h="7985714">
                <a:moveTo>
                  <a:pt x="47940" y="3827"/>
                </a:moveTo>
                <a:lnTo>
                  <a:pt x="135863" y="1751"/>
                </a:lnTo>
                <a:lnTo>
                  <a:pt x="223786" y="11435"/>
                </a:lnTo>
                <a:lnTo>
                  <a:pt x="311709" y="23294"/>
                </a:lnTo>
                <a:lnTo>
                  <a:pt x="399632" y="27715"/>
                </a:lnTo>
                <a:lnTo>
                  <a:pt x="487555" y="29122"/>
                </a:lnTo>
                <a:lnTo>
                  <a:pt x="575478" y="9207"/>
                </a:lnTo>
                <a:lnTo>
                  <a:pt x="663401" y="10408"/>
                </a:lnTo>
                <a:lnTo>
                  <a:pt x="751324" y="12734"/>
                </a:lnTo>
                <a:lnTo>
                  <a:pt x="839247" y="20951"/>
                </a:lnTo>
                <a:lnTo>
                  <a:pt x="927170" y="20303"/>
                </a:lnTo>
                <a:lnTo>
                  <a:pt x="1015093" y="34901"/>
                </a:lnTo>
                <a:lnTo>
                  <a:pt x="1103016" y="24737"/>
                </a:lnTo>
                <a:lnTo>
                  <a:pt x="1190940" y="3353"/>
                </a:lnTo>
                <a:lnTo>
                  <a:pt x="1278863" y="32065"/>
                </a:lnTo>
                <a:lnTo>
                  <a:pt x="1366786" y="28490"/>
                </a:lnTo>
                <a:lnTo>
                  <a:pt x="1454709" y="12511"/>
                </a:lnTo>
                <a:lnTo>
                  <a:pt x="1542632" y="20667"/>
                </a:lnTo>
                <a:lnTo>
                  <a:pt x="1630555" y="0"/>
                </a:lnTo>
                <a:lnTo>
                  <a:pt x="1718478" y="12396"/>
                </a:lnTo>
                <a:lnTo>
                  <a:pt x="1806401" y="22624"/>
                </a:lnTo>
                <a:lnTo>
                  <a:pt x="1894324" y="36911"/>
                </a:lnTo>
                <a:lnTo>
                  <a:pt x="1982247" y="28383"/>
                </a:lnTo>
                <a:lnTo>
                  <a:pt x="2070170" y="1273"/>
                </a:lnTo>
                <a:lnTo>
                  <a:pt x="2158093" y="14492"/>
                </a:lnTo>
                <a:lnTo>
                  <a:pt x="2246016" y="51032"/>
                </a:lnTo>
                <a:lnTo>
                  <a:pt x="2341187" y="32570"/>
                </a:lnTo>
                <a:lnTo>
                  <a:pt x="2338072" y="118503"/>
                </a:lnTo>
                <a:lnTo>
                  <a:pt x="2348680" y="204435"/>
                </a:lnTo>
                <a:lnTo>
                  <a:pt x="2350863" y="290367"/>
                </a:lnTo>
                <a:lnTo>
                  <a:pt x="2369409" y="376299"/>
                </a:lnTo>
                <a:lnTo>
                  <a:pt x="2368253" y="462231"/>
                </a:lnTo>
                <a:lnTo>
                  <a:pt x="2364855" y="548162"/>
                </a:lnTo>
                <a:lnTo>
                  <a:pt x="2345792" y="634094"/>
                </a:lnTo>
                <a:lnTo>
                  <a:pt x="2336425" y="720026"/>
                </a:lnTo>
                <a:lnTo>
                  <a:pt x="2309539" y="805958"/>
                </a:lnTo>
                <a:lnTo>
                  <a:pt x="2332302" y="891890"/>
                </a:lnTo>
                <a:lnTo>
                  <a:pt x="2334836" y="977822"/>
                </a:lnTo>
                <a:lnTo>
                  <a:pt x="2310078" y="1063754"/>
                </a:lnTo>
                <a:lnTo>
                  <a:pt x="2320133" y="1149686"/>
                </a:lnTo>
                <a:lnTo>
                  <a:pt x="2325815" y="1235618"/>
                </a:lnTo>
                <a:lnTo>
                  <a:pt x="2327431" y="1321550"/>
                </a:lnTo>
                <a:lnTo>
                  <a:pt x="2331375" y="1407483"/>
                </a:lnTo>
                <a:lnTo>
                  <a:pt x="2345713" y="1493415"/>
                </a:lnTo>
                <a:lnTo>
                  <a:pt x="2350031" y="1579347"/>
                </a:lnTo>
                <a:lnTo>
                  <a:pt x="2359707" y="1665279"/>
                </a:lnTo>
                <a:lnTo>
                  <a:pt x="2363110" y="1751211"/>
                </a:lnTo>
                <a:lnTo>
                  <a:pt x="2357316" y="1837143"/>
                </a:lnTo>
                <a:lnTo>
                  <a:pt x="2346667" y="1923075"/>
                </a:lnTo>
                <a:lnTo>
                  <a:pt x="2365425" y="2009007"/>
                </a:lnTo>
                <a:lnTo>
                  <a:pt x="2362816" y="2094939"/>
                </a:lnTo>
                <a:lnTo>
                  <a:pt x="2356308" y="2180871"/>
                </a:lnTo>
                <a:lnTo>
                  <a:pt x="2333040" y="2266803"/>
                </a:lnTo>
                <a:lnTo>
                  <a:pt x="2341585" y="2352735"/>
                </a:lnTo>
                <a:lnTo>
                  <a:pt x="2348768" y="2438667"/>
                </a:lnTo>
                <a:lnTo>
                  <a:pt x="2367590" y="2524599"/>
                </a:lnTo>
                <a:lnTo>
                  <a:pt x="2356817" y="2610531"/>
                </a:lnTo>
                <a:lnTo>
                  <a:pt x="2338677" y="2696464"/>
                </a:lnTo>
                <a:lnTo>
                  <a:pt x="2345132" y="2782396"/>
                </a:lnTo>
                <a:lnTo>
                  <a:pt x="2328061" y="2868328"/>
                </a:lnTo>
                <a:lnTo>
                  <a:pt x="2355199" y="2954260"/>
                </a:lnTo>
                <a:lnTo>
                  <a:pt x="2326435" y="3040192"/>
                </a:lnTo>
                <a:lnTo>
                  <a:pt x="2312054" y="3126124"/>
                </a:lnTo>
                <a:lnTo>
                  <a:pt x="2342596" y="3212056"/>
                </a:lnTo>
                <a:lnTo>
                  <a:pt x="2331510" y="3297988"/>
                </a:lnTo>
                <a:lnTo>
                  <a:pt x="2328685" y="3383920"/>
                </a:lnTo>
                <a:lnTo>
                  <a:pt x="2317365" y="3469852"/>
                </a:lnTo>
                <a:lnTo>
                  <a:pt x="2336967" y="3555784"/>
                </a:lnTo>
                <a:lnTo>
                  <a:pt x="2338173" y="3641716"/>
                </a:lnTo>
                <a:lnTo>
                  <a:pt x="2306676" y="3727648"/>
                </a:lnTo>
                <a:lnTo>
                  <a:pt x="2333075" y="3813580"/>
                </a:lnTo>
                <a:lnTo>
                  <a:pt x="2318145" y="3899512"/>
                </a:lnTo>
                <a:lnTo>
                  <a:pt x="2309410" y="3985445"/>
                </a:lnTo>
                <a:lnTo>
                  <a:pt x="2337023" y="4071377"/>
                </a:lnTo>
                <a:lnTo>
                  <a:pt x="2339336" y="4157309"/>
                </a:lnTo>
                <a:lnTo>
                  <a:pt x="2337631" y="4243241"/>
                </a:lnTo>
                <a:lnTo>
                  <a:pt x="2335897" y="4329173"/>
                </a:lnTo>
                <a:lnTo>
                  <a:pt x="2340772" y="4415105"/>
                </a:lnTo>
                <a:lnTo>
                  <a:pt x="2300391" y="4501037"/>
                </a:lnTo>
                <a:lnTo>
                  <a:pt x="2321643" y="4586969"/>
                </a:lnTo>
                <a:lnTo>
                  <a:pt x="2343346" y="4672901"/>
                </a:lnTo>
                <a:lnTo>
                  <a:pt x="2340117" y="4758833"/>
                </a:lnTo>
                <a:lnTo>
                  <a:pt x="2317105" y="4844765"/>
                </a:lnTo>
                <a:lnTo>
                  <a:pt x="2316902" y="4930697"/>
                </a:lnTo>
                <a:lnTo>
                  <a:pt x="2319422" y="5016629"/>
                </a:lnTo>
                <a:lnTo>
                  <a:pt x="2328307" y="5102561"/>
                </a:lnTo>
                <a:lnTo>
                  <a:pt x="2306419" y="5188493"/>
                </a:lnTo>
                <a:lnTo>
                  <a:pt x="2313504" y="5274425"/>
                </a:lnTo>
                <a:lnTo>
                  <a:pt x="2318055" y="5360358"/>
                </a:lnTo>
                <a:lnTo>
                  <a:pt x="2324568" y="5446290"/>
                </a:lnTo>
                <a:lnTo>
                  <a:pt x="2306732" y="5532222"/>
                </a:lnTo>
                <a:lnTo>
                  <a:pt x="2314233" y="5618154"/>
                </a:lnTo>
                <a:lnTo>
                  <a:pt x="2321878" y="5704086"/>
                </a:lnTo>
                <a:lnTo>
                  <a:pt x="2308478" y="5790018"/>
                </a:lnTo>
                <a:lnTo>
                  <a:pt x="2319737" y="5875950"/>
                </a:lnTo>
                <a:lnTo>
                  <a:pt x="2333501" y="5961882"/>
                </a:lnTo>
                <a:lnTo>
                  <a:pt x="2325835" y="6047814"/>
                </a:lnTo>
                <a:lnTo>
                  <a:pt x="2300639" y="6133746"/>
                </a:lnTo>
                <a:lnTo>
                  <a:pt x="2304638" y="6219678"/>
                </a:lnTo>
                <a:lnTo>
                  <a:pt x="2338549" y="6305610"/>
                </a:lnTo>
                <a:lnTo>
                  <a:pt x="2323369" y="6391542"/>
                </a:lnTo>
                <a:lnTo>
                  <a:pt x="2343166" y="6477474"/>
                </a:lnTo>
                <a:lnTo>
                  <a:pt x="2333909" y="6563406"/>
                </a:lnTo>
                <a:lnTo>
                  <a:pt x="2369425" y="6649339"/>
                </a:lnTo>
                <a:lnTo>
                  <a:pt x="2357599" y="6735271"/>
                </a:lnTo>
                <a:lnTo>
                  <a:pt x="2353957" y="6821203"/>
                </a:lnTo>
                <a:lnTo>
                  <a:pt x="2355315" y="6907135"/>
                </a:lnTo>
                <a:lnTo>
                  <a:pt x="2321778" y="6993067"/>
                </a:lnTo>
                <a:lnTo>
                  <a:pt x="2338689" y="7078999"/>
                </a:lnTo>
                <a:lnTo>
                  <a:pt x="2353418" y="7164931"/>
                </a:lnTo>
                <a:lnTo>
                  <a:pt x="2358217" y="7250863"/>
                </a:lnTo>
                <a:lnTo>
                  <a:pt x="2343173" y="7336795"/>
                </a:lnTo>
                <a:lnTo>
                  <a:pt x="2339080" y="7422727"/>
                </a:lnTo>
                <a:lnTo>
                  <a:pt x="2328611" y="7508659"/>
                </a:lnTo>
                <a:lnTo>
                  <a:pt x="2325760" y="7594591"/>
                </a:lnTo>
                <a:lnTo>
                  <a:pt x="2325325" y="7680523"/>
                </a:lnTo>
                <a:lnTo>
                  <a:pt x="2320212" y="7766455"/>
                </a:lnTo>
                <a:lnTo>
                  <a:pt x="2335807" y="7852387"/>
                </a:lnTo>
                <a:lnTo>
                  <a:pt x="2333940" y="7936596"/>
                </a:lnTo>
                <a:lnTo>
                  <a:pt x="2246016" y="7916631"/>
                </a:lnTo>
                <a:lnTo>
                  <a:pt x="2158093" y="7893665"/>
                </a:lnTo>
                <a:lnTo>
                  <a:pt x="2070170" y="7915568"/>
                </a:lnTo>
                <a:lnTo>
                  <a:pt x="1982247" y="7890235"/>
                </a:lnTo>
                <a:lnTo>
                  <a:pt x="1894324" y="7917458"/>
                </a:lnTo>
                <a:lnTo>
                  <a:pt x="1806401" y="7923837"/>
                </a:lnTo>
                <a:lnTo>
                  <a:pt x="1718478" y="7927500"/>
                </a:lnTo>
                <a:lnTo>
                  <a:pt x="1630555" y="7920660"/>
                </a:lnTo>
                <a:lnTo>
                  <a:pt x="1542632" y="7914769"/>
                </a:lnTo>
                <a:lnTo>
                  <a:pt x="1454709" y="7941453"/>
                </a:lnTo>
                <a:lnTo>
                  <a:pt x="1366786" y="7914464"/>
                </a:lnTo>
                <a:lnTo>
                  <a:pt x="1278863" y="7898681"/>
                </a:lnTo>
                <a:lnTo>
                  <a:pt x="1190940" y="7903741"/>
                </a:lnTo>
                <a:lnTo>
                  <a:pt x="1103016" y="7926067"/>
                </a:lnTo>
                <a:lnTo>
                  <a:pt x="1015093" y="7932636"/>
                </a:lnTo>
                <a:lnTo>
                  <a:pt x="927170" y="7937242"/>
                </a:lnTo>
                <a:lnTo>
                  <a:pt x="839247" y="7922331"/>
                </a:lnTo>
                <a:lnTo>
                  <a:pt x="751324" y="7935560"/>
                </a:lnTo>
                <a:lnTo>
                  <a:pt x="663401" y="7943822"/>
                </a:lnTo>
                <a:lnTo>
                  <a:pt x="575478" y="7963782"/>
                </a:lnTo>
                <a:lnTo>
                  <a:pt x="487555" y="7960706"/>
                </a:lnTo>
                <a:lnTo>
                  <a:pt x="399632" y="7962989"/>
                </a:lnTo>
                <a:lnTo>
                  <a:pt x="311709" y="7979347"/>
                </a:lnTo>
                <a:lnTo>
                  <a:pt x="223786" y="7985714"/>
                </a:lnTo>
                <a:lnTo>
                  <a:pt x="135863" y="7971904"/>
                </a:lnTo>
                <a:lnTo>
                  <a:pt x="43071" y="7938320"/>
                </a:lnTo>
                <a:lnTo>
                  <a:pt x="67436" y="7852387"/>
                </a:lnTo>
                <a:lnTo>
                  <a:pt x="67902" y="7766455"/>
                </a:lnTo>
                <a:lnTo>
                  <a:pt x="72656" y="7680523"/>
                </a:lnTo>
                <a:lnTo>
                  <a:pt x="49198" y="7594591"/>
                </a:lnTo>
                <a:lnTo>
                  <a:pt x="33090" y="7508659"/>
                </a:lnTo>
                <a:lnTo>
                  <a:pt x="64236" y="7422727"/>
                </a:lnTo>
                <a:lnTo>
                  <a:pt x="26350" y="7336795"/>
                </a:lnTo>
                <a:lnTo>
                  <a:pt x="26771" y="7250863"/>
                </a:lnTo>
                <a:lnTo>
                  <a:pt x="20917" y="7164931"/>
                </a:lnTo>
                <a:lnTo>
                  <a:pt x="33642" y="7078999"/>
                </a:lnTo>
                <a:lnTo>
                  <a:pt x="33858" y="6993067"/>
                </a:lnTo>
                <a:lnTo>
                  <a:pt x="52508" y="6907135"/>
                </a:lnTo>
                <a:lnTo>
                  <a:pt x="25482" y="6821203"/>
                </a:lnTo>
                <a:lnTo>
                  <a:pt x="60818" y="6735271"/>
                </a:lnTo>
                <a:lnTo>
                  <a:pt x="32867" y="6649339"/>
                </a:lnTo>
                <a:lnTo>
                  <a:pt x="47259" y="6563406"/>
                </a:lnTo>
                <a:lnTo>
                  <a:pt x="31419" y="6477474"/>
                </a:lnTo>
                <a:lnTo>
                  <a:pt x="13733" y="6391542"/>
                </a:lnTo>
                <a:lnTo>
                  <a:pt x="23104" y="6305610"/>
                </a:lnTo>
                <a:lnTo>
                  <a:pt x="56828" y="6219678"/>
                </a:lnTo>
                <a:lnTo>
                  <a:pt x="43997" y="6133746"/>
                </a:lnTo>
                <a:lnTo>
                  <a:pt x="43858" y="6047814"/>
                </a:lnTo>
                <a:lnTo>
                  <a:pt x="39971" y="5961882"/>
                </a:lnTo>
                <a:lnTo>
                  <a:pt x="39380" y="5875950"/>
                </a:lnTo>
                <a:lnTo>
                  <a:pt x="32904" y="5790018"/>
                </a:lnTo>
                <a:lnTo>
                  <a:pt x="44670" y="5704086"/>
                </a:lnTo>
                <a:lnTo>
                  <a:pt x="32612" y="5618154"/>
                </a:lnTo>
                <a:lnTo>
                  <a:pt x="60235" y="5532222"/>
                </a:lnTo>
                <a:lnTo>
                  <a:pt x="33063" y="5446290"/>
                </a:lnTo>
                <a:lnTo>
                  <a:pt x="37139" y="5360358"/>
                </a:lnTo>
                <a:lnTo>
                  <a:pt x="32223" y="5274425"/>
                </a:lnTo>
                <a:lnTo>
                  <a:pt x="38447" y="5188493"/>
                </a:lnTo>
                <a:lnTo>
                  <a:pt x="43101" y="5102561"/>
                </a:lnTo>
                <a:lnTo>
                  <a:pt x="20924" y="5016629"/>
                </a:lnTo>
                <a:lnTo>
                  <a:pt x="13649" y="4930697"/>
                </a:lnTo>
                <a:lnTo>
                  <a:pt x="11146" y="4844765"/>
                </a:lnTo>
                <a:lnTo>
                  <a:pt x="27953" y="4758833"/>
                </a:lnTo>
                <a:lnTo>
                  <a:pt x="10882" y="4672901"/>
                </a:lnTo>
                <a:lnTo>
                  <a:pt x="32996" y="4586969"/>
                </a:lnTo>
                <a:lnTo>
                  <a:pt x="3748" y="4501037"/>
                </a:lnTo>
                <a:lnTo>
                  <a:pt x="36802" y="4415105"/>
                </a:lnTo>
                <a:lnTo>
                  <a:pt x="39351" y="4329173"/>
                </a:lnTo>
                <a:lnTo>
                  <a:pt x="53447" y="4243241"/>
                </a:lnTo>
                <a:lnTo>
                  <a:pt x="30420" y="4157309"/>
                </a:lnTo>
                <a:lnTo>
                  <a:pt x="43243" y="4071377"/>
                </a:lnTo>
                <a:lnTo>
                  <a:pt x="64597" y="3985445"/>
                </a:lnTo>
                <a:lnTo>
                  <a:pt x="67163" y="3899512"/>
                </a:lnTo>
                <a:lnTo>
                  <a:pt x="65790" y="3813580"/>
                </a:lnTo>
                <a:lnTo>
                  <a:pt x="38226" y="3727648"/>
                </a:lnTo>
                <a:lnTo>
                  <a:pt x="56945" y="3641716"/>
                </a:lnTo>
                <a:lnTo>
                  <a:pt x="46810" y="3555784"/>
                </a:lnTo>
                <a:lnTo>
                  <a:pt x="40108" y="3469852"/>
                </a:lnTo>
                <a:lnTo>
                  <a:pt x="33602" y="3383920"/>
                </a:lnTo>
                <a:lnTo>
                  <a:pt x="26545" y="3297988"/>
                </a:lnTo>
                <a:lnTo>
                  <a:pt x="25971" y="3212056"/>
                </a:lnTo>
                <a:lnTo>
                  <a:pt x="27511" y="3126124"/>
                </a:lnTo>
                <a:lnTo>
                  <a:pt x="33243" y="3040192"/>
                </a:lnTo>
                <a:lnTo>
                  <a:pt x="70736" y="2954260"/>
                </a:lnTo>
                <a:lnTo>
                  <a:pt x="25494" y="2868328"/>
                </a:lnTo>
                <a:lnTo>
                  <a:pt x="59446" y="2782396"/>
                </a:lnTo>
                <a:lnTo>
                  <a:pt x="68305" y="2696464"/>
                </a:lnTo>
                <a:lnTo>
                  <a:pt x="65615" y="2610531"/>
                </a:lnTo>
                <a:lnTo>
                  <a:pt x="76652" y="2524599"/>
                </a:lnTo>
                <a:lnTo>
                  <a:pt x="53162" y="2438667"/>
                </a:lnTo>
                <a:lnTo>
                  <a:pt x="57933" y="2352735"/>
                </a:lnTo>
                <a:lnTo>
                  <a:pt x="51053" y="2266803"/>
                </a:lnTo>
                <a:lnTo>
                  <a:pt x="45481" y="2180871"/>
                </a:lnTo>
                <a:lnTo>
                  <a:pt x="53146" y="2094939"/>
                </a:lnTo>
                <a:lnTo>
                  <a:pt x="40151" y="2009007"/>
                </a:lnTo>
                <a:lnTo>
                  <a:pt x="72517" y="1923075"/>
                </a:lnTo>
                <a:lnTo>
                  <a:pt x="60895" y="1837143"/>
                </a:lnTo>
                <a:lnTo>
                  <a:pt x="63741" y="1751211"/>
                </a:lnTo>
                <a:lnTo>
                  <a:pt x="56757" y="1665279"/>
                </a:lnTo>
                <a:lnTo>
                  <a:pt x="36026" y="1579347"/>
                </a:lnTo>
                <a:lnTo>
                  <a:pt x="24507" y="1493415"/>
                </a:lnTo>
                <a:lnTo>
                  <a:pt x="59590" y="1407483"/>
                </a:lnTo>
                <a:lnTo>
                  <a:pt x="71008" y="1321550"/>
                </a:lnTo>
                <a:lnTo>
                  <a:pt x="58996" y="1235618"/>
                </a:lnTo>
                <a:lnTo>
                  <a:pt x="48942" y="1149686"/>
                </a:lnTo>
                <a:lnTo>
                  <a:pt x="36542" y="1063754"/>
                </a:lnTo>
                <a:lnTo>
                  <a:pt x="71087" y="977822"/>
                </a:lnTo>
                <a:lnTo>
                  <a:pt x="61244" y="891890"/>
                </a:lnTo>
                <a:lnTo>
                  <a:pt x="30095" y="805958"/>
                </a:lnTo>
                <a:lnTo>
                  <a:pt x="42557" y="720026"/>
                </a:lnTo>
                <a:lnTo>
                  <a:pt x="22600" y="634094"/>
                </a:lnTo>
                <a:lnTo>
                  <a:pt x="34652" y="548162"/>
                </a:lnTo>
                <a:lnTo>
                  <a:pt x="23262" y="462231"/>
                </a:lnTo>
                <a:lnTo>
                  <a:pt x="26563" y="376299"/>
                </a:lnTo>
                <a:lnTo>
                  <a:pt x="10522" y="290367"/>
                </a:lnTo>
                <a:lnTo>
                  <a:pt x="30828" y="204435"/>
                </a:lnTo>
                <a:lnTo>
                  <a:pt x="0" y="118503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14500" y="381000"/>
            <a:ext cx="8763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975"/>
              </a:lnSpc>
            </a:pPr>
            <a:r>
              <a:rPr sz="3750" b="1">
                <a:solidFill>
                  <a:srgbClr val="5C2E14"/>
                </a:solidFill>
                <a:latin typeface="Arial Black"/>
                <a:ea typeface="맑은 고딕"/>
              </a:rPr>
              <a:t>성능을 </a:t>
            </a:r>
            <a:r>
              <a:rPr sz="3375" b="1">
                <a:solidFill>
                  <a:srgbClr val="7A4A2A"/>
                </a:solidFill>
                <a:latin typeface="Arial"/>
                <a:ea typeface="맑은 고딕"/>
              </a:rPr>
              <a:t>읽</a:t>
            </a:r>
            <a:r>
              <a:rPr sz="3750" b="1">
                <a:solidFill>
                  <a:srgbClr val="5C2E14"/>
                </a:solidFill>
                <a:latin typeface="Arial Black"/>
                <a:ea typeface="맑은 고딕"/>
              </a:rPr>
              <a:t>는 네 가지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1066800"/>
            <a:ext cx="8763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>
                <a:solidFill>
                  <a:srgbClr val="7B6552"/>
                </a:solidFill>
                <a:latin typeface="Arial"/>
                <a:ea typeface="맑은 고딕"/>
              </a:rPr>
              <a:t>탐지 결과를 이해하고 평가할 때 꼭 나오는 용어들</a:t>
            </a:r>
          </a:p>
        </p:txBody>
      </p:sp>
      <p:sp>
        <p:nvSpPr>
          <p:cNvPr id="7" name="Freeform 6"/>
          <p:cNvSpPr/>
          <p:nvPr/>
        </p:nvSpPr>
        <p:spPr>
          <a:xfrm rot="21540000">
            <a:off x="2095500" y="175260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2181225" y="183832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21540000">
            <a:off x="3800574" y="1524165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 rot="21540000">
            <a:off x="2370524" y="2085687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IoU</a:t>
            </a:r>
          </a:p>
        </p:txBody>
      </p:sp>
      <p:sp>
        <p:nvSpPr>
          <p:cNvPr id="11" name="Rounded Rectangle 10"/>
          <p:cNvSpPr/>
          <p:nvPr/>
        </p:nvSpPr>
        <p:spPr>
          <a:xfrm rot="21540000">
            <a:off x="4861208" y="2073857"/>
            <a:ext cx="842962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겹침 정도</a:t>
            </a:r>
          </a:p>
        </p:txBody>
      </p:sp>
      <p:sp>
        <p:nvSpPr>
          <p:cNvPr id="12" name="TextBox 11"/>
          <p:cNvSpPr txBox="1"/>
          <p:nvPr/>
        </p:nvSpPr>
        <p:spPr>
          <a:xfrm rot="21540000">
            <a:off x="2386901" y="2495500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예측 박스와 정답 박스의 교집합 넓이를 합집합 넓이로 나눈 값입니다. 1에 가까울수록 잘 맞습니다.</a:t>
            </a:r>
          </a:p>
        </p:txBody>
      </p:sp>
      <p:sp>
        <p:nvSpPr>
          <p:cNvPr id="13" name="Freeform 12"/>
          <p:cNvSpPr/>
          <p:nvPr/>
        </p:nvSpPr>
        <p:spPr>
          <a:xfrm rot="60000">
            <a:off x="6286500" y="175260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60000">
            <a:off x="6372225" y="183832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60000">
            <a:off x="8029475" y="1524165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 rot="60000">
            <a:off x="6583135" y="2067401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NMS</a:t>
            </a:r>
          </a:p>
        </p:txBody>
      </p:sp>
      <p:sp>
        <p:nvSpPr>
          <p:cNvPr id="17" name="Rounded Rectangle 16"/>
          <p:cNvSpPr/>
          <p:nvPr/>
        </p:nvSpPr>
        <p:spPr>
          <a:xfrm rot="60000">
            <a:off x="9073486" y="2117327"/>
            <a:ext cx="842962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중복 제거</a:t>
            </a:r>
          </a:p>
        </p:txBody>
      </p:sp>
      <p:sp>
        <p:nvSpPr>
          <p:cNvPr id="18" name="TextBox 17"/>
          <p:cNvSpPr txBox="1"/>
          <p:nvPr/>
        </p:nvSpPr>
        <p:spPr>
          <a:xfrm rot="60000">
            <a:off x="6566598" y="2495500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같은 물체에 겹친 박스 중 점수가 가장 높은 것만 남기고, IoU가 기준보다 큰 나머지를 지웁니다.</a:t>
            </a:r>
          </a:p>
        </p:txBody>
      </p:sp>
      <p:sp>
        <p:nvSpPr>
          <p:cNvPr id="19" name="Freeform 18"/>
          <p:cNvSpPr/>
          <p:nvPr/>
        </p:nvSpPr>
        <p:spPr>
          <a:xfrm rot="48000">
            <a:off x="2095500" y="424815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48000">
            <a:off x="2181225" y="433387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48000">
            <a:off x="3834685" y="4019655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 rot="48000">
            <a:off x="2389945" y="4564745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Anchor</a:t>
            </a:r>
          </a:p>
        </p:txBody>
      </p:sp>
      <p:sp>
        <p:nvSpPr>
          <p:cNvPr id="23" name="Rounded Rectangle 22"/>
          <p:cNvSpPr/>
          <p:nvPr/>
        </p:nvSpPr>
        <p:spPr>
          <a:xfrm rot="48000">
            <a:off x="4880427" y="4608497"/>
            <a:ext cx="842962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기준 박스</a:t>
            </a:r>
          </a:p>
        </p:txBody>
      </p:sp>
      <p:sp>
        <p:nvSpPr>
          <p:cNvPr id="24" name="TextBox 23"/>
          <p:cNvSpPr txBox="1"/>
          <p:nvPr/>
        </p:nvSpPr>
        <p:spPr>
          <a:xfrm rot="48000">
            <a:off x="2376728" y="4991068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미리 정한 크기 · 비율의 박스에서 차이만 예측합니다. YOLOv8처럼 앵커 없이 예측하는 방식도 있습니다.</a:t>
            </a:r>
          </a:p>
        </p:txBody>
      </p:sp>
      <p:sp>
        <p:nvSpPr>
          <p:cNvPr id="25" name="Freeform 24"/>
          <p:cNvSpPr/>
          <p:nvPr/>
        </p:nvSpPr>
        <p:spPr>
          <a:xfrm rot="21528000">
            <a:off x="6286500" y="4248150"/>
            <a:ext cx="3905250" cy="2171700"/>
          </a:xfrm>
          <a:custGeom>
            <a:avLst/>
            <a:gdLst/>
            <a:ahLst/>
            <a:cxnLst/>
            <a:rect l="l" t="t" r="r" b="b"/>
            <a:pathLst>
              <a:path w="3905250" h="2171700">
                <a:moveTo>
                  <a:pt x="0" y="0"/>
                </a:moveTo>
                <a:lnTo>
                  <a:pt x="76200" y="0"/>
                </a:lnTo>
                <a:lnTo>
                  <a:pt x="82580" y="23812"/>
                </a:lnTo>
                <a:lnTo>
                  <a:pt x="100012" y="41244"/>
                </a:lnTo>
                <a:lnTo>
                  <a:pt x="123825" y="47625"/>
                </a:lnTo>
                <a:lnTo>
                  <a:pt x="147637" y="41244"/>
                </a:lnTo>
                <a:lnTo>
                  <a:pt x="165069" y="23812"/>
                </a:lnTo>
                <a:lnTo>
                  <a:pt x="171450" y="0"/>
                </a:lnTo>
                <a:lnTo>
                  <a:pt x="228600" y="0"/>
                </a:lnTo>
                <a:lnTo>
                  <a:pt x="234980" y="23812"/>
                </a:lnTo>
                <a:lnTo>
                  <a:pt x="252412" y="41244"/>
                </a:lnTo>
                <a:lnTo>
                  <a:pt x="276225" y="47625"/>
                </a:lnTo>
                <a:lnTo>
                  <a:pt x="300037" y="41244"/>
                </a:lnTo>
                <a:lnTo>
                  <a:pt x="317469" y="23812"/>
                </a:lnTo>
                <a:lnTo>
                  <a:pt x="323850" y="0"/>
                </a:lnTo>
                <a:lnTo>
                  <a:pt x="381000" y="0"/>
                </a:lnTo>
                <a:lnTo>
                  <a:pt x="387380" y="23812"/>
                </a:lnTo>
                <a:lnTo>
                  <a:pt x="404812" y="41244"/>
                </a:lnTo>
                <a:lnTo>
                  <a:pt x="428625" y="47625"/>
                </a:lnTo>
                <a:lnTo>
                  <a:pt x="452437" y="41244"/>
                </a:lnTo>
                <a:lnTo>
                  <a:pt x="469869" y="23812"/>
                </a:lnTo>
                <a:lnTo>
                  <a:pt x="476250" y="0"/>
                </a:lnTo>
                <a:lnTo>
                  <a:pt x="533400" y="0"/>
                </a:lnTo>
                <a:lnTo>
                  <a:pt x="539780" y="23812"/>
                </a:lnTo>
                <a:lnTo>
                  <a:pt x="557212" y="41244"/>
                </a:lnTo>
                <a:lnTo>
                  <a:pt x="581025" y="47625"/>
                </a:lnTo>
                <a:lnTo>
                  <a:pt x="604837" y="41244"/>
                </a:lnTo>
                <a:lnTo>
                  <a:pt x="622269" y="23812"/>
                </a:lnTo>
                <a:lnTo>
                  <a:pt x="628650" y="0"/>
                </a:lnTo>
                <a:lnTo>
                  <a:pt x="685800" y="0"/>
                </a:lnTo>
                <a:lnTo>
                  <a:pt x="692180" y="23812"/>
                </a:lnTo>
                <a:lnTo>
                  <a:pt x="709612" y="41244"/>
                </a:lnTo>
                <a:lnTo>
                  <a:pt x="733425" y="47625"/>
                </a:lnTo>
                <a:lnTo>
                  <a:pt x="757237" y="41244"/>
                </a:lnTo>
                <a:lnTo>
                  <a:pt x="774669" y="23812"/>
                </a:lnTo>
                <a:lnTo>
                  <a:pt x="781050" y="0"/>
                </a:lnTo>
                <a:lnTo>
                  <a:pt x="838200" y="0"/>
                </a:lnTo>
                <a:lnTo>
                  <a:pt x="844580" y="23812"/>
                </a:lnTo>
                <a:lnTo>
                  <a:pt x="862012" y="41244"/>
                </a:lnTo>
                <a:lnTo>
                  <a:pt x="885825" y="47625"/>
                </a:lnTo>
                <a:lnTo>
                  <a:pt x="909637" y="41244"/>
                </a:lnTo>
                <a:lnTo>
                  <a:pt x="927069" y="23812"/>
                </a:lnTo>
                <a:lnTo>
                  <a:pt x="933450" y="0"/>
                </a:lnTo>
                <a:lnTo>
                  <a:pt x="990600" y="0"/>
                </a:lnTo>
                <a:lnTo>
                  <a:pt x="996980" y="23812"/>
                </a:lnTo>
                <a:lnTo>
                  <a:pt x="1014412" y="41244"/>
                </a:lnTo>
                <a:lnTo>
                  <a:pt x="1038225" y="47625"/>
                </a:lnTo>
                <a:lnTo>
                  <a:pt x="1062037" y="41244"/>
                </a:lnTo>
                <a:lnTo>
                  <a:pt x="1079469" y="23812"/>
                </a:lnTo>
                <a:lnTo>
                  <a:pt x="1085850" y="0"/>
                </a:lnTo>
                <a:lnTo>
                  <a:pt x="1143000" y="0"/>
                </a:lnTo>
                <a:lnTo>
                  <a:pt x="1149380" y="23812"/>
                </a:lnTo>
                <a:lnTo>
                  <a:pt x="1166812" y="41244"/>
                </a:lnTo>
                <a:lnTo>
                  <a:pt x="1190625" y="47625"/>
                </a:lnTo>
                <a:lnTo>
                  <a:pt x="1214437" y="41244"/>
                </a:lnTo>
                <a:lnTo>
                  <a:pt x="1231869" y="23812"/>
                </a:lnTo>
                <a:lnTo>
                  <a:pt x="1238250" y="0"/>
                </a:lnTo>
                <a:lnTo>
                  <a:pt x="1295400" y="0"/>
                </a:lnTo>
                <a:lnTo>
                  <a:pt x="1301780" y="23812"/>
                </a:lnTo>
                <a:lnTo>
                  <a:pt x="1319212" y="41244"/>
                </a:lnTo>
                <a:lnTo>
                  <a:pt x="1343025" y="47625"/>
                </a:lnTo>
                <a:lnTo>
                  <a:pt x="1366837" y="41244"/>
                </a:lnTo>
                <a:lnTo>
                  <a:pt x="1384269" y="23812"/>
                </a:lnTo>
                <a:lnTo>
                  <a:pt x="1390650" y="0"/>
                </a:lnTo>
                <a:lnTo>
                  <a:pt x="1447800" y="0"/>
                </a:lnTo>
                <a:lnTo>
                  <a:pt x="1454180" y="23812"/>
                </a:lnTo>
                <a:lnTo>
                  <a:pt x="1471612" y="41244"/>
                </a:lnTo>
                <a:lnTo>
                  <a:pt x="1495425" y="47625"/>
                </a:lnTo>
                <a:lnTo>
                  <a:pt x="1519237" y="41244"/>
                </a:lnTo>
                <a:lnTo>
                  <a:pt x="1536669" y="23812"/>
                </a:lnTo>
                <a:lnTo>
                  <a:pt x="1543050" y="0"/>
                </a:lnTo>
                <a:lnTo>
                  <a:pt x="1600200" y="0"/>
                </a:lnTo>
                <a:lnTo>
                  <a:pt x="1606580" y="23812"/>
                </a:lnTo>
                <a:lnTo>
                  <a:pt x="1624012" y="41244"/>
                </a:lnTo>
                <a:lnTo>
                  <a:pt x="1647825" y="47625"/>
                </a:lnTo>
                <a:lnTo>
                  <a:pt x="1671637" y="41244"/>
                </a:lnTo>
                <a:lnTo>
                  <a:pt x="1689069" y="23812"/>
                </a:lnTo>
                <a:lnTo>
                  <a:pt x="1695450" y="0"/>
                </a:lnTo>
                <a:lnTo>
                  <a:pt x="1752600" y="0"/>
                </a:lnTo>
                <a:lnTo>
                  <a:pt x="1758980" y="23812"/>
                </a:lnTo>
                <a:lnTo>
                  <a:pt x="1776412" y="41244"/>
                </a:lnTo>
                <a:lnTo>
                  <a:pt x="1800225" y="47625"/>
                </a:lnTo>
                <a:lnTo>
                  <a:pt x="1824037" y="41244"/>
                </a:lnTo>
                <a:lnTo>
                  <a:pt x="1841469" y="23812"/>
                </a:lnTo>
                <a:lnTo>
                  <a:pt x="1847850" y="0"/>
                </a:lnTo>
                <a:lnTo>
                  <a:pt x="1905000" y="0"/>
                </a:lnTo>
                <a:lnTo>
                  <a:pt x="1911380" y="23812"/>
                </a:lnTo>
                <a:lnTo>
                  <a:pt x="1928812" y="41244"/>
                </a:lnTo>
                <a:lnTo>
                  <a:pt x="1952625" y="47625"/>
                </a:lnTo>
                <a:lnTo>
                  <a:pt x="1976437" y="41244"/>
                </a:lnTo>
                <a:lnTo>
                  <a:pt x="1993869" y="23812"/>
                </a:lnTo>
                <a:lnTo>
                  <a:pt x="2000250" y="0"/>
                </a:lnTo>
                <a:lnTo>
                  <a:pt x="2057400" y="0"/>
                </a:lnTo>
                <a:lnTo>
                  <a:pt x="2063780" y="23812"/>
                </a:lnTo>
                <a:lnTo>
                  <a:pt x="2081212" y="41244"/>
                </a:lnTo>
                <a:lnTo>
                  <a:pt x="2105025" y="47625"/>
                </a:lnTo>
                <a:lnTo>
                  <a:pt x="2128837" y="41244"/>
                </a:lnTo>
                <a:lnTo>
                  <a:pt x="2146269" y="23812"/>
                </a:lnTo>
                <a:lnTo>
                  <a:pt x="2152650" y="0"/>
                </a:lnTo>
                <a:lnTo>
                  <a:pt x="2209800" y="0"/>
                </a:lnTo>
                <a:lnTo>
                  <a:pt x="2216180" y="23812"/>
                </a:lnTo>
                <a:lnTo>
                  <a:pt x="2233612" y="41244"/>
                </a:lnTo>
                <a:lnTo>
                  <a:pt x="2257425" y="47625"/>
                </a:lnTo>
                <a:lnTo>
                  <a:pt x="2281237" y="41244"/>
                </a:lnTo>
                <a:lnTo>
                  <a:pt x="2298669" y="23812"/>
                </a:lnTo>
                <a:lnTo>
                  <a:pt x="2305050" y="0"/>
                </a:lnTo>
                <a:lnTo>
                  <a:pt x="2362200" y="0"/>
                </a:lnTo>
                <a:lnTo>
                  <a:pt x="2368580" y="23812"/>
                </a:lnTo>
                <a:lnTo>
                  <a:pt x="2386012" y="41244"/>
                </a:lnTo>
                <a:lnTo>
                  <a:pt x="2409825" y="47625"/>
                </a:lnTo>
                <a:lnTo>
                  <a:pt x="2433637" y="41244"/>
                </a:lnTo>
                <a:lnTo>
                  <a:pt x="2451069" y="23812"/>
                </a:lnTo>
                <a:lnTo>
                  <a:pt x="2457450" y="0"/>
                </a:lnTo>
                <a:lnTo>
                  <a:pt x="2514600" y="0"/>
                </a:lnTo>
                <a:lnTo>
                  <a:pt x="2520980" y="23812"/>
                </a:lnTo>
                <a:lnTo>
                  <a:pt x="2538412" y="41244"/>
                </a:lnTo>
                <a:lnTo>
                  <a:pt x="2562225" y="47625"/>
                </a:lnTo>
                <a:lnTo>
                  <a:pt x="2586037" y="41244"/>
                </a:lnTo>
                <a:lnTo>
                  <a:pt x="2603469" y="23812"/>
                </a:lnTo>
                <a:lnTo>
                  <a:pt x="2609850" y="0"/>
                </a:lnTo>
                <a:lnTo>
                  <a:pt x="2667000" y="0"/>
                </a:lnTo>
                <a:lnTo>
                  <a:pt x="2673380" y="23812"/>
                </a:lnTo>
                <a:lnTo>
                  <a:pt x="2690812" y="41244"/>
                </a:lnTo>
                <a:lnTo>
                  <a:pt x="2714625" y="47625"/>
                </a:lnTo>
                <a:lnTo>
                  <a:pt x="2738437" y="41244"/>
                </a:lnTo>
                <a:lnTo>
                  <a:pt x="2755869" y="23812"/>
                </a:lnTo>
                <a:lnTo>
                  <a:pt x="2762250" y="0"/>
                </a:lnTo>
                <a:lnTo>
                  <a:pt x="2819400" y="0"/>
                </a:lnTo>
                <a:lnTo>
                  <a:pt x="2825780" y="23812"/>
                </a:lnTo>
                <a:lnTo>
                  <a:pt x="2843212" y="41244"/>
                </a:lnTo>
                <a:lnTo>
                  <a:pt x="2867025" y="47625"/>
                </a:lnTo>
                <a:lnTo>
                  <a:pt x="2890837" y="41244"/>
                </a:lnTo>
                <a:lnTo>
                  <a:pt x="2908269" y="23812"/>
                </a:lnTo>
                <a:lnTo>
                  <a:pt x="2914650" y="0"/>
                </a:lnTo>
                <a:lnTo>
                  <a:pt x="2971800" y="0"/>
                </a:lnTo>
                <a:lnTo>
                  <a:pt x="2978180" y="23812"/>
                </a:lnTo>
                <a:lnTo>
                  <a:pt x="2995612" y="41244"/>
                </a:lnTo>
                <a:lnTo>
                  <a:pt x="3019425" y="47625"/>
                </a:lnTo>
                <a:lnTo>
                  <a:pt x="3043237" y="41244"/>
                </a:lnTo>
                <a:lnTo>
                  <a:pt x="3060669" y="23812"/>
                </a:lnTo>
                <a:lnTo>
                  <a:pt x="3067050" y="0"/>
                </a:lnTo>
                <a:lnTo>
                  <a:pt x="3124200" y="0"/>
                </a:lnTo>
                <a:lnTo>
                  <a:pt x="3130580" y="23812"/>
                </a:lnTo>
                <a:lnTo>
                  <a:pt x="3148012" y="41244"/>
                </a:lnTo>
                <a:lnTo>
                  <a:pt x="3171825" y="47625"/>
                </a:lnTo>
                <a:lnTo>
                  <a:pt x="3195637" y="41244"/>
                </a:lnTo>
                <a:lnTo>
                  <a:pt x="3213069" y="23812"/>
                </a:lnTo>
                <a:lnTo>
                  <a:pt x="3219450" y="0"/>
                </a:lnTo>
                <a:lnTo>
                  <a:pt x="3276600" y="0"/>
                </a:lnTo>
                <a:lnTo>
                  <a:pt x="3282980" y="23812"/>
                </a:lnTo>
                <a:lnTo>
                  <a:pt x="3300412" y="41244"/>
                </a:lnTo>
                <a:lnTo>
                  <a:pt x="3324225" y="47625"/>
                </a:lnTo>
                <a:lnTo>
                  <a:pt x="3348037" y="41244"/>
                </a:lnTo>
                <a:lnTo>
                  <a:pt x="3365469" y="23812"/>
                </a:lnTo>
                <a:lnTo>
                  <a:pt x="3371850" y="0"/>
                </a:lnTo>
                <a:lnTo>
                  <a:pt x="3429000" y="0"/>
                </a:lnTo>
                <a:lnTo>
                  <a:pt x="3435380" y="23812"/>
                </a:lnTo>
                <a:lnTo>
                  <a:pt x="3452812" y="41244"/>
                </a:lnTo>
                <a:lnTo>
                  <a:pt x="3476625" y="47625"/>
                </a:lnTo>
                <a:lnTo>
                  <a:pt x="3500437" y="41244"/>
                </a:lnTo>
                <a:lnTo>
                  <a:pt x="3517869" y="23812"/>
                </a:lnTo>
                <a:lnTo>
                  <a:pt x="3524250" y="0"/>
                </a:lnTo>
                <a:lnTo>
                  <a:pt x="3581400" y="0"/>
                </a:lnTo>
                <a:lnTo>
                  <a:pt x="3587780" y="23812"/>
                </a:lnTo>
                <a:lnTo>
                  <a:pt x="3605212" y="41244"/>
                </a:lnTo>
                <a:lnTo>
                  <a:pt x="3629025" y="47625"/>
                </a:lnTo>
                <a:lnTo>
                  <a:pt x="3652837" y="41244"/>
                </a:lnTo>
                <a:lnTo>
                  <a:pt x="3670269" y="23812"/>
                </a:lnTo>
                <a:lnTo>
                  <a:pt x="3676650" y="0"/>
                </a:lnTo>
                <a:lnTo>
                  <a:pt x="3733800" y="0"/>
                </a:lnTo>
                <a:lnTo>
                  <a:pt x="3740180" y="23812"/>
                </a:lnTo>
                <a:lnTo>
                  <a:pt x="3757612" y="41244"/>
                </a:lnTo>
                <a:lnTo>
                  <a:pt x="3781425" y="47625"/>
                </a:lnTo>
                <a:lnTo>
                  <a:pt x="3805237" y="41244"/>
                </a:lnTo>
                <a:lnTo>
                  <a:pt x="3822669" y="23812"/>
                </a:lnTo>
                <a:lnTo>
                  <a:pt x="3829050" y="0"/>
                </a:lnTo>
                <a:lnTo>
                  <a:pt x="3905250" y="0"/>
                </a:lnTo>
                <a:lnTo>
                  <a:pt x="3905250" y="47625"/>
                </a:lnTo>
                <a:lnTo>
                  <a:pt x="3881437" y="54005"/>
                </a:lnTo>
                <a:lnTo>
                  <a:pt x="3864005" y="71437"/>
                </a:lnTo>
                <a:lnTo>
                  <a:pt x="3857625" y="95250"/>
                </a:lnTo>
                <a:lnTo>
                  <a:pt x="3864005" y="119062"/>
                </a:lnTo>
                <a:lnTo>
                  <a:pt x="3881437" y="136494"/>
                </a:lnTo>
                <a:lnTo>
                  <a:pt x="3905250" y="142875"/>
                </a:lnTo>
                <a:lnTo>
                  <a:pt x="3905250" y="200025"/>
                </a:lnTo>
                <a:lnTo>
                  <a:pt x="3881437" y="206405"/>
                </a:lnTo>
                <a:lnTo>
                  <a:pt x="3864005" y="223837"/>
                </a:lnTo>
                <a:lnTo>
                  <a:pt x="3857625" y="247650"/>
                </a:lnTo>
                <a:lnTo>
                  <a:pt x="3864005" y="271462"/>
                </a:lnTo>
                <a:lnTo>
                  <a:pt x="3881437" y="288894"/>
                </a:lnTo>
                <a:lnTo>
                  <a:pt x="3905250" y="295275"/>
                </a:lnTo>
                <a:lnTo>
                  <a:pt x="3905250" y="352425"/>
                </a:lnTo>
                <a:lnTo>
                  <a:pt x="3881437" y="358805"/>
                </a:lnTo>
                <a:lnTo>
                  <a:pt x="3864005" y="376237"/>
                </a:lnTo>
                <a:lnTo>
                  <a:pt x="3857625" y="400050"/>
                </a:lnTo>
                <a:lnTo>
                  <a:pt x="3864005" y="423862"/>
                </a:lnTo>
                <a:lnTo>
                  <a:pt x="3881437" y="441294"/>
                </a:lnTo>
                <a:lnTo>
                  <a:pt x="3905250" y="447675"/>
                </a:lnTo>
                <a:lnTo>
                  <a:pt x="3905250" y="504825"/>
                </a:lnTo>
                <a:lnTo>
                  <a:pt x="3881437" y="511205"/>
                </a:lnTo>
                <a:lnTo>
                  <a:pt x="3864005" y="528637"/>
                </a:lnTo>
                <a:lnTo>
                  <a:pt x="3857625" y="552450"/>
                </a:lnTo>
                <a:lnTo>
                  <a:pt x="3864005" y="576262"/>
                </a:lnTo>
                <a:lnTo>
                  <a:pt x="3881437" y="593694"/>
                </a:lnTo>
                <a:lnTo>
                  <a:pt x="3905250" y="600075"/>
                </a:lnTo>
                <a:lnTo>
                  <a:pt x="3905250" y="657225"/>
                </a:lnTo>
                <a:lnTo>
                  <a:pt x="3881437" y="663605"/>
                </a:lnTo>
                <a:lnTo>
                  <a:pt x="3864005" y="681037"/>
                </a:lnTo>
                <a:lnTo>
                  <a:pt x="3857625" y="704850"/>
                </a:lnTo>
                <a:lnTo>
                  <a:pt x="3864005" y="728662"/>
                </a:lnTo>
                <a:lnTo>
                  <a:pt x="3881437" y="746094"/>
                </a:lnTo>
                <a:lnTo>
                  <a:pt x="3905250" y="752475"/>
                </a:lnTo>
                <a:lnTo>
                  <a:pt x="3905250" y="809625"/>
                </a:lnTo>
                <a:lnTo>
                  <a:pt x="3881437" y="816005"/>
                </a:lnTo>
                <a:lnTo>
                  <a:pt x="3864005" y="833437"/>
                </a:lnTo>
                <a:lnTo>
                  <a:pt x="3857625" y="857250"/>
                </a:lnTo>
                <a:lnTo>
                  <a:pt x="3864005" y="881062"/>
                </a:lnTo>
                <a:lnTo>
                  <a:pt x="3881437" y="898494"/>
                </a:lnTo>
                <a:lnTo>
                  <a:pt x="3905250" y="904875"/>
                </a:lnTo>
                <a:lnTo>
                  <a:pt x="3905250" y="962025"/>
                </a:lnTo>
                <a:lnTo>
                  <a:pt x="3881437" y="968405"/>
                </a:lnTo>
                <a:lnTo>
                  <a:pt x="3864005" y="985837"/>
                </a:lnTo>
                <a:lnTo>
                  <a:pt x="3857625" y="1009650"/>
                </a:lnTo>
                <a:lnTo>
                  <a:pt x="3864005" y="1033462"/>
                </a:lnTo>
                <a:lnTo>
                  <a:pt x="3881437" y="1050894"/>
                </a:lnTo>
                <a:lnTo>
                  <a:pt x="3905250" y="1057275"/>
                </a:lnTo>
                <a:lnTo>
                  <a:pt x="3905250" y="1114425"/>
                </a:lnTo>
                <a:lnTo>
                  <a:pt x="3881437" y="1120805"/>
                </a:lnTo>
                <a:lnTo>
                  <a:pt x="3864005" y="1138237"/>
                </a:lnTo>
                <a:lnTo>
                  <a:pt x="3857625" y="1162050"/>
                </a:lnTo>
                <a:lnTo>
                  <a:pt x="3864005" y="1185862"/>
                </a:lnTo>
                <a:lnTo>
                  <a:pt x="3881437" y="1203294"/>
                </a:lnTo>
                <a:lnTo>
                  <a:pt x="3905250" y="1209675"/>
                </a:lnTo>
                <a:lnTo>
                  <a:pt x="3905250" y="1266825"/>
                </a:lnTo>
                <a:lnTo>
                  <a:pt x="3881437" y="1273205"/>
                </a:lnTo>
                <a:lnTo>
                  <a:pt x="3864005" y="1290637"/>
                </a:lnTo>
                <a:lnTo>
                  <a:pt x="3857625" y="1314450"/>
                </a:lnTo>
                <a:lnTo>
                  <a:pt x="3864005" y="1338262"/>
                </a:lnTo>
                <a:lnTo>
                  <a:pt x="3881437" y="1355694"/>
                </a:lnTo>
                <a:lnTo>
                  <a:pt x="3905250" y="1362075"/>
                </a:lnTo>
                <a:lnTo>
                  <a:pt x="3905250" y="1419225"/>
                </a:lnTo>
                <a:lnTo>
                  <a:pt x="3881437" y="1425605"/>
                </a:lnTo>
                <a:lnTo>
                  <a:pt x="3864005" y="1443037"/>
                </a:lnTo>
                <a:lnTo>
                  <a:pt x="3857625" y="1466850"/>
                </a:lnTo>
                <a:lnTo>
                  <a:pt x="3864005" y="1490662"/>
                </a:lnTo>
                <a:lnTo>
                  <a:pt x="3881437" y="1508094"/>
                </a:lnTo>
                <a:lnTo>
                  <a:pt x="3905250" y="1514475"/>
                </a:lnTo>
                <a:lnTo>
                  <a:pt x="3905250" y="1571625"/>
                </a:lnTo>
                <a:lnTo>
                  <a:pt x="3881437" y="1578005"/>
                </a:lnTo>
                <a:lnTo>
                  <a:pt x="3864005" y="1595437"/>
                </a:lnTo>
                <a:lnTo>
                  <a:pt x="3857625" y="1619250"/>
                </a:lnTo>
                <a:lnTo>
                  <a:pt x="3864005" y="1643062"/>
                </a:lnTo>
                <a:lnTo>
                  <a:pt x="3881437" y="1660494"/>
                </a:lnTo>
                <a:lnTo>
                  <a:pt x="3905250" y="1666875"/>
                </a:lnTo>
                <a:lnTo>
                  <a:pt x="3905250" y="1724025"/>
                </a:lnTo>
                <a:lnTo>
                  <a:pt x="3881437" y="1730405"/>
                </a:lnTo>
                <a:lnTo>
                  <a:pt x="3864005" y="1747837"/>
                </a:lnTo>
                <a:lnTo>
                  <a:pt x="3857625" y="1771650"/>
                </a:lnTo>
                <a:lnTo>
                  <a:pt x="3864005" y="1795462"/>
                </a:lnTo>
                <a:lnTo>
                  <a:pt x="3881437" y="1812894"/>
                </a:lnTo>
                <a:lnTo>
                  <a:pt x="3905250" y="1819275"/>
                </a:lnTo>
                <a:lnTo>
                  <a:pt x="3905250" y="1876425"/>
                </a:lnTo>
                <a:lnTo>
                  <a:pt x="3881437" y="1882805"/>
                </a:lnTo>
                <a:lnTo>
                  <a:pt x="3864005" y="1900237"/>
                </a:lnTo>
                <a:lnTo>
                  <a:pt x="3857625" y="1924050"/>
                </a:lnTo>
                <a:lnTo>
                  <a:pt x="3864005" y="1947862"/>
                </a:lnTo>
                <a:lnTo>
                  <a:pt x="3881437" y="1965294"/>
                </a:lnTo>
                <a:lnTo>
                  <a:pt x="3905250" y="1971675"/>
                </a:lnTo>
                <a:lnTo>
                  <a:pt x="3905250" y="2028825"/>
                </a:lnTo>
                <a:lnTo>
                  <a:pt x="3881437" y="2035205"/>
                </a:lnTo>
                <a:lnTo>
                  <a:pt x="3864005" y="2052637"/>
                </a:lnTo>
                <a:lnTo>
                  <a:pt x="3857625" y="2076450"/>
                </a:lnTo>
                <a:lnTo>
                  <a:pt x="3864005" y="2100262"/>
                </a:lnTo>
                <a:lnTo>
                  <a:pt x="3881437" y="2117694"/>
                </a:lnTo>
                <a:lnTo>
                  <a:pt x="3905250" y="2124075"/>
                </a:lnTo>
                <a:lnTo>
                  <a:pt x="3905250" y="2171700"/>
                </a:lnTo>
                <a:lnTo>
                  <a:pt x="3829050" y="2171700"/>
                </a:lnTo>
                <a:lnTo>
                  <a:pt x="3822669" y="2147887"/>
                </a:lnTo>
                <a:lnTo>
                  <a:pt x="3805237" y="2130455"/>
                </a:lnTo>
                <a:lnTo>
                  <a:pt x="3781425" y="2124075"/>
                </a:lnTo>
                <a:lnTo>
                  <a:pt x="3757612" y="2130455"/>
                </a:lnTo>
                <a:lnTo>
                  <a:pt x="3740180" y="2147887"/>
                </a:lnTo>
                <a:lnTo>
                  <a:pt x="3733800" y="2171700"/>
                </a:lnTo>
                <a:lnTo>
                  <a:pt x="3676650" y="2171700"/>
                </a:lnTo>
                <a:lnTo>
                  <a:pt x="3670269" y="2147887"/>
                </a:lnTo>
                <a:lnTo>
                  <a:pt x="3652837" y="2130455"/>
                </a:lnTo>
                <a:lnTo>
                  <a:pt x="3629025" y="2124075"/>
                </a:lnTo>
                <a:lnTo>
                  <a:pt x="3605212" y="2130455"/>
                </a:lnTo>
                <a:lnTo>
                  <a:pt x="3587780" y="2147887"/>
                </a:lnTo>
                <a:lnTo>
                  <a:pt x="3581400" y="2171700"/>
                </a:lnTo>
                <a:lnTo>
                  <a:pt x="3524250" y="2171700"/>
                </a:lnTo>
                <a:lnTo>
                  <a:pt x="3517869" y="2147887"/>
                </a:lnTo>
                <a:lnTo>
                  <a:pt x="3500437" y="2130455"/>
                </a:lnTo>
                <a:lnTo>
                  <a:pt x="3476625" y="2124075"/>
                </a:lnTo>
                <a:lnTo>
                  <a:pt x="3452812" y="2130455"/>
                </a:lnTo>
                <a:lnTo>
                  <a:pt x="3435380" y="2147887"/>
                </a:lnTo>
                <a:lnTo>
                  <a:pt x="3429000" y="2171700"/>
                </a:lnTo>
                <a:lnTo>
                  <a:pt x="3371850" y="2171700"/>
                </a:lnTo>
                <a:lnTo>
                  <a:pt x="3365469" y="2147887"/>
                </a:lnTo>
                <a:lnTo>
                  <a:pt x="3348037" y="2130455"/>
                </a:lnTo>
                <a:lnTo>
                  <a:pt x="3324225" y="2124075"/>
                </a:lnTo>
                <a:lnTo>
                  <a:pt x="3300412" y="2130455"/>
                </a:lnTo>
                <a:lnTo>
                  <a:pt x="3282980" y="2147887"/>
                </a:lnTo>
                <a:lnTo>
                  <a:pt x="3276600" y="2171700"/>
                </a:lnTo>
                <a:lnTo>
                  <a:pt x="3219450" y="2171700"/>
                </a:lnTo>
                <a:lnTo>
                  <a:pt x="3213069" y="2147887"/>
                </a:lnTo>
                <a:lnTo>
                  <a:pt x="3195637" y="2130455"/>
                </a:lnTo>
                <a:lnTo>
                  <a:pt x="3171825" y="2124075"/>
                </a:lnTo>
                <a:lnTo>
                  <a:pt x="3148012" y="2130455"/>
                </a:lnTo>
                <a:lnTo>
                  <a:pt x="3130580" y="2147887"/>
                </a:lnTo>
                <a:lnTo>
                  <a:pt x="3124200" y="2171700"/>
                </a:lnTo>
                <a:lnTo>
                  <a:pt x="3067050" y="2171700"/>
                </a:lnTo>
                <a:lnTo>
                  <a:pt x="3060669" y="2147887"/>
                </a:lnTo>
                <a:lnTo>
                  <a:pt x="3043237" y="2130455"/>
                </a:lnTo>
                <a:lnTo>
                  <a:pt x="3019425" y="2124075"/>
                </a:lnTo>
                <a:lnTo>
                  <a:pt x="2995612" y="2130455"/>
                </a:lnTo>
                <a:lnTo>
                  <a:pt x="2978180" y="2147887"/>
                </a:lnTo>
                <a:lnTo>
                  <a:pt x="2971800" y="2171700"/>
                </a:lnTo>
                <a:lnTo>
                  <a:pt x="2914650" y="2171700"/>
                </a:lnTo>
                <a:lnTo>
                  <a:pt x="2908269" y="2147887"/>
                </a:lnTo>
                <a:lnTo>
                  <a:pt x="2890837" y="2130455"/>
                </a:lnTo>
                <a:lnTo>
                  <a:pt x="2867025" y="2124075"/>
                </a:lnTo>
                <a:lnTo>
                  <a:pt x="2843212" y="2130455"/>
                </a:lnTo>
                <a:lnTo>
                  <a:pt x="2825780" y="2147887"/>
                </a:lnTo>
                <a:lnTo>
                  <a:pt x="2819400" y="2171700"/>
                </a:lnTo>
                <a:lnTo>
                  <a:pt x="2762250" y="2171700"/>
                </a:lnTo>
                <a:lnTo>
                  <a:pt x="2755869" y="2147887"/>
                </a:lnTo>
                <a:lnTo>
                  <a:pt x="2738437" y="2130455"/>
                </a:lnTo>
                <a:lnTo>
                  <a:pt x="2714625" y="2124075"/>
                </a:lnTo>
                <a:lnTo>
                  <a:pt x="2690812" y="2130455"/>
                </a:lnTo>
                <a:lnTo>
                  <a:pt x="2673380" y="2147887"/>
                </a:lnTo>
                <a:lnTo>
                  <a:pt x="2667000" y="2171700"/>
                </a:lnTo>
                <a:lnTo>
                  <a:pt x="2609850" y="2171700"/>
                </a:lnTo>
                <a:lnTo>
                  <a:pt x="2603469" y="2147887"/>
                </a:lnTo>
                <a:lnTo>
                  <a:pt x="2586037" y="2130455"/>
                </a:lnTo>
                <a:lnTo>
                  <a:pt x="2562225" y="2124075"/>
                </a:lnTo>
                <a:lnTo>
                  <a:pt x="2538412" y="2130455"/>
                </a:lnTo>
                <a:lnTo>
                  <a:pt x="2520980" y="2147887"/>
                </a:lnTo>
                <a:lnTo>
                  <a:pt x="2514600" y="2171700"/>
                </a:lnTo>
                <a:lnTo>
                  <a:pt x="2457450" y="2171700"/>
                </a:lnTo>
                <a:lnTo>
                  <a:pt x="2451069" y="2147887"/>
                </a:lnTo>
                <a:lnTo>
                  <a:pt x="2433637" y="2130455"/>
                </a:lnTo>
                <a:lnTo>
                  <a:pt x="2409825" y="2124075"/>
                </a:lnTo>
                <a:lnTo>
                  <a:pt x="2386012" y="2130455"/>
                </a:lnTo>
                <a:lnTo>
                  <a:pt x="2368580" y="2147887"/>
                </a:lnTo>
                <a:lnTo>
                  <a:pt x="2362200" y="2171700"/>
                </a:lnTo>
                <a:lnTo>
                  <a:pt x="2305050" y="2171700"/>
                </a:lnTo>
                <a:lnTo>
                  <a:pt x="2298669" y="2147887"/>
                </a:lnTo>
                <a:lnTo>
                  <a:pt x="2281237" y="2130455"/>
                </a:lnTo>
                <a:lnTo>
                  <a:pt x="2257425" y="2124075"/>
                </a:lnTo>
                <a:lnTo>
                  <a:pt x="2233612" y="2130455"/>
                </a:lnTo>
                <a:lnTo>
                  <a:pt x="2216180" y="2147887"/>
                </a:lnTo>
                <a:lnTo>
                  <a:pt x="2209800" y="2171700"/>
                </a:lnTo>
                <a:lnTo>
                  <a:pt x="2152650" y="2171700"/>
                </a:lnTo>
                <a:lnTo>
                  <a:pt x="2146269" y="2147887"/>
                </a:lnTo>
                <a:lnTo>
                  <a:pt x="2128837" y="2130455"/>
                </a:lnTo>
                <a:lnTo>
                  <a:pt x="2105025" y="2124075"/>
                </a:lnTo>
                <a:lnTo>
                  <a:pt x="2081212" y="2130455"/>
                </a:lnTo>
                <a:lnTo>
                  <a:pt x="2063780" y="2147887"/>
                </a:lnTo>
                <a:lnTo>
                  <a:pt x="2057400" y="2171700"/>
                </a:lnTo>
                <a:lnTo>
                  <a:pt x="2000250" y="2171700"/>
                </a:lnTo>
                <a:lnTo>
                  <a:pt x="1993869" y="2147887"/>
                </a:lnTo>
                <a:lnTo>
                  <a:pt x="1976437" y="2130455"/>
                </a:lnTo>
                <a:lnTo>
                  <a:pt x="1952625" y="2124075"/>
                </a:lnTo>
                <a:lnTo>
                  <a:pt x="1928812" y="2130455"/>
                </a:lnTo>
                <a:lnTo>
                  <a:pt x="1911380" y="2147887"/>
                </a:lnTo>
                <a:lnTo>
                  <a:pt x="1905000" y="2171700"/>
                </a:lnTo>
                <a:lnTo>
                  <a:pt x="1847850" y="2171700"/>
                </a:lnTo>
                <a:lnTo>
                  <a:pt x="1841469" y="2147887"/>
                </a:lnTo>
                <a:lnTo>
                  <a:pt x="1824037" y="2130455"/>
                </a:lnTo>
                <a:lnTo>
                  <a:pt x="1800225" y="2124075"/>
                </a:lnTo>
                <a:lnTo>
                  <a:pt x="1776412" y="2130455"/>
                </a:lnTo>
                <a:lnTo>
                  <a:pt x="1758980" y="2147887"/>
                </a:lnTo>
                <a:lnTo>
                  <a:pt x="1752600" y="2171700"/>
                </a:lnTo>
                <a:lnTo>
                  <a:pt x="1695450" y="2171700"/>
                </a:lnTo>
                <a:lnTo>
                  <a:pt x="1689069" y="2147887"/>
                </a:lnTo>
                <a:lnTo>
                  <a:pt x="1671637" y="2130455"/>
                </a:lnTo>
                <a:lnTo>
                  <a:pt x="1647825" y="2124075"/>
                </a:lnTo>
                <a:lnTo>
                  <a:pt x="1624012" y="2130455"/>
                </a:lnTo>
                <a:lnTo>
                  <a:pt x="1606580" y="2147887"/>
                </a:lnTo>
                <a:lnTo>
                  <a:pt x="1600200" y="2171700"/>
                </a:lnTo>
                <a:lnTo>
                  <a:pt x="1543050" y="2171700"/>
                </a:lnTo>
                <a:lnTo>
                  <a:pt x="1536669" y="2147887"/>
                </a:lnTo>
                <a:lnTo>
                  <a:pt x="1519237" y="2130455"/>
                </a:lnTo>
                <a:lnTo>
                  <a:pt x="1495425" y="2124075"/>
                </a:lnTo>
                <a:lnTo>
                  <a:pt x="1471612" y="2130455"/>
                </a:lnTo>
                <a:lnTo>
                  <a:pt x="1454180" y="2147887"/>
                </a:lnTo>
                <a:lnTo>
                  <a:pt x="1447800" y="2171700"/>
                </a:lnTo>
                <a:lnTo>
                  <a:pt x="1390650" y="2171700"/>
                </a:lnTo>
                <a:lnTo>
                  <a:pt x="1384269" y="2147887"/>
                </a:lnTo>
                <a:lnTo>
                  <a:pt x="1366837" y="2130455"/>
                </a:lnTo>
                <a:lnTo>
                  <a:pt x="1343025" y="2124075"/>
                </a:lnTo>
                <a:lnTo>
                  <a:pt x="1319212" y="2130455"/>
                </a:lnTo>
                <a:lnTo>
                  <a:pt x="1301780" y="2147887"/>
                </a:lnTo>
                <a:lnTo>
                  <a:pt x="1295400" y="2171700"/>
                </a:lnTo>
                <a:lnTo>
                  <a:pt x="1238250" y="2171700"/>
                </a:lnTo>
                <a:lnTo>
                  <a:pt x="1231869" y="2147887"/>
                </a:lnTo>
                <a:lnTo>
                  <a:pt x="1214437" y="2130455"/>
                </a:lnTo>
                <a:lnTo>
                  <a:pt x="1190625" y="2124075"/>
                </a:lnTo>
                <a:lnTo>
                  <a:pt x="1166812" y="2130455"/>
                </a:lnTo>
                <a:lnTo>
                  <a:pt x="1149380" y="2147887"/>
                </a:lnTo>
                <a:lnTo>
                  <a:pt x="1143000" y="2171700"/>
                </a:lnTo>
                <a:lnTo>
                  <a:pt x="1085850" y="2171700"/>
                </a:lnTo>
                <a:lnTo>
                  <a:pt x="1079469" y="2147887"/>
                </a:lnTo>
                <a:lnTo>
                  <a:pt x="1062037" y="2130455"/>
                </a:lnTo>
                <a:lnTo>
                  <a:pt x="1038225" y="2124075"/>
                </a:lnTo>
                <a:lnTo>
                  <a:pt x="1014412" y="2130455"/>
                </a:lnTo>
                <a:lnTo>
                  <a:pt x="996980" y="2147887"/>
                </a:lnTo>
                <a:lnTo>
                  <a:pt x="990600" y="2171700"/>
                </a:lnTo>
                <a:lnTo>
                  <a:pt x="933450" y="2171700"/>
                </a:lnTo>
                <a:lnTo>
                  <a:pt x="927069" y="2147887"/>
                </a:lnTo>
                <a:lnTo>
                  <a:pt x="909637" y="2130455"/>
                </a:lnTo>
                <a:lnTo>
                  <a:pt x="885825" y="2124075"/>
                </a:lnTo>
                <a:lnTo>
                  <a:pt x="862012" y="2130455"/>
                </a:lnTo>
                <a:lnTo>
                  <a:pt x="844580" y="2147887"/>
                </a:lnTo>
                <a:lnTo>
                  <a:pt x="838200" y="2171700"/>
                </a:lnTo>
                <a:lnTo>
                  <a:pt x="781050" y="2171700"/>
                </a:lnTo>
                <a:lnTo>
                  <a:pt x="774669" y="2147887"/>
                </a:lnTo>
                <a:lnTo>
                  <a:pt x="757237" y="2130455"/>
                </a:lnTo>
                <a:lnTo>
                  <a:pt x="733425" y="2124075"/>
                </a:lnTo>
                <a:lnTo>
                  <a:pt x="709612" y="2130455"/>
                </a:lnTo>
                <a:lnTo>
                  <a:pt x="692180" y="2147887"/>
                </a:lnTo>
                <a:lnTo>
                  <a:pt x="685800" y="2171700"/>
                </a:lnTo>
                <a:lnTo>
                  <a:pt x="628650" y="2171700"/>
                </a:lnTo>
                <a:lnTo>
                  <a:pt x="622269" y="2147887"/>
                </a:lnTo>
                <a:lnTo>
                  <a:pt x="604837" y="2130455"/>
                </a:lnTo>
                <a:lnTo>
                  <a:pt x="581025" y="2124075"/>
                </a:lnTo>
                <a:lnTo>
                  <a:pt x="557212" y="2130455"/>
                </a:lnTo>
                <a:lnTo>
                  <a:pt x="539780" y="2147887"/>
                </a:lnTo>
                <a:lnTo>
                  <a:pt x="533400" y="2171700"/>
                </a:lnTo>
                <a:lnTo>
                  <a:pt x="476250" y="2171700"/>
                </a:lnTo>
                <a:lnTo>
                  <a:pt x="469869" y="2147887"/>
                </a:lnTo>
                <a:lnTo>
                  <a:pt x="452437" y="2130455"/>
                </a:lnTo>
                <a:lnTo>
                  <a:pt x="428625" y="2124075"/>
                </a:lnTo>
                <a:lnTo>
                  <a:pt x="404812" y="2130455"/>
                </a:lnTo>
                <a:lnTo>
                  <a:pt x="387380" y="2147887"/>
                </a:lnTo>
                <a:lnTo>
                  <a:pt x="381000" y="2171700"/>
                </a:lnTo>
                <a:lnTo>
                  <a:pt x="323850" y="2171700"/>
                </a:lnTo>
                <a:lnTo>
                  <a:pt x="317469" y="2147887"/>
                </a:lnTo>
                <a:lnTo>
                  <a:pt x="300037" y="2130455"/>
                </a:lnTo>
                <a:lnTo>
                  <a:pt x="276225" y="2124075"/>
                </a:lnTo>
                <a:lnTo>
                  <a:pt x="252412" y="2130455"/>
                </a:lnTo>
                <a:lnTo>
                  <a:pt x="234980" y="2147887"/>
                </a:lnTo>
                <a:lnTo>
                  <a:pt x="228600" y="2171700"/>
                </a:lnTo>
                <a:lnTo>
                  <a:pt x="171450" y="2171700"/>
                </a:lnTo>
                <a:lnTo>
                  <a:pt x="165069" y="2147887"/>
                </a:lnTo>
                <a:lnTo>
                  <a:pt x="147637" y="2130455"/>
                </a:lnTo>
                <a:lnTo>
                  <a:pt x="123825" y="2124075"/>
                </a:lnTo>
                <a:lnTo>
                  <a:pt x="100012" y="2130455"/>
                </a:lnTo>
                <a:lnTo>
                  <a:pt x="82580" y="2147887"/>
                </a:lnTo>
                <a:lnTo>
                  <a:pt x="76200" y="2171700"/>
                </a:lnTo>
                <a:lnTo>
                  <a:pt x="0" y="2171700"/>
                </a:lnTo>
                <a:lnTo>
                  <a:pt x="0" y="2124075"/>
                </a:lnTo>
                <a:lnTo>
                  <a:pt x="23812" y="2117694"/>
                </a:lnTo>
                <a:lnTo>
                  <a:pt x="41244" y="2100262"/>
                </a:lnTo>
                <a:lnTo>
                  <a:pt x="47625" y="2076450"/>
                </a:lnTo>
                <a:lnTo>
                  <a:pt x="41244" y="2052637"/>
                </a:lnTo>
                <a:lnTo>
                  <a:pt x="23812" y="2035205"/>
                </a:lnTo>
                <a:lnTo>
                  <a:pt x="0" y="2028825"/>
                </a:lnTo>
                <a:lnTo>
                  <a:pt x="0" y="1971675"/>
                </a:lnTo>
                <a:lnTo>
                  <a:pt x="23812" y="1965294"/>
                </a:lnTo>
                <a:lnTo>
                  <a:pt x="41244" y="1947862"/>
                </a:lnTo>
                <a:lnTo>
                  <a:pt x="47625" y="1924050"/>
                </a:lnTo>
                <a:lnTo>
                  <a:pt x="41244" y="1900237"/>
                </a:lnTo>
                <a:lnTo>
                  <a:pt x="23812" y="1882805"/>
                </a:lnTo>
                <a:lnTo>
                  <a:pt x="0" y="1876425"/>
                </a:lnTo>
                <a:lnTo>
                  <a:pt x="0" y="1819275"/>
                </a:lnTo>
                <a:lnTo>
                  <a:pt x="23812" y="1812894"/>
                </a:lnTo>
                <a:lnTo>
                  <a:pt x="41244" y="1795462"/>
                </a:lnTo>
                <a:lnTo>
                  <a:pt x="47625" y="1771650"/>
                </a:lnTo>
                <a:lnTo>
                  <a:pt x="41244" y="1747837"/>
                </a:lnTo>
                <a:lnTo>
                  <a:pt x="23812" y="1730405"/>
                </a:lnTo>
                <a:lnTo>
                  <a:pt x="0" y="1724025"/>
                </a:lnTo>
                <a:lnTo>
                  <a:pt x="0" y="1666875"/>
                </a:lnTo>
                <a:lnTo>
                  <a:pt x="23812" y="1660494"/>
                </a:lnTo>
                <a:lnTo>
                  <a:pt x="41244" y="1643062"/>
                </a:lnTo>
                <a:lnTo>
                  <a:pt x="47625" y="1619250"/>
                </a:lnTo>
                <a:lnTo>
                  <a:pt x="41244" y="1595437"/>
                </a:lnTo>
                <a:lnTo>
                  <a:pt x="23812" y="1578005"/>
                </a:lnTo>
                <a:lnTo>
                  <a:pt x="0" y="1571625"/>
                </a:lnTo>
                <a:lnTo>
                  <a:pt x="0" y="1514475"/>
                </a:lnTo>
                <a:lnTo>
                  <a:pt x="23812" y="1508094"/>
                </a:lnTo>
                <a:lnTo>
                  <a:pt x="41244" y="1490662"/>
                </a:lnTo>
                <a:lnTo>
                  <a:pt x="47625" y="1466850"/>
                </a:lnTo>
                <a:lnTo>
                  <a:pt x="41244" y="1443037"/>
                </a:lnTo>
                <a:lnTo>
                  <a:pt x="23812" y="1425605"/>
                </a:lnTo>
                <a:lnTo>
                  <a:pt x="0" y="1419225"/>
                </a:lnTo>
                <a:lnTo>
                  <a:pt x="0" y="1362075"/>
                </a:lnTo>
                <a:lnTo>
                  <a:pt x="23812" y="1355694"/>
                </a:lnTo>
                <a:lnTo>
                  <a:pt x="41244" y="1338262"/>
                </a:lnTo>
                <a:lnTo>
                  <a:pt x="47625" y="1314450"/>
                </a:lnTo>
                <a:lnTo>
                  <a:pt x="41244" y="1290637"/>
                </a:lnTo>
                <a:lnTo>
                  <a:pt x="23812" y="1273205"/>
                </a:lnTo>
                <a:lnTo>
                  <a:pt x="0" y="1266825"/>
                </a:lnTo>
                <a:lnTo>
                  <a:pt x="0" y="1209675"/>
                </a:lnTo>
                <a:lnTo>
                  <a:pt x="23812" y="1203294"/>
                </a:lnTo>
                <a:lnTo>
                  <a:pt x="41244" y="1185862"/>
                </a:lnTo>
                <a:lnTo>
                  <a:pt x="47625" y="1162050"/>
                </a:lnTo>
                <a:lnTo>
                  <a:pt x="41244" y="1138237"/>
                </a:lnTo>
                <a:lnTo>
                  <a:pt x="23812" y="1120805"/>
                </a:lnTo>
                <a:lnTo>
                  <a:pt x="0" y="1114425"/>
                </a:lnTo>
                <a:lnTo>
                  <a:pt x="0" y="1057275"/>
                </a:lnTo>
                <a:lnTo>
                  <a:pt x="23812" y="1050894"/>
                </a:lnTo>
                <a:lnTo>
                  <a:pt x="41244" y="1033462"/>
                </a:lnTo>
                <a:lnTo>
                  <a:pt x="47625" y="1009650"/>
                </a:lnTo>
                <a:lnTo>
                  <a:pt x="41244" y="985837"/>
                </a:lnTo>
                <a:lnTo>
                  <a:pt x="23812" y="968405"/>
                </a:lnTo>
                <a:lnTo>
                  <a:pt x="0" y="962025"/>
                </a:lnTo>
                <a:lnTo>
                  <a:pt x="0" y="904875"/>
                </a:lnTo>
                <a:lnTo>
                  <a:pt x="23812" y="898494"/>
                </a:lnTo>
                <a:lnTo>
                  <a:pt x="41244" y="881062"/>
                </a:lnTo>
                <a:lnTo>
                  <a:pt x="47625" y="857250"/>
                </a:lnTo>
                <a:lnTo>
                  <a:pt x="41244" y="833437"/>
                </a:lnTo>
                <a:lnTo>
                  <a:pt x="23812" y="816005"/>
                </a:lnTo>
                <a:lnTo>
                  <a:pt x="0" y="809625"/>
                </a:lnTo>
                <a:lnTo>
                  <a:pt x="0" y="752475"/>
                </a:lnTo>
                <a:lnTo>
                  <a:pt x="23812" y="746094"/>
                </a:lnTo>
                <a:lnTo>
                  <a:pt x="41244" y="728662"/>
                </a:lnTo>
                <a:lnTo>
                  <a:pt x="47625" y="704850"/>
                </a:lnTo>
                <a:lnTo>
                  <a:pt x="41244" y="681037"/>
                </a:lnTo>
                <a:lnTo>
                  <a:pt x="23812" y="663605"/>
                </a:lnTo>
                <a:lnTo>
                  <a:pt x="0" y="657225"/>
                </a:lnTo>
                <a:lnTo>
                  <a:pt x="0" y="600075"/>
                </a:lnTo>
                <a:lnTo>
                  <a:pt x="23812" y="593694"/>
                </a:lnTo>
                <a:lnTo>
                  <a:pt x="41244" y="576262"/>
                </a:lnTo>
                <a:lnTo>
                  <a:pt x="47625" y="552450"/>
                </a:lnTo>
                <a:lnTo>
                  <a:pt x="41244" y="528637"/>
                </a:lnTo>
                <a:lnTo>
                  <a:pt x="23812" y="511205"/>
                </a:lnTo>
                <a:lnTo>
                  <a:pt x="0" y="504825"/>
                </a:lnTo>
                <a:lnTo>
                  <a:pt x="0" y="447675"/>
                </a:lnTo>
                <a:lnTo>
                  <a:pt x="23812" y="441294"/>
                </a:lnTo>
                <a:lnTo>
                  <a:pt x="41244" y="423862"/>
                </a:lnTo>
                <a:lnTo>
                  <a:pt x="47625" y="400050"/>
                </a:lnTo>
                <a:lnTo>
                  <a:pt x="41244" y="376237"/>
                </a:lnTo>
                <a:lnTo>
                  <a:pt x="23812" y="358805"/>
                </a:lnTo>
                <a:lnTo>
                  <a:pt x="0" y="352425"/>
                </a:lnTo>
                <a:lnTo>
                  <a:pt x="0" y="295275"/>
                </a:lnTo>
                <a:lnTo>
                  <a:pt x="23812" y="288894"/>
                </a:lnTo>
                <a:lnTo>
                  <a:pt x="41244" y="271462"/>
                </a:lnTo>
                <a:lnTo>
                  <a:pt x="47625" y="247650"/>
                </a:lnTo>
                <a:lnTo>
                  <a:pt x="41244" y="223837"/>
                </a:lnTo>
                <a:lnTo>
                  <a:pt x="23812" y="206405"/>
                </a:lnTo>
                <a:lnTo>
                  <a:pt x="0" y="200025"/>
                </a:lnTo>
                <a:lnTo>
                  <a:pt x="0" y="142875"/>
                </a:lnTo>
                <a:lnTo>
                  <a:pt x="23812" y="136494"/>
                </a:lnTo>
                <a:lnTo>
                  <a:pt x="41244" y="119062"/>
                </a:lnTo>
                <a:lnTo>
                  <a:pt x="47625" y="95250"/>
                </a:lnTo>
                <a:lnTo>
                  <a:pt x="41244" y="71437"/>
                </a:lnTo>
                <a:lnTo>
                  <a:pt x="23812" y="54005"/>
                </a:lnTo>
                <a:lnTo>
                  <a:pt x="0" y="4762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528000">
            <a:off x="6372225" y="4333875"/>
            <a:ext cx="3733800" cy="2000250"/>
          </a:xfrm>
          <a:prstGeom prst="rect">
            <a:avLst/>
          </a:prstGeom>
          <a:noFill/>
          <a:ln w="14287">
            <a:solidFill>
              <a:srgbClr val="8F6B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21528000">
            <a:off x="7987784" y="4019788"/>
            <a:ext cx="457200" cy="457200"/>
          </a:xfrm>
          <a:prstGeom prst="ellipse">
            <a:avLst/>
          </a:prstGeom>
          <a:solidFill>
            <a:srgbClr val="F3EBDD"/>
          </a:solidFill>
          <a:ln w="28575">
            <a:solidFill>
              <a:srgbClr val="5C2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510"/>
              </a:lnSpc>
            </a:pPr>
            <a:r>
              <a:rPr sz="1425" b="1">
                <a:solidFill>
                  <a:srgbClr val="5C2E14"/>
                </a:solidFill>
                <a:latin typeface="Arial Black"/>
                <a:ea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 rot="21528000">
            <a:off x="6559398" y="4583106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6"/>
              </a:lnSpc>
            </a:pPr>
            <a:r>
              <a:rPr sz="1575" b="1">
                <a:solidFill>
                  <a:srgbClr val="F3EBDD"/>
                </a:solidFill>
                <a:latin typeface="Arial"/>
                <a:ea typeface="맑은 고딕"/>
              </a:rPr>
              <a:t>mAP</a:t>
            </a:r>
          </a:p>
        </p:txBody>
      </p:sp>
      <p:sp>
        <p:nvSpPr>
          <p:cNvPr id="29" name="Rounded Rectangle 28"/>
          <p:cNvSpPr/>
          <p:nvPr/>
        </p:nvSpPr>
        <p:spPr>
          <a:xfrm rot="21528000">
            <a:off x="9049997" y="4565102"/>
            <a:ext cx="842962" cy="266700"/>
          </a:xfrm>
          <a:prstGeom prst="roundRect">
            <a:avLst>
              <a:gd name="adj" fmla="val 50000"/>
            </a:avLst>
          </a:prstGeom>
          <a:solidFill>
            <a:srgbClr val="EF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60"/>
              </a:lnSpc>
            </a:pPr>
            <a:r>
              <a:rPr sz="1050" b="1">
                <a:solidFill>
                  <a:srgbClr val="5C2E14"/>
                </a:solidFill>
                <a:latin typeface="Arial"/>
                <a:ea typeface="맑은 고딕"/>
              </a:rPr>
              <a:t>평가 지표</a:t>
            </a:r>
          </a:p>
        </p:txBody>
      </p:sp>
      <p:sp>
        <p:nvSpPr>
          <p:cNvPr id="30" name="TextBox 29"/>
          <p:cNvSpPr txBox="1"/>
          <p:nvPr/>
        </p:nvSpPr>
        <p:spPr>
          <a:xfrm rot="21528000">
            <a:off x="6579032" y="4991028"/>
            <a:ext cx="333375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F3EBDD"/>
                </a:solidFill>
                <a:latin typeface="Arial"/>
                <a:ea typeface="맑은 고딕"/>
              </a:rPr>
              <a:t>클래스별 정밀도-재현율 곡선 아래 넓이(AP)의 평균입니다. COCO는 IoU 0.5~0.95 기준을 평균합니다.</a:t>
            </a:r>
          </a:p>
        </p:txBody>
      </p:sp>
      <p:pic>
        <p:nvPicPr>
          <p:cNvPr id="31" name="Picture 30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60000">
            <a:off x="0" y="2381250"/>
            <a:ext cx="1905000" cy="4191000"/>
          </a:xfrm>
          <a:prstGeom prst="rect">
            <a:avLst/>
          </a:prstGeom>
        </p:spPr>
      </p:pic>
      <p:pic>
        <p:nvPicPr>
          <p:cNvPr id="32" name="Picture 31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20000">
            <a:off x="10382250" y="2667000"/>
            <a:ext cx="19050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1480000">
            <a:off x="-424184" y="5763185"/>
            <a:ext cx="13020693" cy="2000339"/>
          </a:xfrm>
          <a:custGeom>
            <a:avLst/>
            <a:gdLst/>
            <a:ahLst/>
            <a:cxnLst/>
            <a:rect l="l" t="t" r="r" b="b"/>
            <a:pathLst>
              <a:path w="13020693" h="2000339">
                <a:moveTo>
                  <a:pt x="43184" y="62874"/>
                </a:moveTo>
                <a:lnTo>
                  <a:pt x="128973" y="68292"/>
                </a:lnTo>
                <a:lnTo>
                  <a:pt x="214761" y="59229"/>
                </a:lnTo>
                <a:lnTo>
                  <a:pt x="300549" y="22199"/>
                </a:lnTo>
                <a:lnTo>
                  <a:pt x="386337" y="60242"/>
                </a:lnTo>
                <a:lnTo>
                  <a:pt x="472124" y="33167"/>
                </a:lnTo>
                <a:lnTo>
                  <a:pt x="557912" y="21951"/>
                </a:lnTo>
                <a:lnTo>
                  <a:pt x="643700" y="12975"/>
                </a:lnTo>
                <a:lnTo>
                  <a:pt x="729488" y="5291"/>
                </a:lnTo>
                <a:lnTo>
                  <a:pt x="815276" y="22427"/>
                </a:lnTo>
                <a:lnTo>
                  <a:pt x="901064" y="17734"/>
                </a:lnTo>
                <a:lnTo>
                  <a:pt x="986852" y="31219"/>
                </a:lnTo>
                <a:lnTo>
                  <a:pt x="1072640" y="22914"/>
                </a:lnTo>
                <a:lnTo>
                  <a:pt x="1158429" y="17683"/>
                </a:lnTo>
                <a:lnTo>
                  <a:pt x="1244217" y="33198"/>
                </a:lnTo>
                <a:lnTo>
                  <a:pt x="1330005" y="46054"/>
                </a:lnTo>
                <a:lnTo>
                  <a:pt x="1415793" y="27019"/>
                </a:lnTo>
                <a:lnTo>
                  <a:pt x="1501581" y="52152"/>
                </a:lnTo>
                <a:lnTo>
                  <a:pt x="1587369" y="53511"/>
                </a:lnTo>
                <a:lnTo>
                  <a:pt x="1673157" y="66539"/>
                </a:lnTo>
                <a:lnTo>
                  <a:pt x="1758945" y="50441"/>
                </a:lnTo>
                <a:lnTo>
                  <a:pt x="1844733" y="75122"/>
                </a:lnTo>
                <a:lnTo>
                  <a:pt x="1930521" y="85114"/>
                </a:lnTo>
                <a:lnTo>
                  <a:pt x="2016309" y="60537"/>
                </a:lnTo>
                <a:lnTo>
                  <a:pt x="2102097" y="62054"/>
                </a:lnTo>
                <a:lnTo>
                  <a:pt x="2187885" y="38860"/>
                </a:lnTo>
                <a:lnTo>
                  <a:pt x="2273674" y="42743"/>
                </a:lnTo>
                <a:lnTo>
                  <a:pt x="2359462" y="41987"/>
                </a:lnTo>
                <a:lnTo>
                  <a:pt x="2445250" y="50561"/>
                </a:lnTo>
                <a:lnTo>
                  <a:pt x="2531038" y="51240"/>
                </a:lnTo>
                <a:lnTo>
                  <a:pt x="2616826" y="36865"/>
                </a:lnTo>
                <a:lnTo>
                  <a:pt x="2702614" y="27904"/>
                </a:lnTo>
                <a:lnTo>
                  <a:pt x="2788402" y="47567"/>
                </a:lnTo>
                <a:lnTo>
                  <a:pt x="2874190" y="37124"/>
                </a:lnTo>
                <a:lnTo>
                  <a:pt x="2959978" y="57231"/>
                </a:lnTo>
                <a:lnTo>
                  <a:pt x="3045766" y="45119"/>
                </a:lnTo>
                <a:lnTo>
                  <a:pt x="3131554" y="39959"/>
                </a:lnTo>
                <a:lnTo>
                  <a:pt x="3217342" y="10141"/>
                </a:lnTo>
                <a:lnTo>
                  <a:pt x="3303131" y="28098"/>
                </a:lnTo>
                <a:lnTo>
                  <a:pt x="3388919" y="17522"/>
                </a:lnTo>
                <a:lnTo>
                  <a:pt x="3474707" y="32605"/>
                </a:lnTo>
                <a:lnTo>
                  <a:pt x="3560495" y="12454"/>
                </a:lnTo>
                <a:lnTo>
                  <a:pt x="3646283" y="27284"/>
                </a:lnTo>
                <a:lnTo>
                  <a:pt x="3732071" y="36606"/>
                </a:lnTo>
                <a:lnTo>
                  <a:pt x="3817859" y="4476"/>
                </a:lnTo>
                <a:lnTo>
                  <a:pt x="3903647" y="26687"/>
                </a:lnTo>
                <a:lnTo>
                  <a:pt x="3989435" y="36099"/>
                </a:lnTo>
                <a:lnTo>
                  <a:pt x="4075223" y="232"/>
                </a:lnTo>
                <a:lnTo>
                  <a:pt x="4161011" y="11321"/>
                </a:lnTo>
                <a:lnTo>
                  <a:pt x="4246799" y="17783"/>
                </a:lnTo>
                <a:lnTo>
                  <a:pt x="4332587" y="11492"/>
                </a:lnTo>
                <a:lnTo>
                  <a:pt x="4418376" y="14268"/>
                </a:lnTo>
                <a:lnTo>
                  <a:pt x="4504164" y="41204"/>
                </a:lnTo>
                <a:lnTo>
                  <a:pt x="4589952" y="21507"/>
                </a:lnTo>
                <a:lnTo>
                  <a:pt x="4675740" y="51855"/>
                </a:lnTo>
                <a:lnTo>
                  <a:pt x="4761528" y="57932"/>
                </a:lnTo>
                <a:lnTo>
                  <a:pt x="4847316" y="46008"/>
                </a:lnTo>
                <a:lnTo>
                  <a:pt x="4933104" y="48461"/>
                </a:lnTo>
                <a:lnTo>
                  <a:pt x="5018892" y="57302"/>
                </a:lnTo>
                <a:lnTo>
                  <a:pt x="5104680" y="41386"/>
                </a:lnTo>
                <a:lnTo>
                  <a:pt x="5190468" y="58435"/>
                </a:lnTo>
                <a:lnTo>
                  <a:pt x="5276256" y="81290"/>
                </a:lnTo>
                <a:lnTo>
                  <a:pt x="5362044" y="51095"/>
                </a:lnTo>
                <a:lnTo>
                  <a:pt x="5447833" y="48773"/>
                </a:lnTo>
                <a:lnTo>
                  <a:pt x="5533621" y="62352"/>
                </a:lnTo>
                <a:lnTo>
                  <a:pt x="5619409" y="71727"/>
                </a:lnTo>
                <a:lnTo>
                  <a:pt x="5705197" y="83588"/>
                </a:lnTo>
                <a:lnTo>
                  <a:pt x="5790985" y="71085"/>
                </a:lnTo>
                <a:lnTo>
                  <a:pt x="5876773" y="54633"/>
                </a:lnTo>
                <a:lnTo>
                  <a:pt x="5962561" y="43250"/>
                </a:lnTo>
                <a:lnTo>
                  <a:pt x="6048349" y="50283"/>
                </a:lnTo>
                <a:lnTo>
                  <a:pt x="6134137" y="57011"/>
                </a:lnTo>
                <a:lnTo>
                  <a:pt x="6219925" y="31044"/>
                </a:lnTo>
                <a:lnTo>
                  <a:pt x="6305713" y="35025"/>
                </a:lnTo>
                <a:lnTo>
                  <a:pt x="6391501" y="54354"/>
                </a:lnTo>
                <a:lnTo>
                  <a:pt x="6477289" y="69717"/>
                </a:lnTo>
                <a:lnTo>
                  <a:pt x="6563078" y="36609"/>
                </a:lnTo>
                <a:lnTo>
                  <a:pt x="6648866" y="52252"/>
                </a:lnTo>
                <a:lnTo>
                  <a:pt x="6734654" y="65039"/>
                </a:lnTo>
                <a:lnTo>
                  <a:pt x="6820442" y="80888"/>
                </a:lnTo>
                <a:lnTo>
                  <a:pt x="6906230" y="89199"/>
                </a:lnTo>
                <a:lnTo>
                  <a:pt x="6992018" y="62782"/>
                </a:lnTo>
                <a:lnTo>
                  <a:pt x="7077806" y="52045"/>
                </a:lnTo>
                <a:lnTo>
                  <a:pt x="7163594" y="83674"/>
                </a:lnTo>
                <a:lnTo>
                  <a:pt x="7249382" y="44293"/>
                </a:lnTo>
                <a:lnTo>
                  <a:pt x="7335170" y="53679"/>
                </a:lnTo>
                <a:lnTo>
                  <a:pt x="7420958" y="74244"/>
                </a:lnTo>
                <a:lnTo>
                  <a:pt x="7506746" y="35226"/>
                </a:lnTo>
                <a:lnTo>
                  <a:pt x="7592534" y="44419"/>
                </a:lnTo>
                <a:lnTo>
                  <a:pt x="7678323" y="54747"/>
                </a:lnTo>
                <a:lnTo>
                  <a:pt x="7764111" y="83747"/>
                </a:lnTo>
                <a:lnTo>
                  <a:pt x="7849899" y="59699"/>
                </a:lnTo>
                <a:lnTo>
                  <a:pt x="7935687" y="72891"/>
                </a:lnTo>
                <a:lnTo>
                  <a:pt x="8021475" y="92811"/>
                </a:lnTo>
                <a:lnTo>
                  <a:pt x="8107263" y="50791"/>
                </a:lnTo>
                <a:lnTo>
                  <a:pt x="8193051" y="65347"/>
                </a:lnTo>
                <a:lnTo>
                  <a:pt x="8278839" y="36367"/>
                </a:lnTo>
                <a:lnTo>
                  <a:pt x="8364627" y="35276"/>
                </a:lnTo>
                <a:lnTo>
                  <a:pt x="8450415" y="26936"/>
                </a:lnTo>
                <a:lnTo>
                  <a:pt x="8536203" y="21278"/>
                </a:lnTo>
                <a:lnTo>
                  <a:pt x="8621991" y="24415"/>
                </a:lnTo>
                <a:lnTo>
                  <a:pt x="8707780" y="15554"/>
                </a:lnTo>
                <a:lnTo>
                  <a:pt x="8793568" y="36514"/>
                </a:lnTo>
                <a:lnTo>
                  <a:pt x="8879356" y="40648"/>
                </a:lnTo>
                <a:lnTo>
                  <a:pt x="8965144" y="34442"/>
                </a:lnTo>
                <a:lnTo>
                  <a:pt x="9050932" y="46471"/>
                </a:lnTo>
                <a:lnTo>
                  <a:pt x="9136720" y="70274"/>
                </a:lnTo>
                <a:lnTo>
                  <a:pt x="9222508" y="58587"/>
                </a:lnTo>
                <a:lnTo>
                  <a:pt x="9308296" y="21569"/>
                </a:lnTo>
                <a:lnTo>
                  <a:pt x="9394084" y="40659"/>
                </a:lnTo>
                <a:lnTo>
                  <a:pt x="9479872" y="59274"/>
                </a:lnTo>
                <a:lnTo>
                  <a:pt x="9565660" y="54998"/>
                </a:lnTo>
                <a:lnTo>
                  <a:pt x="9651448" y="21310"/>
                </a:lnTo>
                <a:lnTo>
                  <a:pt x="9737236" y="25366"/>
                </a:lnTo>
                <a:lnTo>
                  <a:pt x="9823025" y="39628"/>
                </a:lnTo>
                <a:lnTo>
                  <a:pt x="9908813" y="41474"/>
                </a:lnTo>
                <a:lnTo>
                  <a:pt x="9994601" y="47248"/>
                </a:lnTo>
                <a:lnTo>
                  <a:pt x="10080389" y="24549"/>
                </a:lnTo>
                <a:lnTo>
                  <a:pt x="10166177" y="40541"/>
                </a:lnTo>
                <a:lnTo>
                  <a:pt x="10251965" y="28102"/>
                </a:lnTo>
                <a:lnTo>
                  <a:pt x="10337753" y="22991"/>
                </a:lnTo>
                <a:lnTo>
                  <a:pt x="10423541" y="26386"/>
                </a:lnTo>
                <a:lnTo>
                  <a:pt x="10509329" y="8210"/>
                </a:lnTo>
                <a:lnTo>
                  <a:pt x="10595117" y="35233"/>
                </a:lnTo>
                <a:lnTo>
                  <a:pt x="10680905" y="51054"/>
                </a:lnTo>
                <a:lnTo>
                  <a:pt x="10766693" y="43052"/>
                </a:lnTo>
                <a:lnTo>
                  <a:pt x="10852482" y="50990"/>
                </a:lnTo>
                <a:lnTo>
                  <a:pt x="10938270" y="40876"/>
                </a:lnTo>
                <a:lnTo>
                  <a:pt x="11024058" y="83014"/>
                </a:lnTo>
                <a:lnTo>
                  <a:pt x="11109846" y="37935"/>
                </a:lnTo>
                <a:lnTo>
                  <a:pt x="11195634" y="51356"/>
                </a:lnTo>
                <a:lnTo>
                  <a:pt x="11281422" y="57727"/>
                </a:lnTo>
                <a:lnTo>
                  <a:pt x="11367210" y="35099"/>
                </a:lnTo>
                <a:lnTo>
                  <a:pt x="11452998" y="54471"/>
                </a:lnTo>
                <a:lnTo>
                  <a:pt x="11538786" y="72930"/>
                </a:lnTo>
                <a:lnTo>
                  <a:pt x="11624574" y="43226"/>
                </a:lnTo>
                <a:lnTo>
                  <a:pt x="11710362" y="53143"/>
                </a:lnTo>
                <a:lnTo>
                  <a:pt x="11796150" y="57778"/>
                </a:lnTo>
                <a:lnTo>
                  <a:pt x="11881938" y="67161"/>
                </a:lnTo>
                <a:lnTo>
                  <a:pt x="11967727" y="44374"/>
                </a:lnTo>
                <a:lnTo>
                  <a:pt x="12053515" y="35775"/>
                </a:lnTo>
                <a:lnTo>
                  <a:pt x="12139303" y="17357"/>
                </a:lnTo>
                <a:lnTo>
                  <a:pt x="12225091" y="36637"/>
                </a:lnTo>
                <a:lnTo>
                  <a:pt x="12310879" y="1970"/>
                </a:lnTo>
                <a:lnTo>
                  <a:pt x="12396667" y="3492"/>
                </a:lnTo>
                <a:lnTo>
                  <a:pt x="12482455" y="0"/>
                </a:lnTo>
                <a:lnTo>
                  <a:pt x="12568243" y="33521"/>
                </a:lnTo>
                <a:lnTo>
                  <a:pt x="12654031" y="20200"/>
                </a:lnTo>
                <a:lnTo>
                  <a:pt x="12739819" y="25442"/>
                </a:lnTo>
                <a:lnTo>
                  <a:pt x="12825607" y="19371"/>
                </a:lnTo>
                <a:lnTo>
                  <a:pt x="12911395" y="14242"/>
                </a:lnTo>
                <a:lnTo>
                  <a:pt x="13001458" y="47065"/>
                </a:lnTo>
                <a:lnTo>
                  <a:pt x="13014439" y="133655"/>
                </a:lnTo>
                <a:lnTo>
                  <a:pt x="12994354" y="220246"/>
                </a:lnTo>
                <a:lnTo>
                  <a:pt x="13010125" y="306837"/>
                </a:lnTo>
                <a:lnTo>
                  <a:pt x="13001729" y="393428"/>
                </a:lnTo>
                <a:lnTo>
                  <a:pt x="13007883" y="480019"/>
                </a:lnTo>
                <a:lnTo>
                  <a:pt x="13020693" y="566610"/>
                </a:lnTo>
                <a:lnTo>
                  <a:pt x="12999160" y="653201"/>
                </a:lnTo>
                <a:lnTo>
                  <a:pt x="12996169" y="739792"/>
                </a:lnTo>
                <a:lnTo>
                  <a:pt x="13007189" y="826383"/>
                </a:lnTo>
                <a:lnTo>
                  <a:pt x="12979393" y="912974"/>
                </a:lnTo>
                <a:lnTo>
                  <a:pt x="13008527" y="999565"/>
                </a:lnTo>
                <a:lnTo>
                  <a:pt x="12981812" y="1086155"/>
                </a:lnTo>
                <a:lnTo>
                  <a:pt x="12996401" y="1172746"/>
                </a:lnTo>
                <a:lnTo>
                  <a:pt x="12981271" y="1259337"/>
                </a:lnTo>
                <a:lnTo>
                  <a:pt x="12990230" y="1345928"/>
                </a:lnTo>
                <a:lnTo>
                  <a:pt x="12993788" y="1432519"/>
                </a:lnTo>
                <a:lnTo>
                  <a:pt x="13000124" y="1519110"/>
                </a:lnTo>
                <a:lnTo>
                  <a:pt x="12964648" y="1605701"/>
                </a:lnTo>
                <a:lnTo>
                  <a:pt x="12973694" y="1692292"/>
                </a:lnTo>
                <a:lnTo>
                  <a:pt x="12977733" y="1778883"/>
                </a:lnTo>
                <a:lnTo>
                  <a:pt x="12981542" y="1865474"/>
                </a:lnTo>
                <a:lnTo>
                  <a:pt x="12997184" y="1950629"/>
                </a:lnTo>
                <a:lnTo>
                  <a:pt x="12911395" y="1973368"/>
                </a:lnTo>
                <a:lnTo>
                  <a:pt x="12825607" y="1955479"/>
                </a:lnTo>
                <a:lnTo>
                  <a:pt x="12739819" y="1967821"/>
                </a:lnTo>
                <a:lnTo>
                  <a:pt x="12654031" y="1963268"/>
                </a:lnTo>
                <a:lnTo>
                  <a:pt x="12568243" y="1966632"/>
                </a:lnTo>
                <a:lnTo>
                  <a:pt x="12482455" y="1951135"/>
                </a:lnTo>
                <a:lnTo>
                  <a:pt x="12396667" y="1956703"/>
                </a:lnTo>
                <a:lnTo>
                  <a:pt x="12310879" y="1920164"/>
                </a:lnTo>
                <a:lnTo>
                  <a:pt x="12225091" y="1929412"/>
                </a:lnTo>
                <a:lnTo>
                  <a:pt x="12139303" y="1914407"/>
                </a:lnTo>
                <a:lnTo>
                  <a:pt x="12053515" y="1923180"/>
                </a:lnTo>
                <a:lnTo>
                  <a:pt x="11967727" y="1922460"/>
                </a:lnTo>
                <a:lnTo>
                  <a:pt x="11881938" y="1936870"/>
                </a:lnTo>
                <a:lnTo>
                  <a:pt x="11796150" y="1912174"/>
                </a:lnTo>
                <a:lnTo>
                  <a:pt x="11710362" y="1926473"/>
                </a:lnTo>
                <a:lnTo>
                  <a:pt x="11624574" y="1935389"/>
                </a:lnTo>
                <a:lnTo>
                  <a:pt x="11538786" y="1941022"/>
                </a:lnTo>
                <a:lnTo>
                  <a:pt x="11452998" y="1922054"/>
                </a:lnTo>
                <a:lnTo>
                  <a:pt x="11367210" y="1939694"/>
                </a:lnTo>
                <a:lnTo>
                  <a:pt x="11281422" y="1920179"/>
                </a:lnTo>
                <a:lnTo>
                  <a:pt x="11195634" y="1939286"/>
                </a:lnTo>
                <a:lnTo>
                  <a:pt x="11109846" y="1969498"/>
                </a:lnTo>
                <a:lnTo>
                  <a:pt x="11024058" y="1963634"/>
                </a:lnTo>
                <a:lnTo>
                  <a:pt x="10938270" y="1963595"/>
                </a:lnTo>
                <a:lnTo>
                  <a:pt x="10852482" y="1948966"/>
                </a:lnTo>
                <a:lnTo>
                  <a:pt x="10766693" y="1972492"/>
                </a:lnTo>
                <a:lnTo>
                  <a:pt x="10680905" y="1969417"/>
                </a:lnTo>
                <a:lnTo>
                  <a:pt x="10595117" y="1977479"/>
                </a:lnTo>
                <a:lnTo>
                  <a:pt x="10509329" y="1973646"/>
                </a:lnTo>
                <a:lnTo>
                  <a:pt x="10423541" y="1971820"/>
                </a:lnTo>
                <a:lnTo>
                  <a:pt x="10337753" y="1981104"/>
                </a:lnTo>
                <a:lnTo>
                  <a:pt x="10251965" y="1966199"/>
                </a:lnTo>
                <a:lnTo>
                  <a:pt x="10166177" y="1995664"/>
                </a:lnTo>
                <a:lnTo>
                  <a:pt x="10080389" y="1992772"/>
                </a:lnTo>
                <a:lnTo>
                  <a:pt x="9994601" y="1978368"/>
                </a:lnTo>
                <a:lnTo>
                  <a:pt x="9908813" y="1987503"/>
                </a:lnTo>
                <a:lnTo>
                  <a:pt x="9823025" y="1982934"/>
                </a:lnTo>
                <a:lnTo>
                  <a:pt x="9737236" y="1965063"/>
                </a:lnTo>
                <a:lnTo>
                  <a:pt x="9651448" y="1948159"/>
                </a:lnTo>
                <a:lnTo>
                  <a:pt x="9565660" y="1956338"/>
                </a:lnTo>
                <a:lnTo>
                  <a:pt x="9479872" y="1970142"/>
                </a:lnTo>
                <a:lnTo>
                  <a:pt x="9394084" y="1959658"/>
                </a:lnTo>
                <a:lnTo>
                  <a:pt x="9308296" y="1943657"/>
                </a:lnTo>
                <a:lnTo>
                  <a:pt x="9222508" y="1976904"/>
                </a:lnTo>
                <a:lnTo>
                  <a:pt x="9136720" y="1982193"/>
                </a:lnTo>
                <a:lnTo>
                  <a:pt x="9050932" y="1990882"/>
                </a:lnTo>
                <a:lnTo>
                  <a:pt x="8965144" y="1974895"/>
                </a:lnTo>
                <a:lnTo>
                  <a:pt x="8879356" y="1952968"/>
                </a:lnTo>
                <a:lnTo>
                  <a:pt x="8793568" y="1981546"/>
                </a:lnTo>
                <a:lnTo>
                  <a:pt x="8707780" y="2000106"/>
                </a:lnTo>
                <a:lnTo>
                  <a:pt x="8621991" y="1993493"/>
                </a:lnTo>
                <a:lnTo>
                  <a:pt x="8536203" y="1991477"/>
                </a:lnTo>
                <a:lnTo>
                  <a:pt x="8450415" y="1976163"/>
                </a:lnTo>
                <a:lnTo>
                  <a:pt x="8364627" y="1959715"/>
                </a:lnTo>
                <a:lnTo>
                  <a:pt x="8278839" y="1969636"/>
                </a:lnTo>
                <a:lnTo>
                  <a:pt x="8193051" y="1952872"/>
                </a:lnTo>
                <a:lnTo>
                  <a:pt x="8107263" y="1965817"/>
                </a:lnTo>
                <a:lnTo>
                  <a:pt x="8021475" y="1972878"/>
                </a:lnTo>
                <a:lnTo>
                  <a:pt x="7935687" y="2000339"/>
                </a:lnTo>
                <a:lnTo>
                  <a:pt x="7849899" y="1974413"/>
                </a:lnTo>
                <a:lnTo>
                  <a:pt x="7764111" y="1962591"/>
                </a:lnTo>
                <a:lnTo>
                  <a:pt x="7678323" y="1967492"/>
                </a:lnTo>
                <a:lnTo>
                  <a:pt x="7592534" y="1931529"/>
                </a:lnTo>
                <a:lnTo>
                  <a:pt x="7506746" y="1955531"/>
                </a:lnTo>
                <a:lnTo>
                  <a:pt x="7420958" y="1956870"/>
                </a:lnTo>
                <a:lnTo>
                  <a:pt x="7335170" y="1938097"/>
                </a:lnTo>
                <a:lnTo>
                  <a:pt x="7249382" y="1917177"/>
                </a:lnTo>
                <a:lnTo>
                  <a:pt x="7163594" y="1928025"/>
                </a:lnTo>
                <a:lnTo>
                  <a:pt x="7077806" y="1928933"/>
                </a:lnTo>
                <a:lnTo>
                  <a:pt x="6992018" y="1927067"/>
                </a:lnTo>
                <a:lnTo>
                  <a:pt x="6906230" y="1917718"/>
                </a:lnTo>
                <a:lnTo>
                  <a:pt x="6820442" y="1919909"/>
                </a:lnTo>
                <a:lnTo>
                  <a:pt x="6734654" y="1957245"/>
                </a:lnTo>
                <a:lnTo>
                  <a:pt x="6648866" y="1935785"/>
                </a:lnTo>
                <a:lnTo>
                  <a:pt x="6563078" y="1944223"/>
                </a:lnTo>
                <a:lnTo>
                  <a:pt x="6477289" y="1934837"/>
                </a:lnTo>
                <a:lnTo>
                  <a:pt x="6391501" y="1950624"/>
                </a:lnTo>
                <a:lnTo>
                  <a:pt x="6305713" y="1959581"/>
                </a:lnTo>
                <a:lnTo>
                  <a:pt x="6219925" y="1951616"/>
                </a:lnTo>
                <a:lnTo>
                  <a:pt x="6134137" y="1944210"/>
                </a:lnTo>
                <a:lnTo>
                  <a:pt x="6048349" y="1929181"/>
                </a:lnTo>
                <a:lnTo>
                  <a:pt x="5962561" y="1937995"/>
                </a:lnTo>
                <a:lnTo>
                  <a:pt x="5876773" y="1914310"/>
                </a:lnTo>
                <a:lnTo>
                  <a:pt x="5790985" y="1933758"/>
                </a:lnTo>
                <a:lnTo>
                  <a:pt x="5705197" y="1929609"/>
                </a:lnTo>
                <a:lnTo>
                  <a:pt x="5619409" y="1934198"/>
                </a:lnTo>
                <a:lnTo>
                  <a:pt x="5533621" y="1954853"/>
                </a:lnTo>
                <a:lnTo>
                  <a:pt x="5447833" y="1927289"/>
                </a:lnTo>
                <a:lnTo>
                  <a:pt x="5362044" y="1948501"/>
                </a:lnTo>
                <a:lnTo>
                  <a:pt x="5276256" y="1937551"/>
                </a:lnTo>
                <a:lnTo>
                  <a:pt x="5190468" y="1920127"/>
                </a:lnTo>
                <a:lnTo>
                  <a:pt x="5104680" y="1930773"/>
                </a:lnTo>
                <a:lnTo>
                  <a:pt x="5018892" y="1926635"/>
                </a:lnTo>
                <a:lnTo>
                  <a:pt x="4933104" y="1935853"/>
                </a:lnTo>
                <a:lnTo>
                  <a:pt x="4847316" y="1928175"/>
                </a:lnTo>
                <a:lnTo>
                  <a:pt x="4761528" y="1929794"/>
                </a:lnTo>
                <a:lnTo>
                  <a:pt x="4675740" y="1947694"/>
                </a:lnTo>
                <a:lnTo>
                  <a:pt x="4589952" y="1917838"/>
                </a:lnTo>
                <a:lnTo>
                  <a:pt x="4504164" y="1918594"/>
                </a:lnTo>
                <a:lnTo>
                  <a:pt x="4418376" y="1936760"/>
                </a:lnTo>
                <a:lnTo>
                  <a:pt x="4332587" y="1937962"/>
                </a:lnTo>
                <a:lnTo>
                  <a:pt x="4246799" y="1955554"/>
                </a:lnTo>
                <a:lnTo>
                  <a:pt x="4161011" y="1923723"/>
                </a:lnTo>
                <a:lnTo>
                  <a:pt x="4075223" y="1946655"/>
                </a:lnTo>
                <a:lnTo>
                  <a:pt x="3989435" y="1966447"/>
                </a:lnTo>
                <a:lnTo>
                  <a:pt x="3903647" y="1970528"/>
                </a:lnTo>
                <a:lnTo>
                  <a:pt x="3817859" y="1967975"/>
                </a:lnTo>
                <a:lnTo>
                  <a:pt x="3732071" y="1966762"/>
                </a:lnTo>
                <a:lnTo>
                  <a:pt x="3646283" y="1988256"/>
                </a:lnTo>
                <a:lnTo>
                  <a:pt x="3560495" y="1979810"/>
                </a:lnTo>
                <a:lnTo>
                  <a:pt x="3474707" y="1979604"/>
                </a:lnTo>
                <a:lnTo>
                  <a:pt x="3388919" y="1973701"/>
                </a:lnTo>
                <a:lnTo>
                  <a:pt x="3303131" y="1991021"/>
                </a:lnTo>
                <a:lnTo>
                  <a:pt x="3217342" y="1999113"/>
                </a:lnTo>
                <a:lnTo>
                  <a:pt x="3131554" y="1982444"/>
                </a:lnTo>
                <a:lnTo>
                  <a:pt x="3045766" y="1975485"/>
                </a:lnTo>
                <a:lnTo>
                  <a:pt x="2959978" y="1994682"/>
                </a:lnTo>
                <a:lnTo>
                  <a:pt x="2874190" y="1994450"/>
                </a:lnTo>
                <a:lnTo>
                  <a:pt x="2788402" y="1978455"/>
                </a:lnTo>
                <a:lnTo>
                  <a:pt x="2702614" y="1985470"/>
                </a:lnTo>
                <a:lnTo>
                  <a:pt x="2616826" y="1965028"/>
                </a:lnTo>
                <a:lnTo>
                  <a:pt x="2531038" y="1986547"/>
                </a:lnTo>
                <a:lnTo>
                  <a:pt x="2445250" y="1990107"/>
                </a:lnTo>
                <a:lnTo>
                  <a:pt x="2359462" y="1978499"/>
                </a:lnTo>
                <a:lnTo>
                  <a:pt x="2273674" y="1984369"/>
                </a:lnTo>
                <a:lnTo>
                  <a:pt x="2187885" y="1969390"/>
                </a:lnTo>
                <a:lnTo>
                  <a:pt x="2102097" y="1972352"/>
                </a:lnTo>
                <a:lnTo>
                  <a:pt x="2016309" y="1969020"/>
                </a:lnTo>
                <a:lnTo>
                  <a:pt x="1930521" y="1967197"/>
                </a:lnTo>
                <a:lnTo>
                  <a:pt x="1844733" y="1958428"/>
                </a:lnTo>
                <a:lnTo>
                  <a:pt x="1758945" y="1929908"/>
                </a:lnTo>
                <a:lnTo>
                  <a:pt x="1673157" y="1943648"/>
                </a:lnTo>
                <a:lnTo>
                  <a:pt x="1587369" y="1952569"/>
                </a:lnTo>
                <a:lnTo>
                  <a:pt x="1501581" y="1943697"/>
                </a:lnTo>
                <a:lnTo>
                  <a:pt x="1415793" y="1933300"/>
                </a:lnTo>
                <a:lnTo>
                  <a:pt x="1330005" y="1941691"/>
                </a:lnTo>
                <a:lnTo>
                  <a:pt x="1244217" y="1959849"/>
                </a:lnTo>
                <a:lnTo>
                  <a:pt x="1158429" y="1925931"/>
                </a:lnTo>
                <a:lnTo>
                  <a:pt x="1072640" y="1922124"/>
                </a:lnTo>
                <a:lnTo>
                  <a:pt x="986852" y="1935927"/>
                </a:lnTo>
                <a:lnTo>
                  <a:pt x="901064" y="1941125"/>
                </a:lnTo>
                <a:lnTo>
                  <a:pt x="815276" y="1952958"/>
                </a:lnTo>
                <a:lnTo>
                  <a:pt x="729488" y="1955870"/>
                </a:lnTo>
                <a:lnTo>
                  <a:pt x="643700" y="1930385"/>
                </a:lnTo>
                <a:lnTo>
                  <a:pt x="557912" y="1931776"/>
                </a:lnTo>
                <a:lnTo>
                  <a:pt x="472124" y="1964562"/>
                </a:lnTo>
                <a:lnTo>
                  <a:pt x="386337" y="1955163"/>
                </a:lnTo>
                <a:lnTo>
                  <a:pt x="300549" y="1976408"/>
                </a:lnTo>
                <a:lnTo>
                  <a:pt x="214761" y="1973130"/>
                </a:lnTo>
                <a:lnTo>
                  <a:pt x="128973" y="1949873"/>
                </a:lnTo>
                <a:lnTo>
                  <a:pt x="20645" y="1952065"/>
                </a:lnTo>
                <a:lnTo>
                  <a:pt x="29072" y="1865474"/>
                </a:lnTo>
                <a:lnTo>
                  <a:pt x="27303" y="1778883"/>
                </a:lnTo>
                <a:lnTo>
                  <a:pt x="51945" y="1692292"/>
                </a:lnTo>
                <a:lnTo>
                  <a:pt x="38906" y="1605701"/>
                </a:lnTo>
                <a:lnTo>
                  <a:pt x="23034" y="1519110"/>
                </a:lnTo>
                <a:lnTo>
                  <a:pt x="17835" y="1432519"/>
                </a:lnTo>
                <a:lnTo>
                  <a:pt x="0" y="1345928"/>
                </a:lnTo>
                <a:lnTo>
                  <a:pt x="7042" y="1259337"/>
                </a:lnTo>
                <a:lnTo>
                  <a:pt x="16046" y="1172746"/>
                </a:lnTo>
                <a:lnTo>
                  <a:pt x="26578" y="1086155"/>
                </a:lnTo>
                <a:lnTo>
                  <a:pt x="9546" y="999565"/>
                </a:lnTo>
                <a:lnTo>
                  <a:pt x="29960" y="912974"/>
                </a:lnTo>
                <a:lnTo>
                  <a:pt x="20453" y="826383"/>
                </a:lnTo>
                <a:lnTo>
                  <a:pt x="15447" y="739792"/>
                </a:lnTo>
                <a:lnTo>
                  <a:pt x="3334" y="653201"/>
                </a:lnTo>
                <a:lnTo>
                  <a:pt x="36259" y="566610"/>
                </a:lnTo>
                <a:lnTo>
                  <a:pt x="27910" y="480019"/>
                </a:lnTo>
                <a:lnTo>
                  <a:pt x="15500" y="393428"/>
                </a:lnTo>
                <a:lnTo>
                  <a:pt x="16373" y="306837"/>
                </a:lnTo>
                <a:lnTo>
                  <a:pt x="27747" y="220246"/>
                </a:lnTo>
                <a:lnTo>
                  <a:pt x="37327" y="133655"/>
                </a:lnTo>
                <a:close/>
              </a:path>
            </a:pathLst>
          </a:custGeom>
          <a:blipFill rotWithShape="1">
            <a:blip r:embed="rId3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576000">
            <a:off x="810987" y="343504"/>
            <a:ext cx="10569380" cy="6179959"/>
          </a:xfrm>
          <a:custGeom>
            <a:avLst/>
            <a:gdLst/>
            <a:ahLst/>
            <a:cxnLst/>
            <a:rect l="l" t="t" r="r" b="b"/>
            <a:pathLst>
              <a:path w="10569380" h="6179959">
                <a:moveTo>
                  <a:pt x="46263" y="39541"/>
                </a:moveTo>
                <a:lnTo>
                  <a:pt x="132144" y="51798"/>
                </a:lnTo>
                <a:lnTo>
                  <a:pt x="218025" y="60860"/>
                </a:lnTo>
                <a:lnTo>
                  <a:pt x="303906" y="72181"/>
                </a:lnTo>
                <a:lnTo>
                  <a:pt x="389787" y="60501"/>
                </a:lnTo>
                <a:lnTo>
                  <a:pt x="475668" y="42504"/>
                </a:lnTo>
                <a:lnTo>
                  <a:pt x="561549" y="57284"/>
                </a:lnTo>
                <a:lnTo>
                  <a:pt x="647431" y="52433"/>
                </a:lnTo>
                <a:lnTo>
                  <a:pt x="733312" y="48220"/>
                </a:lnTo>
                <a:lnTo>
                  <a:pt x="819193" y="46344"/>
                </a:lnTo>
                <a:lnTo>
                  <a:pt x="905074" y="59848"/>
                </a:lnTo>
                <a:lnTo>
                  <a:pt x="990955" y="69240"/>
                </a:lnTo>
                <a:lnTo>
                  <a:pt x="1076836" y="80164"/>
                </a:lnTo>
                <a:lnTo>
                  <a:pt x="1162717" y="77827"/>
                </a:lnTo>
                <a:lnTo>
                  <a:pt x="1248599" y="45772"/>
                </a:lnTo>
                <a:lnTo>
                  <a:pt x="1334480" y="55048"/>
                </a:lnTo>
                <a:lnTo>
                  <a:pt x="1420361" y="32366"/>
                </a:lnTo>
                <a:lnTo>
                  <a:pt x="1506242" y="47214"/>
                </a:lnTo>
                <a:lnTo>
                  <a:pt x="1592123" y="50403"/>
                </a:lnTo>
                <a:lnTo>
                  <a:pt x="1678004" y="55560"/>
                </a:lnTo>
                <a:lnTo>
                  <a:pt x="1763885" y="74252"/>
                </a:lnTo>
                <a:lnTo>
                  <a:pt x="1849767" y="65292"/>
                </a:lnTo>
                <a:lnTo>
                  <a:pt x="1935648" y="76559"/>
                </a:lnTo>
                <a:lnTo>
                  <a:pt x="2021529" y="77751"/>
                </a:lnTo>
                <a:lnTo>
                  <a:pt x="2107410" y="58293"/>
                </a:lnTo>
                <a:lnTo>
                  <a:pt x="2193291" y="68399"/>
                </a:lnTo>
                <a:lnTo>
                  <a:pt x="2279172" y="66413"/>
                </a:lnTo>
                <a:lnTo>
                  <a:pt x="2365053" y="76946"/>
                </a:lnTo>
                <a:lnTo>
                  <a:pt x="2450935" y="57128"/>
                </a:lnTo>
                <a:lnTo>
                  <a:pt x="2536816" y="46937"/>
                </a:lnTo>
                <a:lnTo>
                  <a:pt x="2622697" y="44324"/>
                </a:lnTo>
                <a:lnTo>
                  <a:pt x="2708578" y="24692"/>
                </a:lnTo>
                <a:lnTo>
                  <a:pt x="2794459" y="43915"/>
                </a:lnTo>
                <a:lnTo>
                  <a:pt x="2880340" y="21915"/>
                </a:lnTo>
                <a:lnTo>
                  <a:pt x="2966222" y="31175"/>
                </a:lnTo>
                <a:lnTo>
                  <a:pt x="3052103" y="40844"/>
                </a:lnTo>
                <a:lnTo>
                  <a:pt x="3137984" y="13580"/>
                </a:lnTo>
                <a:lnTo>
                  <a:pt x="3223865" y="21985"/>
                </a:lnTo>
                <a:lnTo>
                  <a:pt x="3309746" y="25973"/>
                </a:lnTo>
                <a:lnTo>
                  <a:pt x="3395627" y="20927"/>
                </a:lnTo>
                <a:lnTo>
                  <a:pt x="3481508" y="26056"/>
                </a:lnTo>
                <a:lnTo>
                  <a:pt x="3567390" y="33434"/>
                </a:lnTo>
                <a:lnTo>
                  <a:pt x="3653271" y="58078"/>
                </a:lnTo>
                <a:lnTo>
                  <a:pt x="3739152" y="65419"/>
                </a:lnTo>
                <a:lnTo>
                  <a:pt x="3825033" y="50504"/>
                </a:lnTo>
                <a:lnTo>
                  <a:pt x="3910914" y="47356"/>
                </a:lnTo>
                <a:lnTo>
                  <a:pt x="3996795" y="73263"/>
                </a:lnTo>
                <a:lnTo>
                  <a:pt x="4082676" y="48559"/>
                </a:lnTo>
                <a:lnTo>
                  <a:pt x="4168558" y="61383"/>
                </a:lnTo>
                <a:lnTo>
                  <a:pt x="4254439" y="48748"/>
                </a:lnTo>
                <a:lnTo>
                  <a:pt x="4340320" y="51671"/>
                </a:lnTo>
                <a:lnTo>
                  <a:pt x="4426201" y="49146"/>
                </a:lnTo>
                <a:lnTo>
                  <a:pt x="4512082" y="47062"/>
                </a:lnTo>
                <a:lnTo>
                  <a:pt x="4597963" y="52359"/>
                </a:lnTo>
                <a:lnTo>
                  <a:pt x="4683844" y="38669"/>
                </a:lnTo>
                <a:lnTo>
                  <a:pt x="4769726" y="30224"/>
                </a:lnTo>
                <a:lnTo>
                  <a:pt x="4855607" y="43889"/>
                </a:lnTo>
                <a:lnTo>
                  <a:pt x="4941488" y="33314"/>
                </a:lnTo>
                <a:lnTo>
                  <a:pt x="5027369" y="25288"/>
                </a:lnTo>
                <a:lnTo>
                  <a:pt x="5113250" y="49403"/>
                </a:lnTo>
                <a:lnTo>
                  <a:pt x="5199131" y="15445"/>
                </a:lnTo>
                <a:lnTo>
                  <a:pt x="5285013" y="55518"/>
                </a:lnTo>
                <a:lnTo>
                  <a:pt x="5370894" y="39739"/>
                </a:lnTo>
                <a:lnTo>
                  <a:pt x="5456775" y="13517"/>
                </a:lnTo>
                <a:lnTo>
                  <a:pt x="5542656" y="36138"/>
                </a:lnTo>
                <a:lnTo>
                  <a:pt x="5628537" y="26030"/>
                </a:lnTo>
                <a:lnTo>
                  <a:pt x="5714418" y="12385"/>
                </a:lnTo>
                <a:lnTo>
                  <a:pt x="5800299" y="0"/>
                </a:lnTo>
                <a:lnTo>
                  <a:pt x="5886181" y="38340"/>
                </a:lnTo>
                <a:lnTo>
                  <a:pt x="5972062" y="31702"/>
                </a:lnTo>
                <a:lnTo>
                  <a:pt x="6057943" y="48410"/>
                </a:lnTo>
                <a:lnTo>
                  <a:pt x="6143824" y="21555"/>
                </a:lnTo>
                <a:lnTo>
                  <a:pt x="6229705" y="30483"/>
                </a:lnTo>
                <a:lnTo>
                  <a:pt x="6315586" y="42253"/>
                </a:lnTo>
                <a:lnTo>
                  <a:pt x="6401467" y="25486"/>
                </a:lnTo>
                <a:lnTo>
                  <a:pt x="6487349" y="49717"/>
                </a:lnTo>
                <a:lnTo>
                  <a:pt x="6573230" y="29941"/>
                </a:lnTo>
                <a:lnTo>
                  <a:pt x="6659111" y="29836"/>
                </a:lnTo>
                <a:lnTo>
                  <a:pt x="6744992" y="13692"/>
                </a:lnTo>
                <a:lnTo>
                  <a:pt x="6830873" y="35842"/>
                </a:lnTo>
                <a:lnTo>
                  <a:pt x="6916754" y="19641"/>
                </a:lnTo>
                <a:lnTo>
                  <a:pt x="7002635" y="47933"/>
                </a:lnTo>
                <a:lnTo>
                  <a:pt x="7088517" y="48633"/>
                </a:lnTo>
                <a:lnTo>
                  <a:pt x="7174398" y="22279"/>
                </a:lnTo>
                <a:lnTo>
                  <a:pt x="7260279" y="55896"/>
                </a:lnTo>
                <a:lnTo>
                  <a:pt x="7346160" y="33153"/>
                </a:lnTo>
                <a:lnTo>
                  <a:pt x="7432041" y="13278"/>
                </a:lnTo>
                <a:lnTo>
                  <a:pt x="7517922" y="61165"/>
                </a:lnTo>
                <a:lnTo>
                  <a:pt x="7603803" y="40822"/>
                </a:lnTo>
                <a:lnTo>
                  <a:pt x="7689685" y="50912"/>
                </a:lnTo>
                <a:lnTo>
                  <a:pt x="7775566" y="61685"/>
                </a:lnTo>
                <a:lnTo>
                  <a:pt x="7861447" y="33348"/>
                </a:lnTo>
                <a:lnTo>
                  <a:pt x="7947328" y="54516"/>
                </a:lnTo>
                <a:lnTo>
                  <a:pt x="8033209" y="38290"/>
                </a:lnTo>
                <a:lnTo>
                  <a:pt x="8119090" y="55393"/>
                </a:lnTo>
                <a:lnTo>
                  <a:pt x="8204972" y="55091"/>
                </a:lnTo>
                <a:lnTo>
                  <a:pt x="8290853" y="57395"/>
                </a:lnTo>
                <a:lnTo>
                  <a:pt x="8376734" y="44434"/>
                </a:lnTo>
                <a:lnTo>
                  <a:pt x="8462615" y="30853"/>
                </a:lnTo>
                <a:lnTo>
                  <a:pt x="8548496" y="18102"/>
                </a:lnTo>
                <a:lnTo>
                  <a:pt x="8634377" y="37860"/>
                </a:lnTo>
                <a:lnTo>
                  <a:pt x="8720258" y="10281"/>
                </a:lnTo>
                <a:lnTo>
                  <a:pt x="8806140" y="21085"/>
                </a:lnTo>
                <a:lnTo>
                  <a:pt x="8892021" y="36511"/>
                </a:lnTo>
                <a:lnTo>
                  <a:pt x="8977902" y="45224"/>
                </a:lnTo>
                <a:lnTo>
                  <a:pt x="9063783" y="45341"/>
                </a:lnTo>
                <a:lnTo>
                  <a:pt x="9149664" y="52669"/>
                </a:lnTo>
                <a:lnTo>
                  <a:pt x="9235545" y="13534"/>
                </a:lnTo>
                <a:lnTo>
                  <a:pt x="9321426" y="22397"/>
                </a:lnTo>
                <a:lnTo>
                  <a:pt x="9407308" y="44310"/>
                </a:lnTo>
                <a:lnTo>
                  <a:pt x="9493189" y="32394"/>
                </a:lnTo>
                <a:lnTo>
                  <a:pt x="9579070" y="54771"/>
                </a:lnTo>
                <a:lnTo>
                  <a:pt x="9664951" y="55575"/>
                </a:lnTo>
                <a:lnTo>
                  <a:pt x="9750832" y="27144"/>
                </a:lnTo>
                <a:lnTo>
                  <a:pt x="9836713" y="32435"/>
                </a:lnTo>
                <a:lnTo>
                  <a:pt x="9922594" y="39295"/>
                </a:lnTo>
                <a:lnTo>
                  <a:pt x="10008476" y="44798"/>
                </a:lnTo>
                <a:lnTo>
                  <a:pt x="10094357" y="43796"/>
                </a:lnTo>
                <a:lnTo>
                  <a:pt x="10180238" y="46927"/>
                </a:lnTo>
                <a:lnTo>
                  <a:pt x="10266119" y="85477"/>
                </a:lnTo>
                <a:lnTo>
                  <a:pt x="10352000" y="84510"/>
                </a:lnTo>
                <a:lnTo>
                  <a:pt x="10437881" y="39534"/>
                </a:lnTo>
                <a:lnTo>
                  <a:pt x="10526652" y="37496"/>
                </a:lnTo>
                <a:lnTo>
                  <a:pt x="10509714" y="123355"/>
                </a:lnTo>
                <a:lnTo>
                  <a:pt x="10540188" y="209214"/>
                </a:lnTo>
                <a:lnTo>
                  <a:pt x="10529523" y="295073"/>
                </a:lnTo>
                <a:lnTo>
                  <a:pt x="10566384" y="380932"/>
                </a:lnTo>
                <a:lnTo>
                  <a:pt x="10544452" y="466791"/>
                </a:lnTo>
                <a:lnTo>
                  <a:pt x="10541091" y="552650"/>
                </a:lnTo>
                <a:lnTo>
                  <a:pt x="10549826" y="638510"/>
                </a:lnTo>
                <a:lnTo>
                  <a:pt x="10547503" y="724369"/>
                </a:lnTo>
                <a:lnTo>
                  <a:pt x="10527073" y="810228"/>
                </a:lnTo>
                <a:lnTo>
                  <a:pt x="10540362" y="896087"/>
                </a:lnTo>
                <a:lnTo>
                  <a:pt x="10526186" y="981946"/>
                </a:lnTo>
                <a:lnTo>
                  <a:pt x="10545250" y="1067805"/>
                </a:lnTo>
                <a:lnTo>
                  <a:pt x="10550438" y="1153665"/>
                </a:lnTo>
                <a:lnTo>
                  <a:pt x="10540875" y="1239524"/>
                </a:lnTo>
                <a:lnTo>
                  <a:pt x="10532697" y="1325383"/>
                </a:lnTo>
                <a:lnTo>
                  <a:pt x="10557896" y="1411242"/>
                </a:lnTo>
                <a:lnTo>
                  <a:pt x="10533233" y="1497101"/>
                </a:lnTo>
                <a:lnTo>
                  <a:pt x="10569380" y="1582960"/>
                </a:lnTo>
                <a:lnTo>
                  <a:pt x="10543586" y="1668819"/>
                </a:lnTo>
                <a:lnTo>
                  <a:pt x="10534408" y="1754679"/>
                </a:lnTo>
                <a:lnTo>
                  <a:pt x="10555373" y="1840538"/>
                </a:lnTo>
                <a:lnTo>
                  <a:pt x="10551796" y="1926397"/>
                </a:lnTo>
                <a:lnTo>
                  <a:pt x="10550032" y="2012256"/>
                </a:lnTo>
                <a:lnTo>
                  <a:pt x="10545166" y="2098115"/>
                </a:lnTo>
                <a:lnTo>
                  <a:pt x="10521936" y="2183974"/>
                </a:lnTo>
                <a:lnTo>
                  <a:pt x="10523058" y="2269834"/>
                </a:lnTo>
                <a:lnTo>
                  <a:pt x="10530985" y="2355693"/>
                </a:lnTo>
                <a:lnTo>
                  <a:pt x="10520202" y="2441552"/>
                </a:lnTo>
                <a:lnTo>
                  <a:pt x="10505322" y="2527411"/>
                </a:lnTo>
                <a:lnTo>
                  <a:pt x="10497104" y="2613270"/>
                </a:lnTo>
                <a:lnTo>
                  <a:pt x="10508153" y="2699129"/>
                </a:lnTo>
                <a:lnTo>
                  <a:pt x="10478438" y="2784988"/>
                </a:lnTo>
                <a:lnTo>
                  <a:pt x="10491574" y="2870848"/>
                </a:lnTo>
                <a:lnTo>
                  <a:pt x="10502280" y="2956707"/>
                </a:lnTo>
                <a:lnTo>
                  <a:pt x="10508769" y="3042566"/>
                </a:lnTo>
                <a:lnTo>
                  <a:pt x="10491795" y="3128425"/>
                </a:lnTo>
                <a:lnTo>
                  <a:pt x="10478053" y="3214284"/>
                </a:lnTo>
                <a:lnTo>
                  <a:pt x="10509334" y="3300143"/>
                </a:lnTo>
                <a:lnTo>
                  <a:pt x="10507746" y="3386003"/>
                </a:lnTo>
                <a:lnTo>
                  <a:pt x="10498556" y="3471862"/>
                </a:lnTo>
                <a:lnTo>
                  <a:pt x="10515730" y="3557721"/>
                </a:lnTo>
                <a:lnTo>
                  <a:pt x="10480613" y="3643580"/>
                </a:lnTo>
                <a:lnTo>
                  <a:pt x="10497086" y="3729439"/>
                </a:lnTo>
                <a:lnTo>
                  <a:pt x="10503774" y="3815298"/>
                </a:lnTo>
                <a:lnTo>
                  <a:pt x="10509991" y="3901157"/>
                </a:lnTo>
                <a:lnTo>
                  <a:pt x="10492535" y="3987017"/>
                </a:lnTo>
                <a:lnTo>
                  <a:pt x="10483809" y="4072876"/>
                </a:lnTo>
                <a:lnTo>
                  <a:pt x="10480223" y="4158735"/>
                </a:lnTo>
                <a:lnTo>
                  <a:pt x="10487040" y="4244594"/>
                </a:lnTo>
                <a:lnTo>
                  <a:pt x="10517285" y="4330453"/>
                </a:lnTo>
                <a:lnTo>
                  <a:pt x="10497480" y="4416312"/>
                </a:lnTo>
                <a:lnTo>
                  <a:pt x="10516149" y="4502172"/>
                </a:lnTo>
                <a:lnTo>
                  <a:pt x="10515023" y="4588031"/>
                </a:lnTo>
                <a:lnTo>
                  <a:pt x="10516132" y="4673890"/>
                </a:lnTo>
                <a:lnTo>
                  <a:pt x="10475909" y="4759749"/>
                </a:lnTo>
                <a:lnTo>
                  <a:pt x="10517055" y="4845608"/>
                </a:lnTo>
                <a:lnTo>
                  <a:pt x="10498521" y="4931467"/>
                </a:lnTo>
                <a:lnTo>
                  <a:pt x="10525425" y="5017326"/>
                </a:lnTo>
                <a:lnTo>
                  <a:pt x="10495711" y="5103186"/>
                </a:lnTo>
                <a:lnTo>
                  <a:pt x="10532705" y="5189045"/>
                </a:lnTo>
                <a:lnTo>
                  <a:pt x="10529990" y="5274904"/>
                </a:lnTo>
                <a:lnTo>
                  <a:pt x="10516319" y="5360763"/>
                </a:lnTo>
                <a:lnTo>
                  <a:pt x="10531306" y="5446622"/>
                </a:lnTo>
                <a:lnTo>
                  <a:pt x="10518058" y="5532481"/>
                </a:lnTo>
                <a:lnTo>
                  <a:pt x="10519738" y="5618341"/>
                </a:lnTo>
                <a:lnTo>
                  <a:pt x="10517608" y="5704200"/>
                </a:lnTo>
                <a:lnTo>
                  <a:pt x="10492898" y="5790059"/>
                </a:lnTo>
                <a:lnTo>
                  <a:pt x="10511833" y="5875918"/>
                </a:lnTo>
                <a:lnTo>
                  <a:pt x="10504075" y="5961777"/>
                </a:lnTo>
                <a:lnTo>
                  <a:pt x="10508391" y="6047636"/>
                </a:lnTo>
                <a:lnTo>
                  <a:pt x="10523763" y="6128805"/>
                </a:lnTo>
                <a:lnTo>
                  <a:pt x="10437881" y="6137545"/>
                </a:lnTo>
                <a:lnTo>
                  <a:pt x="10352000" y="6138320"/>
                </a:lnTo>
                <a:lnTo>
                  <a:pt x="10266119" y="6161345"/>
                </a:lnTo>
                <a:lnTo>
                  <a:pt x="10180238" y="6144414"/>
                </a:lnTo>
                <a:lnTo>
                  <a:pt x="10094357" y="6148120"/>
                </a:lnTo>
                <a:lnTo>
                  <a:pt x="10008476" y="6141835"/>
                </a:lnTo>
                <a:lnTo>
                  <a:pt x="9922594" y="6143995"/>
                </a:lnTo>
                <a:lnTo>
                  <a:pt x="9836713" y="6124488"/>
                </a:lnTo>
                <a:lnTo>
                  <a:pt x="9750832" y="6149757"/>
                </a:lnTo>
                <a:lnTo>
                  <a:pt x="9664951" y="6145951"/>
                </a:lnTo>
                <a:lnTo>
                  <a:pt x="9579070" y="6151189"/>
                </a:lnTo>
                <a:lnTo>
                  <a:pt x="9493189" y="6142994"/>
                </a:lnTo>
                <a:lnTo>
                  <a:pt x="9407308" y="6140444"/>
                </a:lnTo>
                <a:lnTo>
                  <a:pt x="9321426" y="6143020"/>
                </a:lnTo>
                <a:lnTo>
                  <a:pt x="9235545" y="6175130"/>
                </a:lnTo>
                <a:lnTo>
                  <a:pt x="9149664" y="6175353"/>
                </a:lnTo>
                <a:lnTo>
                  <a:pt x="9063783" y="6130290"/>
                </a:lnTo>
                <a:lnTo>
                  <a:pt x="8977902" y="6178721"/>
                </a:lnTo>
                <a:lnTo>
                  <a:pt x="8892021" y="6130476"/>
                </a:lnTo>
                <a:lnTo>
                  <a:pt x="8806140" y="6152272"/>
                </a:lnTo>
                <a:lnTo>
                  <a:pt x="8720258" y="6126231"/>
                </a:lnTo>
                <a:lnTo>
                  <a:pt x="8634377" y="6138828"/>
                </a:lnTo>
                <a:lnTo>
                  <a:pt x="8548496" y="6149527"/>
                </a:lnTo>
                <a:lnTo>
                  <a:pt x="8462615" y="6153371"/>
                </a:lnTo>
                <a:lnTo>
                  <a:pt x="8376734" y="6163598"/>
                </a:lnTo>
                <a:lnTo>
                  <a:pt x="8290853" y="6125263"/>
                </a:lnTo>
                <a:lnTo>
                  <a:pt x="8204972" y="6155952"/>
                </a:lnTo>
                <a:lnTo>
                  <a:pt x="8119090" y="6152452"/>
                </a:lnTo>
                <a:lnTo>
                  <a:pt x="8033209" y="6149522"/>
                </a:lnTo>
                <a:lnTo>
                  <a:pt x="7947328" y="6141591"/>
                </a:lnTo>
                <a:lnTo>
                  <a:pt x="7861447" y="6168215"/>
                </a:lnTo>
                <a:lnTo>
                  <a:pt x="7775566" y="6136341"/>
                </a:lnTo>
                <a:lnTo>
                  <a:pt x="7689685" y="6140820"/>
                </a:lnTo>
                <a:lnTo>
                  <a:pt x="7603803" y="6147511"/>
                </a:lnTo>
                <a:lnTo>
                  <a:pt x="7517922" y="6148327"/>
                </a:lnTo>
                <a:lnTo>
                  <a:pt x="7432041" y="6149305"/>
                </a:lnTo>
                <a:lnTo>
                  <a:pt x="7346160" y="6162431"/>
                </a:lnTo>
                <a:lnTo>
                  <a:pt x="7260279" y="6173194"/>
                </a:lnTo>
                <a:lnTo>
                  <a:pt x="7174398" y="6148215"/>
                </a:lnTo>
                <a:lnTo>
                  <a:pt x="7088517" y="6152695"/>
                </a:lnTo>
                <a:lnTo>
                  <a:pt x="7002635" y="6174701"/>
                </a:lnTo>
                <a:lnTo>
                  <a:pt x="6916754" y="6144049"/>
                </a:lnTo>
                <a:lnTo>
                  <a:pt x="6830873" y="6166166"/>
                </a:lnTo>
                <a:lnTo>
                  <a:pt x="6744992" y="6171028"/>
                </a:lnTo>
                <a:lnTo>
                  <a:pt x="6659111" y="6173837"/>
                </a:lnTo>
                <a:lnTo>
                  <a:pt x="6573230" y="6147967"/>
                </a:lnTo>
                <a:lnTo>
                  <a:pt x="6487349" y="6132040"/>
                </a:lnTo>
                <a:lnTo>
                  <a:pt x="6401467" y="6133207"/>
                </a:lnTo>
                <a:lnTo>
                  <a:pt x="6315586" y="6141615"/>
                </a:lnTo>
                <a:lnTo>
                  <a:pt x="6229705" y="6133890"/>
                </a:lnTo>
                <a:lnTo>
                  <a:pt x="6143824" y="6149254"/>
                </a:lnTo>
                <a:lnTo>
                  <a:pt x="6057943" y="6132244"/>
                </a:lnTo>
                <a:lnTo>
                  <a:pt x="5972062" y="6138050"/>
                </a:lnTo>
                <a:lnTo>
                  <a:pt x="5886181" y="6145934"/>
                </a:lnTo>
                <a:lnTo>
                  <a:pt x="5800299" y="6158535"/>
                </a:lnTo>
                <a:lnTo>
                  <a:pt x="5714418" y="6152393"/>
                </a:lnTo>
                <a:lnTo>
                  <a:pt x="5628537" y="6128735"/>
                </a:lnTo>
                <a:lnTo>
                  <a:pt x="5542656" y="6154020"/>
                </a:lnTo>
                <a:lnTo>
                  <a:pt x="5456775" y="6154412"/>
                </a:lnTo>
                <a:lnTo>
                  <a:pt x="5370894" y="6143257"/>
                </a:lnTo>
                <a:lnTo>
                  <a:pt x="5285013" y="6162323"/>
                </a:lnTo>
                <a:lnTo>
                  <a:pt x="5199131" y="6169964"/>
                </a:lnTo>
                <a:lnTo>
                  <a:pt x="5113250" y="6149116"/>
                </a:lnTo>
                <a:lnTo>
                  <a:pt x="5027369" y="6164384"/>
                </a:lnTo>
                <a:lnTo>
                  <a:pt x="4941488" y="6149870"/>
                </a:lnTo>
                <a:lnTo>
                  <a:pt x="4855607" y="6153511"/>
                </a:lnTo>
                <a:lnTo>
                  <a:pt x="4769726" y="6157490"/>
                </a:lnTo>
                <a:lnTo>
                  <a:pt x="4683844" y="6155029"/>
                </a:lnTo>
                <a:lnTo>
                  <a:pt x="4597963" y="6170352"/>
                </a:lnTo>
                <a:lnTo>
                  <a:pt x="4512082" y="6148320"/>
                </a:lnTo>
                <a:lnTo>
                  <a:pt x="4426201" y="6160894"/>
                </a:lnTo>
                <a:lnTo>
                  <a:pt x="4340320" y="6148167"/>
                </a:lnTo>
                <a:lnTo>
                  <a:pt x="4254439" y="6166873"/>
                </a:lnTo>
                <a:lnTo>
                  <a:pt x="4168558" y="6146962"/>
                </a:lnTo>
                <a:lnTo>
                  <a:pt x="4082676" y="6144519"/>
                </a:lnTo>
                <a:lnTo>
                  <a:pt x="3996795" y="6134937"/>
                </a:lnTo>
                <a:lnTo>
                  <a:pt x="3910914" y="6123263"/>
                </a:lnTo>
                <a:lnTo>
                  <a:pt x="3825033" y="6140353"/>
                </a:lnTo>
                <a:lnTo>
                  <a:pt x="3739152" y="6153233"/>
                </a:lnTo>
                <a:lnTo>
                  <a:pt x="3653271" y="6149344"/>
                </a:lnTo>
                <a:lnTo>
                  <a:pt x="3567390" y="6152721"/>
                </a:lnTo>
                <a:lnTo>
                  <a:pt x="3481508" y="6169445"/>
                </a:lnTo>
                <a:lnTo>
                  <a:pt x="3395627" y="6150835"/>
                </a:lnTo>
                <a:lnTo>
                  <a:pt x="3309746" y="6176275"/>
                </a:lnTo>
                <a:lnTo>
                  <a:pt x="3223865" y="6172653"/>
                </a:lnTo>
                <a:lnTo>
                  <a:pt x="3137984" y="6145823"/>
                </a:lnTo>
                <a:lnTo>
                  <a:pt x="3052103" y="6138385"/>
                </a:lnTo>
                <a:lnTo>
                  <a:pt x="2966222" y="6154277"/>
                </a:lnTo>
                <a:lnTo>
                  <a:pt x="2880340" y="6178982"/>
                </a:lnTo>
                <a:lnTo>
                  <a:pt x="2794459" y="6156870"/>
                </a:lnTo>
                <a:lnTo>
                  <a:pt x="2708578" y="6155280"/>
                </a:lnTo>
                <a:lnTo>
                  <a:pt x="2622697" y="6123100"/>
                </a:lnTo>
                <a:lnTo>
                  <a:pt x="2536816" y="6110639"/>
                </a:lnTo>
                <a:lnTo>
                  <a:pt x="2450935" y="6132029"/>
                </a:lnTo>
                <a:lnTo>
                  <a:pt x="2365053" y="6138348"/>
                </a:lnTo>
                <a:lnTo>
                  <a:pt x="2279172" y="6143370"/>
                </a:lnTo>
                <a:lnTo>
                  <a:pt x="2193291" y="6101287"/>
                </a:lnTo>
                <a:lnTo>
                  <a:pt x="2107410" y="6110968"/>
                </a:lnTo>
                <a:lnTo>
                  <a:pt x="2021529" y="6117340"/>
                </a:lnTo>
                <a:lnTo>
                  <a:pt x="1935648" y="6127353"/>
                </a:lnTo>
                <a:lnTo>
                  <a:pt x="1849767" y="6140930"/>
                </a:lnTo>
                <a:lnTo>
                  <a:pt x="1763885" y="6172838"/>
                </a:lnTo>
                <a:lnTo>
                  <a:pt x="1678004" y="6179959"/>
                </a:lnTo>
                <a:lnTo>
                  <a:pt x="1592123" y="6172135"/>
                </a:lnTo>
                <a:lnTo>
                  <a:pt x="1506242" y="6167925"/>
                </a:lnTo>
                <a:lnTo>
                  <a:pt x="1420361" y="6151131"/>
                </a:lnTo>
                <a:lnTo>
                  <a:pt x="1334480" y="6141338"/>
                </a:lnTo>
                <a:lnTo>
                  <a:pt x="1248599" y="6149273"/>
                </a:lnTo>
                <a:lnTo>
                  <a:pt x="1162717" y="6174210"/>
                </a:lnTo>
                <a:lnTo>
                  <a:pt x="1076836" y="6174203"/>
                </a:lnTo>
                <a:lnTo>
                  <a:pt x="990955" y="6167107"/>
                </a:lnTo>
                <a:lnTo>
                  <a:pt x="905074" y="6148566"/>
                </a:lnTo>
                <a:lnTo>
                  <a:pt x="819193" y="6173662"/>
                </a:lnTo>
                <a:lnTo>
                  <a:pt x="733312" y="6165314"/>
                </a:lnTo>
                <a:lnTo>
                  <a:pt x="647431" y="6170583"/>
                </a:lnTo>
                <a:lnTo>
                  <a:pt x="561549" y="6158029"/>
                </a:lnTo>
                <a:lnTo>
                  <a:pt x="475668" y="6133049"/>
                </a:lnTo>
                <a:lnTo>
                  <a:pt x="389787" y="6150308"/>
                </a:lnTo>
                <a:lnTo>
                  <a:pt x="303906" y="6139756"/>
                </a:lnTo>
                <a:lnTo>
                  <a:pt x="218025" y="6142870"/>
                </a:lnTo>
                <a:lnTo>
                  <a:pt x="132144" y="6136149"/>
                </a:lnTo>
                <a:lnTo>
                  <a:pt x="67315" y="6133496"/>
                </a:lnTo>
                <a:lnTo>
                  <a:pt x="53966" y="6047636"/>
                </a:lnTo>
                <a:lnTo>
                  <a:pt x="26836" y="5961777"/>
                </a:lnTo>
                <a:lnTo>
                  <a:pt x="46546" y="5875918"/>
                </a:lnTo>
                <a:lnTo>
                  <a:pt x="30646" y="5790059"/>
                </a:lnTo>
                <a:lnTo>
                  <a:pt x="48708" y="5704200"/>
                </a:lnTo>
                <a:lnTo>
                  <a:pt x="65805" y="5618341"/>
                </a:lnTo>
                <a:lnTo>
                  <a:pt x="58620" y="5532481"/>
                </a:lnTo>
                <a:lnTo>
                  <a:pt x="41802" y="5446622"/>
                </a:lnTo>
                <a:lnTo>
                  <a:pt x="39209" y="5360763"/>
                </a:lnTo>
                <a:lnTo>
                  <a:pt x="28811" y="5274904"/>
                </a:lnTo>
                <a:lnTo>
                  <a:pt x="1189" y="5189045"/>
                </a:lnTo>
                <a:lnTo>
                  <a:pt x="35676" y="5103186"/>
                </a:lnTo>
                <a:lnTo>
                  <a:pt x="2608" y="5017326"/>
                </a:lnTo>
                <a:lnTo>
                  <a:pt x="18152" y="4931467"/>
                </a:lnTo>
                <a:lnTo>
                  <a:pt x="21834" y="4845608"/>
                </a:lnTo>
                <a:lnTo>
                  <a:pt x="8713" y="4759749"/>
                </a:lnTo>
                <a:lnTo>
                  <a:pt x="18444" y="4673890"/>
                </a:lnTo>
                <a:lnTo>
                  <a:pt x="29445" y="4588031"/>
                </a:lnTo>
                <a:lnTo>
                  <a:pt x="51651" y="4502172"/>
                </a:lnTo>
                <a:lnTo>
                  <a:pt x="58789" y="4416312"/>
                </a:lnTo>
                <a:lnTo>
                  <a:pt x="24989" y="4330453"/>
                </a:lnTo>
                <a:lnTo>
                  <a:pt x="25616" y="4244594"/>
                </a:lnTo>
                <a:lnTo>
                  <a:pt x="41329" y="4158735"/>
                </a:lnTo>
                <a:lnTo>
                  <a:pt x="48979" y="4072876"/>
                </a:lnTo>
                <a:lnTo>
                  <a:pt x="66291" y="3987017"/>
                </a:lnTo>
                <a:lnTo>
                  <a:pt x="30406" y="3901157"/>
                </a:lnTo>
                <a:lnTo>
                  <a:pt x="19512" y="3815298"/>
                </a:lnTo>
                <a:lnTo>
                  <a:pt x="43144" y="3729439"/>
                </a:lnTo>
                <a:lnTo>
                  <a:pt x="35745" y="3643580"/>
                </a:lnTo>
                <a:lnTo>
                  <a:pt x="42476" y="3557721"/>
                </a:lnTo>
                <a:lnTo>
                  <a:pt x="39211" y="3471862"/>
                </a:lnTo>
                <a:lnTo>
                  <a:pt x="48532" y="3386003"/>
                </a:lnTo>
                <a:lnTo>
                  <a:pt x="46258" y="3300143"/>
                </a:lnTo>
                <a:lnTo>
                  <a:pt x="59139" y="3214284"/>
                </a:lnTo>
                <a:lnTo>
                  <a:pt x="58437" y="3128425"/>
                </a:lnTo>
                <a:lnTo>
                  <a:pt x="61910" y="3042566"/>
                </a:lnTo>
                <a:lnTo>
                  <a:pt x="62743" y="2956707"/>
                </a:lnTo>
                <a:lnTo>
                  <a:pt x="94971" y="2870848"/>
                </a:lnTo>
                <a:lnTo>
                  <a:pt x="75772" y="2784988"/>
                </a:lnTo>
                <a:lnTo>
                  <a:pt x="67631" y="2699129"/>
                </a:lnTo>
                <a:lnTo>
                  <a:pt x="83319" y="2613270"/>
                </a:lnTo>
                <a:lnTo>
                  <a:pt x="73083" y="2527411"/>
                </a:lnTo>
                <a:lnTo>
                  <a:pt x="59049" y="2441552"/>
                </a:lnTo>
                <a:lnTo>
                  <a:pt x="63906" y="2355693"/>
                </a:lnTo>
                <a:lnTo>
                  <a:pt x="54005" y="2269834"/>
                </a:lnTo>
                <a:lnTo>
                  <a:pt x="45217" y="2183974"/>
                </a:lnTo>
                <a:lnTo>
                  <a:pt x="41507" y="2098115"/>
                </a:lnTo>
                <a:lnTo>
                  <a:pt x="29745" y="2012256"/>
                </a:lnTo>
                <a:lnTo>
                  <a:pt x="32465" y="1926397"/>
                </a:lnTo>
                <a:lnTo>
                  <a:pt x="19760" y="1840538"/>
                </a:lnTo>
                <a:lnTo>
                  <a:pt x="4532" y="1754679"/>
                </a:lnTo>
                <a:lnTo>
                  <a:pt x="6256" y="1668819"/>
                </a:lnTo>
                <a:lnTo>
                  <a:pt x="13616" y="1582960"/>
                </a:lnTo>
                <a:lnTo>
                  <a:pt x="12722" y="1497101"/>
                </a:lnTo>
                <a:lnTo>
                  <a:pt x="33717" y="1411242"/>
                </a:lnTo>
                <a:lnTo>
                  <a:pt x="0" y="1325383"/>
                </a:lnTo>
                <a:lnTo>
                  <a:pt x="12469" y="1239524"/>
                </a:lnTo>
                <a:lnTo>
                  <a:pt x="17232" y="1153665"/>
                </a:lnTo>
                <a:lnTo>
                  <a:pt x="12391" y="1067805"/>
                </a:lnTo>
                <a:lnTo>
                  <a:pt x="30806" y="981946"/>
                </a:lnTo>
                <a:lnTo>
                  <a:pt x="32816" y="896087"/>
                </a:lnTo>
                <a:lnTo>
                  <a:pt x="8048" y="810228"/>
                </a:lnTo>
                <a:lnTo>
                  <a:pt x="14036" y="724369"/>
                </a:lnTo>
                <a:lnTo>
                  <a:pt x="32707" y="638510"/>
                </a:lnTo>
                <a:lnTo>
                  <a:pt x="211" y="552650"/>
                </a:lnTo>
                <a:lnTo>
                  <a:pt x="3486" y="466791"/>
                </a:lnTo>
                <a:lnTo>
                  <a:pt x="26061" y="380932"/>
                </a:lnTo>
                <a:lnTo>
                  <a:pt x="32479" y="295073"/>
                </a:lnTo>
                <a:lnTo>
                  <a:pt x="19464" y="209214"/>
                </a:lnTo>
                <a:lnTo>
                  <a:pt x="25148" y="123355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1576000">
            <a:off x="1372740" y="774962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05 · 대표 모델</a:t>
            </a:r>
          </a:p>
        </p:txBody>
      </p:sp>
      <p:sp>
        <p:nvSpPr>
          <p:cNvPr id="6" name="TextBox 5"/>
          <p:cNvSpPr txBox="1"/>
          <p:nvPr/>
        </p:nvSpPr>
        <p:spPr>
          <a:xfrm rot="21576000">
            <a:off x="1375781" y="998232"/>
            <a:ext cx="7239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대표 모델 </a:t>
            </a:r>
            <a:r>
              <a:rPr sz="3104" b="1">
                <a:solidFill>
                  <a:srgbClr val="7A4A2A"/>
                </a:solidFill>
                <a:latin typeface="Arial"/>
                <a:ea typeface="맑은 고딕"/>
              </a:rPr>
              <a:t>한</a:t>
            </a:r>
            <a:r>
              <a:rPr sz="3450" b="1">
                <a:solidFill>
                  <a:srgbClr val="5C2E14"/>
                </a:solidFill>
                <a:latin typeface="Arial Black"/>
                <a:ea typeface="맑은 고딕"/>
              </a:rPr>
              <a:t>눈에</a:t>
            </a:r>
          </a:p>
        </p:txBody>
      </p:sp>
      <p:sp>
        <p:nvSpPr>
          <p:cNvPr id="7" name="Rectangle 6"/>
          <p:cNvSpPr/>
          <p:nvPr/>
        </p:nvSpPr>
        <p:spPr>
          <a:xfrm rot="21576000">
            <a:off x="1380941" y="1809783"/>
            <a:ext cx="9410700" cy="457200"/>
          </a:xfrm>
          <a:prstGeom prst="rect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576000">
            <a:off x="1552477" y="1834321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3"/>
              </a:lnSpc>
            </a:pPr>
            <a:r>
              <a:rPr sz="1275" b="1">
                <a:solidFill>
                  <a:srgbClr val="F3EBDD"/>
                </a:solidFill>
                <a:latin typeface="Arial"/>
                <a:ea typeface="맑은 고딕"/>
              </a:rPr>
              <a:t>모델 · 발표</a:t>
            </a:r>
          </a:p>
        </p:txBody>
      </p:sp>
      <p:sp>
        <p:nvSpPr>
          <p:cNvPr id="9" name="TextBox 8"/>
          <p:cNvSpPr txBox="1"/>
          <p:nvPr/>
        </p:nvSpPr>
        <p:spPr>
          <a:xfrm rot="21576000">
            <a:off x="3933676" y="1819691"/>
            <a:ext cx="146685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3"/>
              </a:lnSpc>
            </a:pPr>
            <a:r>
              <a:rPr sz="1275" b="1">
                <a:solidFill>
                  <a:srgbClr val="F3EBDD"/>
                </a:solidFill>
                <a:latin typeface="Arial"/>
                <a:ea typeface="맑은 고딕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 rot="21576000">
            <a:off x="5743340" y="1795154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3"/>
              </a:lnSpc>
            </a:pPr>
            <a:r>
              <a:rPr sz="1275" b="1">
                <a:solidFill>
                  <a:srgbClr val="F3EBDD"/>
                </a:solidFill>
                <a:latin typeface="Arial"/>
                <a:ea typeface="맑은 고딕"/>
              </a:rPr>
              <a:t>핵심 아이디어</a:t>
            </a:r>
          </a:p>
        </p:txBody>
      </p:sp>
      <p:sp>
        <p:nvSpPr>
          <p:cNvPr id="11" name="Oval 10"/>
          <p:cNvSpPr/>
          <p:nvPr/>
        </p:nvSpPr>
        <p:spPr>
          <a:xfrm rot="21576000">
            <a:off x="1557418" y="2583039"/>
            <a:ext cx="381000" cy="38100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72"/>
              </a:lnSpc>
            </a:pPr>
            <a:r>
              <a:rPr sz="1200" b="1">
                <a:solidFill>
                  <a:srgbClr val="F3EBDD"/>
                </a:solidFill>
                <a:latin typeface="Arial Black"/>
                <a:ea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 rot="21576000">
            <a:off x="2071740" y="2289376"/>
            <a:ext cx="161925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Faster R-CNN</a:t>
            </a:r>
          </a:p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2015</a:t>
            </a:r>
          </a:p>
        </p:txBody>
      </p:sp>
      <p:sp>
        <p:nvSpPr>
          <p:cNvPr id="13" name="TextBox 12"/>
          <p:cNvSpPr txBox="1"/>
          <p:nvPr/>
        </p:nvSpPr>
        <p:spPr>
          <a:xfrm rot="21576000">
            <a:off x="3938596" y="2276675"/>
            <a:ext cx="1524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40"/>
              </a:lnSpc>
            </a:pPr>
            <a:r>
              <a:rPr sz="1275" b="1">
                <a:solidFill>
                  <a:srgbClr val="5C2E14"/>
                </a:solidFill>
                <a:latin typeface="Arial"/>
                <a:ea typeface="맑은 고딕"/>
              </a:rPr>
              <a:t>2-Stage</a:t>
            </a:r>
          </a:p>
        </p:txBody>
      </p:sp>
      <p:sp>
        <p:nvSpPr>
          <p:cNvPr id="14" name="TextBox 13"/>
          <p:cNvSpPr txBox="1"/>
          <p:nvPr/>
        </p:nvSpPr>
        <p:spPr>
          <a:xfrm rot="21576000">
            <a:off x="5748261" y="2252337"/>
            <a:ext cx="48768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후보 영역 제안(RPN)을 신경망 안에 넣어 R-CNN 계열을 빠르게 만들었습니다.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389301" y="3186605"/>
            <a:ext cx="9410471" cy="65699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 rot="21576000">
            <a:off x="1392511" y="3219443"/>
            <a:ext cx="9410700" cy="952500"/>
          </a:xfrm>
          <a:prstGeom prst="rect">
            <a:avLst/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21576000">
            <a:off x="1564067" y="3535515"/>
            <a:ext cx="381000" cy="38100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72"/>
              </a:lnSpc>
            </a:pPr>
            <a:r>
              <a:rPr sz="1200" b="1">
                <a:solidFill>
                  <a:srgbClr val="F3EBDD"/>
                </a:solidFill>
                <a:latin typeface="Arial Black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 rot="21576000">
            <a:off x="2078390" y="3241852"/>
            <a:ext cx="161925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EfficientDet</a:t>
            </a:r>
          </a:p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2020 · Google</a:t>
            </a:r>
          </a:p>
        </p:txBody>
      </p:sp>
      <p:sp>
        <p:nvSpPr>
          <p:cNvPr id="19" name="TextBox 18"/>
          <p:cNvSpPr txBox="1"/>
          <p:nvPr/>
        </p:nvSpPr>
        <p:spPr>
          <a:xfrm rot="21576000">
            <a:off x="3945245" y="3229151"/>
            <a:ext cx="1524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40"/>
              </a:lnSpc>
            </a:pPr>
            <a:r>
              <a:rPr sz="1275" b="1">
                <a:solidFill>
                  <a:srgbClr val="5C2E14"/>
                </a:solidFill>
                <a:latin typeface="Arial"/>
                <a:ea typeface="맑은 고딕"/>
              </a:rPr>
              <a:t>1-Stage</a:t>
            </a:r>
          </a:p>
        </p:txBody>
      </p:sp>
      <p:sp>
        <p:nvSpPr>
          <p:cNvPr id="20" name="TextBox 19"/>
          <p:cNvSpPr txBox="1"/>
          <p:nvPr/>
        </p:nvSpPr>
        <p:spPr>
          <a:xfrm rot="21576000">
            <a:off x="5754910" y="3204814"/>
            <a:ext cx="48768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BiFPN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으로 특징을 섞고, 해상도 · 깊이 · 너비를 함께 키우는 복합 스케일링을 씁니다.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395951" y="4139082"/>
            <a:ext cx="9410471" cy="65699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 rot="21576000">
            <a:off x="1570717" y="4487992"/>
            <a:ext cx="381000" cy="38100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72"/>
              </a:lnSpc>
            </a:pPr>
            <a:r>
              <a:rPr sz="1200" b="1">
                <a:solidFill>
                  <a:srgbClr val="F3EBDD"/>
                </a:solidFill>
                <a:latin typeface="Arial Black"/>
                <a:ea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 rot="21576000">
            <a:off x="2085039" y="4194329"/>
            <a:ext cx="161925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DETR</a:t>
            </a:r>
          </a:p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2020 · Meta</a:t>
            </a:r>
          </a:p>
        </p:txBody>
      </p:sp>
      <p:sp>
        <p:nvSpPr>
          <p:cNvPr id="24" name="TextBox 23"/>
          <p:cNvSpPr txBox="1"/>
          <p:nvPr/>
        </p:nvSpPr>
        <p:spPr>
          <a:xfrm rot="21576000">
            <a:off x="3951895" y="4181628"/>
            <a:ext cx="1524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40"/>
              </a:lnSpc>
            </a:pPr>
            <a:r>
              <a:rPr sz="1275" b="1">
                <a:solidFill>
                  <a:srgbClr val="5C2E14"/>
                </a:solidFill>
                <a:latin typeface="Arial"/>
                <a:ea typeface="맑은 고딕"/>
              </a:rPr>
              <a:t>Transformer</a:t>
            </a:r>
          </a:p>
        </p:txBody>
      </p:sp>
      <p:sp>
        <p:nvSpPr>
          <p:cNvPr id="25" name="TextBox 24"/>
          <p:cNvSpPr txBox="1"/>
          <p:nvPr/>
        </p:nvSpPr>
        <p:spPr>
          <a:xfrm rot="21576000">
            <a:off x="5761560" y="4157291"/>
            <a:ext cx="48768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물체 집합을 한 번에 예측해 </a:t>
            </a: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앵커와 NMS 없이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 탐지합니다.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402601" y="5091559"/>
            <a:ext cx="9410470" cy="65698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 rot="21576000">
            <a:off x="1405811" y="5124397"/>
            <a:ext cx="9410700" cy="952500"/>
          </a:xfrm>
          <a:prstGeom prst="rect">
            <a:avLst/>
          </a:prstGeom>
          <a:solidFill>
            <a:srgbClr val="E1D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21576000">
            <a:off x="1577367" y="5440469"/>
            <a:ext cx="381000" cy="381000"/>
          </a:xfrm>
          <a:prstGeom prst="ellipse">
            <a:avLst/>
          </a:prstGeom>
          <a:solidFill>
            <a:srgbClr val="5C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72"/>
              </a:lnSpc>
            </a:pPr>
            <a:r>
              <a:rPr sz="1200" b="1">
                <a:solidFill>
                  <a:srgbClr val="F3EBDD"/>
                </a:solidFill>
                <a:latin typeface="Arial Black"/>
                <a:ea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 rot="21576000">
            <a:off x="2091689" y="5146806"/>
            <a:ext cx="161925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YOLOv8</a:t>
            </a:r>
          </a:p>
          <a:p>
            <a:pPr algn="l">
              <a:lnSpc>
                <a:spcPts val="1923"/>
              </a:lnSpc>
            </a:pPr>
            <a:r>
              <a:rPr sz="1425" b="1">
                <a:solidFill>
                  <a:srgbClr val="5C2E14"/>
                </a:solidFill>
                <a:latin typeface="Arial"/>
                <a:ea typeface="맑은 고딕"/>
              </a:rPr>
              <a:t>2023 · Ultralytics</a:t>
            </a:r>
          </a:p>
        </p:txBody>
      </p:sp>
      <p:sp>
        <p:nvSpPr>
          <p:cNvPr id="30" name="TextBox 29"/>
          <p:cNvSpPr txBox="1"/>
          <p:nvPr/>
        </p:nvSpPr>
        <p:spPr>
          <a:xfrm rot="21576000">
            <a:off x="3958545" y="5134105"/>
            <a:ext cx="1524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40"/>
              </a:lnSpc>
            </a:pPr>
            <a:r>
              <a:rPr sz="1275" b="1">
                <a:solidFill>
                  <a:srgbClr val="5C2E14"/>
                </a:solidFill>
                <a:latin typeface="Arial"/>
                <a:ea typeface="맑은 고딕"/>
              </a:rPr>
              <a:t>1-Stage</a:t>
            </a:r>
          </a:p>
        </p:txBody>
      </p:sp>
      <p:sp>
        <p:nvSpPr>
          <p:cNvPr id="31" name="TextBox 30"/>
          <p:cNvSpPr txBox="1"/>
          <p:nvPr/>
        </p:nvSpPr>
        <p:spPr>
          <a:xfrm rot="21576000">
            <a:off x="5768210" y="5109767"/>
            <a:ext cx="48768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3B2414"/>
                </a:solidFill>
                <a:latin typeface="Arial"/>
                <a:ea typeface="맑은 고딕"/>
              </a:rPr>
              <a:t>앵커 없는(anchor-free)</a:t>
            </a:r>
            <a:r>
              <a:rPr sz="1275" b="0">
                <a:solidFill>
                  <a:srgbClr val="3B2414"/>
                </a:solidFill>
                <a:latin typeface="Arial"/>
                <a:ea typeface="맑은 고딕"/>
              </a:rPr>
              <a:t> 헤드로 탐지 · 분할 · 포즈를 한 프레임워크에서 지원합니다.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409250" y="6044036"/>
            <a:ext cx="9410471" cy="65698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760000">
            <a:off x="10953750" y="3619500"/>
            <a:ext cx="17145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 rot="240000">
            <a:off x="7476297" y="-509413"/>
            <a:ext cx="5430250" cy="7889997"/>
          </a:xfrm>
          <a:custGeom>
            <a:avLst/>
            <a:gdLst/>
            <a:ahLst/>
            <a:cxnLst/>
            <a:rect l="l" t="t" r="r" b="b"/>
            <a:pathLst>
              <a:path w="5430250" h="7889997">
                <a:moveTo>
                  <a:pt x="48453" y="38231"/>
                </a:moveTo>
                <a:lnTo>
                  <a:pt x="134485" y="39353"/>
                </a:lnTo>
                <a:lnTo>
                  <a:pt x="220517" y="32193"/>
                </a:lnTo>
                <a:lnTo>
                  <a:pt x="306549" y="9308"/>
                </a:lnTo>
                <a:lnTo>
                  <a:pt x="392582" y="11526"/>
                </a:lnTo>
                <a:lnTo>
                  <a:pt x="478614" y="33373"/>
                </a:lnTo>
                <a:lnTo>
                  <a:pt x="564646" y="37344"/>
                </a:lnTo>
                <a:lnTo>
                  <a:pt x="650678" y="21138"/>
                </a:lnTo>
                <a:lnTo>
                  <a:pt x="736711" y="32550"/>
                </a:lnTo>
                <a:lnTo>
                  <a:pt x="822743" y="15577"/>
                </a:lnTo>
                <a:lnTo>
                  <a:pt x="908775" y="30484"/>
                </a:lnTo>
                <a:lnTo>
                  <a:pt x="994807" y="32688"/>
                </a:lnTo>
                <a:lnTo>
                  <a:pt x="1080840" y="15445"/>
                </a:lnTo>
                <a:lnTo>
                  <a:pt x="1166872" y="13262"/>
                </a:lnTo>
                <a:lnTo>
                  <a:pt x="1252904" y="28402"/>
                </a:lnTo>
                <a:lnTo>
                  <a:pt x="1338936" y="18752"/>
                </a:lnTo>
                <a:lnTo>
                  <a:pt x="1424969" y="14845"/>
                </a:lnTo>
                <a:lnTo>
                  <a:pt x="1511001" y="7721"/>
                </a:lnTo>
                <a:lnTo>
                  <a:pt x="1597033" y="5117"/>
                </a:lnTo>
                <a:lnTo>
                  <a:pt x="1683065" y="18095"/>
                </a:lnTo>
                <a:lnTo>
                  <a:pt x="1769098" y="2545"/>
                </a:lnTo>
                <a:lnTo>
                  <a:pt x="1855130" y="21826"/>
                </a:lnTo>
                <a:lnTo>
                  <a:pt x="1941162" y="0"/>
                </a:lnTo>
                <a:lnTo>
                  <a:pt x="2027194" y="14610"/>
                </a:lnTo>
                <a:lnTo>
                  <a:pt x="2113227" y="5296"/>
                </a:lnTo>
                <a:lnTo>
                  <a:pt x="2199259" y="16521"/>
                </a:lnTo>
                <a:lnTo>
                  <a:pt x="2285291" y="23108"/>
                </a:lnTo>
                <a:lnTo>
                  <a:pt x="2371323" y="1708"/>
                </a:lnTo>
                <a:lnTo>
                  <a:pt x="2457356" y="9723"/>
                </a:lnTo>
                <a:lnTo>
                  <a:pt x="2543388" y="39596"/>
                </a:lnTo>
                <a:lnTo>
                  <a:pt x="2629420" y="37535"/>
                </a:lnTo>
                <a:lnTo>
                  <a:pt x="2715453" y="43345"/>
                </a:lnTo>
                <a:lnTo>
                  <a:pt x="2801485" y="23161"/>
                </a:lnTo>
                <a:lnTo>
                  <a:pt x="2887517" y="38390"/>
                </a:lnTo>
                <a:lnTo>
                  <a:pt x="2973549" y="63427"/>
                </a:lnTo>
                <a:lnTo>
                  <a:pt x="3059582" y="68752"/>
                </a:lnTo>
                <a:lnTo>
                  <a:pt x="3145614" y="49583"/>
                </a:lnTo>
                <a:lnTo>
                  <a:pt x="3231646" y="71387"/>
                </a:lnTo>
                <a:lnTo>
                  <a:pt x="3317678" y="80872"/>
                </a:lnTo>
                <a:lnTo>
                  <a:pt x="3403711" y="76489"/>
                </a:lnTo>
                <a:lnTo>
                  <a:pt x="3489743" y="50339"/>
                </a:lnTo>
                <a:lnTo>
                  <a:pt x="3575775" y="73437"/>
                </a:lnTo>
                <a:lnTo>
                  <a:pt x="3661807" y="65288"/>
                </a:lnTo>
                <a:lnTo>
                  <a:pt x="3747840" y="72335"/>
                </a:lnTo>
                <a:lnTo>
                  <a:pt x="3833872" y="72153"/>
                </a:lnTo>
                <a:lnTo>
                  <a:pt x="3919904" y="63879"/>
                </a:lnTo>
                <a:lnTo>
                  <a:pt x="4005936" y="75417"/>
                </a:lnTo>
                <a:lnTo>
                  <a:pt x="4091969" y="54763"/>
                </a:lnTo>
                <a:lnTo>
                  <a:pt x="4178001" y="64664"/>
                </a:lnTo>
                <a:lnTo>
                  <a:pt x="4264033" y="55600"/>
                </a:lnTo>
                <a:lnTo>
                  <a:pt x="4350065" y="74900"/>
                </a:lnTo>
                <a:lnTo>
                  <a:pt x="4436098" y="33529"/>
                </a:lnTo>
                <a:lnTo>
                  <a:pt x="4522130" y="23818"/>
                </a:lnTo>
                <a:lnTo>
                  <a:pt x="4608162" y="36868"/>
                </a:lnTo>
                <a:lnTo>
                  <a:pt x="4694194" y="34893"/>
                </a:lnTo>
                <a:lnTo>
                  <a:pt x="4780227" y="47472"/>
                </a:lnTo>
                <a:lnTo>
                  <a:pt x="4866259" y="41591"/>
                </a:lnTo>
                <a:lnTo>
                  <a:pt x="4952291" y="25596"/>
                </a:lnTo>
                <a:lnTo>
                  <a:pt x="5038323" y="54942"/>
                </a:lnTo>
                <a:lnTo>
                  <a:pt x="5124356" y="20046"/>
                </a:lnTo>
                <a:lnTo>
                  <a:pt x="5210388" y="6333"/>
                </a:lnTo>
                <a:lnTo>
                  <a:pt x="5296420" y="31319"/>
                </a:lnTo>
                <a:lnTo>
                  <a:pt x="5363394" y="33163"/>
                </a:lnTo>
                <a:lnTo>
                  <a:pt x="5373761" y="118993"/>
                </a:lnTo>
                <a:lnTo>
                  <a:pt x="5391858" y="204823"/>
                </a:lnTo>
                <a:lnTo>
                  <a:pt x="5386425" y="290653"/>
                </a:lnTo>
                <a:lnTo>
                  <a:pt x="5406235" y="376482"/>
                </a:lnTo>
                <a:lnTo>
                  <a:pt x="5407525" y="462312"/>
                </a:lnTo>
                <a:lnTo>
                  <a:pt x="5398758" y="548141"/>
                </a:lnTo>
                <a:lnTo>
                  <a:pt x="5420140" y="633970"/>
                </a:lnTo>
                <a:lnTo>
                  <a:pt x="5430250" y="719800"/>
                </a:lnTo>
                <a:lnTo>
                  <a:pt x="5415259" y="805630"/>
                </a:lnTo>
                <a:lnTo>
                  <a:pt x="5390377" y="891459"/>
                </a:lnTo>
                <a:lnTo>
                  <a:pt x="5392507" y="977289"/>
                </a:lnTo>
                <a:lnTo>
                  <a:pt x="5404160" y="1063119"/>
                </a:lnTo>
                <a:lnTo>
                  <a:pt x="5400506" y="1148948"/>
                </a:lnTo>
                <a:lnTo>
                  <a:pt x="5406615" y="1234778"/>
                </a:lnTo>
                <a:lnTo>
                  <a:pt x="5418764" y="1320608"/>
                </a:lnTo>
                <a:lnTo>
                  <a:pt x="5398270" y="1406437"/>
                </a:lnTo>
                <a:lnTo>
                  <a:pt x="5408809" y="1492267"/>
                </a:lnTo>
                <a:lnTo>
                  <a:pt x="5392616" y="1578097"/>
                </a:lnTo>
                <a:lnTo>
                  <a:pt x="5406738" y="1663926"/>
                </a:lnTo>
                <a:lnTo>
                  <a:pt x="5412916" y="1749756"/>
                </a:lnTo>
                <a:lnTo>
                  <a:pt x="5414909" y="1835586"/>
                </a:lnTo>
                <a:lnTo>
                  <a:pt x="5414374" y="1921415"/>
                </a:lnTo>
                <a:lnTo>
                  <a:pt x="5421943" y="2007245"/>
                </a:lnTo>
                <a:lnTo>
                  <a:pt x="5407556" y="2093075"/>
                </a:lnTo>
                <a:lnTo>
                  <a:pt x="5399003" y="2178904"/>
                </a:lnTo>
                <a:lnTo>
                  <a:pt x="5392312" y="2264734"/>
                </a:lnTo>
                <a:lnTo>
                  <a:pt x="5416191" y="2350564"/>
                </a:lnTo>
                <a:lnTo>
                  <a:pt x="5408692" y="2436393"/>
                </a:lnTo>
                <a:lnTo>
                  <a:pt x="5408924" y="2522223"/>
                </a:lnTo>
                <a:lnTo>
                  <a:pt x="5415268" y="2608053"/>
                </a:lnTo>
                <a:lnTo>
                  <a:pt x="5403014" y="2693882"/>
                </a:lnTo>
                <a:lnTo>
                  <a:pt x="5420580" y="2779712"/>
                </a:lnTo>
                <a:lnTo>
                  <a:pt x="5386794" y="2865542"/>
                </a:lnTo>
                <a:lnTo>
                  <a:pt x="5378183" y="2951371"/>
                </a:lnTo>
                <a:lnTo>
                  <a:pt x="5395818" y="3037201"/>
                </a:lnTo>
                <a:lnTo>
                  <a:pt x="5388246" y="3123031"/>
                </a:lnTo>
                <a:lnTo>
                  <a:pt x="5398284" y="3208860"/>
                </a:lnTo>
                <a:lnTo>
                  <a:pt x="5428134" y="3294690"/>
                </a:lnTo>
                <a:lnTo>
                  <a:pt x="5424505" y="3380520"/>
                </a:lnTo>
                <a:lnTo>
                  <a:pt x="5406788" y="3466349"/>
                </a:lnTo>
                <a:lnTo>
                  <a:pt x="5414084" y="3552179"/>
                </a:lnTo>
                <a:lnTo>
                  <a:pt x="5408501" y="3638009"/>
                </a:lnTo>
                <a:lnTo>
                  <a:pt x="5401160" y="3723838"/>
                </a:lnTo>
                <a:lnTo>
                  <a:pt x="5367904" y="3809668"/>
                </a:lnTo>
                <a:lnTo>
                  <a:pt x="5381827" y="3895498"/>
                </a:lnTo>
                <a:lnTo>
                  <a:pt x="5340778" y="3981327"/>
                </a:lnTo>
                <a:lnTo>
                  <a:pt x="5344454" y="4067157"/>
                </a:lnTo>
                <a:lnTo>
                  <a:pt x="5352956" y="4152987"/>
                </a:lnTo>
                <a:lnTo>
                  <a:pt x="5334015" y="4238816"/>
                </a:lnTo>
                <a:lnTo>
                  <a:pt x="5336263" y="4324646"/>
                </a:lnTo>
                <a:lnTo>
                  <a:pt x="5368515" y="4410476"/>
                </a:lnTo>
                <a:lnTo>
                  <a:pt x="5337239" y="4496305"/>
                </a:lnTo>
                <a:lnTo>
                  <a:pt x="5350718" y="4582135"/>
                </a:lnTo>
                <a:lnTo>
                  <a:pt x="5352725" y="4667965"/>
                </a:lnTo>
                <a:lnTo>
                  <a:pt x="5379014" y="4753794"/>
                </a:lnTo>
                <a:lnTo>
                  <a:pt x="5396579" y="4839624"/>
                </a:lnTo>
                <a:lnTo>
                  <a:pt x="5376645" y="4925454"/>
                </a:lnTo>
                <a:lnTo>
                  <a:pt x="5375631" y="5011283"/>
                </a:lnTo>
                <a:lnTo>
                  <a:pt x="5400454" y="5097113"/>
                </a:lnTo>
                <a:lnTo>
                  <a:pt x="5370638" y="5182943"/>
                </a:lnTo>
                <a:lnTo>
                  <a:pt x="5374209" y="5268772"/>
                </a:lnTo>
                <a:lnTo>
                  <a:pt x="5390908" y="5354602"/>
                </a:lnTo>
                <a:lnTo>
                  <a:pt x="5396270" y="5440432"/>
                </a:lnTo>
                <a:lnTo>
                  <a:pt x="5396522" y="5526261"/>
                </a:lnTo>
                <a:lnTo>
                  <a:pt x="5374854" y="5612091"/>
                </a:lnTo>
                <a:lnTo>
                  <a:pt x="5390490" y="5697921"/>
                </a:lnTo>
                <a:lnTo>
                  <a:pt x="5385994" y="5783750"/>
                </a:lnTo>
                <a:lnTo>
                  <a:pt x="5379524" y="5869580"/>
                </a:lnTo>
                <a:lnTo>
                  <a:pt x="5376816" y="5955410"/>
                </a:lnTo>
                <a:lnTo>
                  <a:pt x="5399351" y="6041239"/>
                </a:lnTo>
                <a:lnTo>
                  <a:pt x="5393766" y="6127069"/>
                </a:lnTo>
                <a:lnTo>
                  <a:pt x="5388627" y="6212899"/>
                </a:lnTo>
                <a:lnTo>
                  <a:pt x="5389774" y="6298728"/>
                </a:lnTo>
                <a:lnTo>
                  <a:pt x="5395534" y="6384558"/>
                </a:lnTo>
                <a:lnTo>
                  <a:pt x="5384097" y="6470388"/>
                </a:lnTo>
                <a:lnTo>
                  <a:pt x="5385853" y="6556217"/>
                </a:lnTo>
                <a:lnTo>
                  <a:pt x="5390970" y="6642047"/>
                </a:lnTo>
                <a:lnTo>
                  <a:pt x="5367984" y="6727877"/>
                </a:lnTo>
                <a:lnTo>
                  <a:pt x="5385355" y="6813706"/>
                </a:lnTo>
                <a:lnTo>
                  <a:pt x="5374164" y="6899536"/>
                </a:lnTo>
                <a:lnTo>
                  <a:pt x="5372629" y="6985366"/>
                </a:lnTo>
                <a:lnTo>
                  <a:pt x="5382395" y="7071195"/>
                </a:lnTo>
                <a:lnTo>
                  <a:pt x="5387736" y="7157025"/>
                </a:lnTo>
                <a:lnTo>
                  <a:pt x="5367789" y="7242855"/>
                </a:lnTo>
                <a:lnTo>
                  <a:pt x="5375402" y="7328684"/>
                </a:lnTo>
                <a:lnTo>
                  <a:pt x="5359890" y="7414514"/>
                </a:lnTo>
                <a:lnTo>
                  <a:pt x="5341676" y="7500344"/>
                </a:lnTo>
                <a:lnTo>
                  <a:pt x="5357610" y="7586173"/>
                </a:lnTo>
                <a:lnTo>
                  <a:pt x="5360675" y="7672003"/>
                </a:lnTo>
                <a:lnTo>
                  <a:pt x="5370192" y="7757833"/>
                </a:lnTo>
                <a:lnTo>
                  <a:pt x="5382453" y="7843554"/>
                </a:lnTo>
                <a:lnTo>
                  <a:pt x="5296420" y="7853079"/>
                </a:lnTo>
                <a:lnTo>
                  <a:pt x="5210388" y="7857439"/>
                </a:lnTo>
                <a:lnTo>
                  <a:pt x="5124356" y="7811627"/>
                </a:lnTo>
                <a:lnTo>
                  <a:pt x="5038323" y="7828402"/>
                </a:lnTo>
                <a:lnTo>
                  <a:pt x="4952291" y="7825416"/>
                </a:lnTo>
                <a:lnTo>
                  <a:pt x="4866259" y="7847360"/>
                </a:lnTo>
                <a:lnTo>
                  <a:pt x="4780227" y="7833837"/>
                </a:lnTo>
                <a:lnTo>
                  <a:pt x="4694194" y="7827161"/>
                </a:lnTo>
                <a:lnTo>
                  <a:pt x="4608162" y="7828430"/>
                </a:lnTo>
                <a:lnTo>
                  <a:pt x="4522130" y="7846767"/>
                </a:lnTo>
                <a:lnTo>
                  <a:pt x="4436098" y="7810025"/>
                </a:lnTo>
                <a:lnTo>
                  <a:pt x="4350065" y="7821693"/>
                </a:lnTo>
                <a:lnTo>
                  <a:pt x="4264033" y="7804357"/>
                </a:lnTo>
                <a:lnTo>
                  <a:pt x="4178001" y="7827071"/>
                </a:lnTo>
                <a:lnTo>
                  <a:pt x="4091969" y="7820133"/>
                </a:lnTo>
                <a:lnTo>
                  <a:pt x="4005936" y="7795713"/>
                </a:lnTo>
                <a:lnTo>
                  <a:pt x="3919904" y="7808845"/>
                </a:lnTo>
                <a:lnTo>
                  <a:pt x="3833872" y="7829785"/>
                </a:lnTo>
                <a:lnTo>
                  <a:pt x="3747840" y="7810897"/>
                </a:lnTo>
                <a:lnTo>
                  <a:pt x="3661807" y="7826383"/>
                </a:lnTo>
                <a:lnTo>
                  <a:pt x="3575775" y="7823607"/>
                </a:lnTo>
                <a:lnTo>
                  <a:pt x="3489743" y="7829540"/>
                </a:lnTo>
                <a:lnTo>
                  <a:pt x="3403711" y="7829483"/>
                </a:lnTo>
                <a:lnTo>
                  <a:pt x="3317678" y="7841686"/>
                </a:lnTo>
                <a:lnTo>
                  <a:pt x="3231646" y="7841746"/>
                </a:lnTo>
                <a:lnTo>
                  <a:pt x="3145614" y="7839528"/>
                </a:lnTo>
                <a:lnTo>
                  <a:pt x="3059582" y="7840938"/>
                </a:lnTo>
                <a:lnTo>
                  <a:pt x="2973549" y="7845817"/>
                </a:lnTo>
                <a:lnTo>
                  <a:pt x="2887517" y="7828049"/>
                </a:lnTo>
                <a:lnTo>
                  <a:pt x="2801485" y="7830700"/>
                </a:lnTo>
                <a:lnTo>
                  <a:pt x="2715453" y="7838013"/>
                </a:lnTo>
                <a:lnTo>
                  <a:pt x="2629420" y="7800627"/>
                </a:lnTo>
                <a:lnTo>
                  <a:pt x="2543388" y="7799630"/>
                </a:lnTo>
                <a:lnTo>
                  <a:pt x="2457356" y="7825324"/>
                </a:lnTo>
                <a:lnTo>
                  <a:pt x="2371323" y="7841468"/>
                </a:lnTo>
                <a:lnTo>
                  <a:pt x="2285291" y="7816705"/>
                </a:lnTo>
                <a:lnTo>
                  <a:pt x="2199259" y="7810304"/>
                </a:lnTo>
                <a:lnTo>
                  <a:pt x="2113227" y="7812658"/>
                </a:lnTo>
                <a:lnTo>
                  <a:pt x="2027194" y="7822196"/>
                </a:lnTo>
                <a:lnTo>
                  <a:pt x="1941162" y="7844068"/>
                </a:lnTo>
                <a:lnTo>
                  <a:pt x="1855130" y="7829054"/>
                </a:lnTo>
                <a:lnTo>
                  <a:pt x="1769098" y="7829272"/>
                </a:lnTo>
                <a:lnTo>
                  <a:pt x="1683065" y="7836064"/>
                </a:lnTo>
                <a:lnTo>
                  <a:pt x="1597033" y="7851722"/>
                </a:lnTo>
                <a:lnTo>
                  <a:pt x="1511001" y="7856957"/>
                </a:lnTo>
                <a:lnTo>
                  <a:pt x="1424969" y="7889055"/>
                </a:lnTo>
                <a:lnTo>
                  <a:pt x="1338936" y="7868189"/>
                </a:lnTo>
                <a:lnTo>
                  <a:pt x="1252904" y="7845445"/>
                </a:lnTo>
                <a:lnTo>
                  <a:pt x="1166872" y="7875066"/>
                </a:lnTo>
                <a:lnTo>
                  <a:pt x="1080840" y="7877699"/>
                </a:lnTo>
                <a:lnTo>
                  <a:pt x="994807" y="7859030"/>
                </a:lnTo>
                <a:lnTo>
                  <a:pt x="908775" y="7883246"/>
                </a:lnTo>
                <a:lnTo>
                  <a:pt x="822743" y="7843086"/>
                </a:lnTo>
                <a:lnTo>
                  <a:pt x="736711" y="7836023"/>
                </a:lnTo>
                <a:lnTo>
                  <a:pt x="650678" y="7845355"/>
                </a:lnTo>
                <a:lnTo>
                  <a:pt x="564646" y="7836117"/>
                </a:lnTo>
                <a:lnTo>
                  <a:pt x="478614" y="7857638"/>
                </a:lnTo>
                <a:lnTo>
                  <a:pt x="392582" y="7889997"/>
                </a:lnTo>
                <a:lnTo>
                  <a:pt x="306549" y="7850524"/>
                </a:lnTo>
                <a:lnTo>
                  <a:pt x="220517" y="7835164"/>
                </a:lnTo>
                <a:lnTo>
                  <a:pt x="134485" y="7876190"/>
                </a:lnTo>
                <a:lnTo>
                  <a:pt x="47602" y="7843663"/>
                </a:lnTo>
                <a:lnTo>
                  <a:pt x="77451" y="7757833"/>
                </a:lnTo>
                <a:lnTo>
                  <a:pt x="34263" y="7672003"/>
                </a:lnTo>
                <a:lnTo>
                  <a:pt x="38202" y="7586173"/>
                </a:lnTo>
                <a:lnTo>
                  <a:pt x="59922" y="7500344"/>
                </a:lnTo>
                <a:lnTo>
                  <a:pt x="73876" y="7414514"/>
                </a:lnTo>
                <a:lnTo>
                  <a:pt x="57753" y="7328684"/>
                </a:lnTo>
                <a:lnTo>
                  <a:pt x="37905" y="7242855"/>
                </a:lnTo>
                <a:lnTo>
                  <a:pt x="67669" y="7157025"/>
                </a:lnTo>
                <a:lnTo>
                  <a:pt x="40128" y="7071195"/>
                </a:lnTo>
                <a:lnTo>
                  <a:pt x="60847" y="6985366"/>
                </a:lnTo>
                <a:lnTo>
                  <a:pt x="44868" y="6899536"/>
                </a:lnTo>
                <a:lnTo>
                  <a:pt x="53735" y="6813706"/>
                </a:lnTo>
                <a:lnTo>
                  <a:pt x="70589" y="6727877"/>
                </a:lnTo>
                <a:lnTo>
                  <a:pt x="66833" y="6642047"/>
                </a:lnTo>
                <a:lnTo>
                  <a:pt x="68405" y="6556217"/>
                </a:lnTo>
                <a:lnTo>
                  <a:pt x="52187" y="6470388"/>
                </a:lnTo>
                <a:lnTo>
                  <a:pt x="50225" y="6384558"/>
                </a:lnTo>
                <a:lnTo>
                  <a:pt x="50771" y="6298728"/>
                </a:lnTo>
                <a:lnTo>
                  <a:pt x="62243" y="6212899"/>
                </a:lnTo>
                <a:lnTo>
                  <a:pt x="53445" y="6127069"/>
                </a:lnTo>
                <a:lnTo>
                  <a:pt x="80111" y="6041239"/>
                </a:lnTo>
                <a:lnTo>
                  <a:pt x="82544" y="5955410"/>
                </a:lnTo>
                <a:lnTo>
                  <a:pt x="70728" y="5869580"/>
                </a:lnTo>
                <a:lnTo>
                  <a:pt x="50538" y="5783750"/>
                </a:lnTo>
                <a:lnTo>
                  <a:pt x="71144" y="5697921"/>
                </a:lnTo>
                <a:lnTo>
                  <a:pt x="65439" y="5612091"/>
                </a:lnTo>
                <a:lnTo>
                  <a:pt x="60581" y="5526261"/>
                </a:lnTo>
                <a:lnTo>
                  <a:pt x="80651" y="5440432"/>
                </a:lnTo>
                <a:lnTo>
                  <a:pt x="52014" y="5354602"/>
                </a:lnTo>
                <a:lnTo>
                  <a:pt x="38375" y="5268772"/>
                </a:lnTo>
                <a:lnTo>
                  <a:pt x="53536" y="5182943"/>
                </a:lnTo>
                <a:lnTo>
                  <a:pt x="58303" y="5097113"/>
                </a:lnTo>
                <a:lnTo>
                  <a:pt x="81263" y="5011283"/>
                </a:lnTo>
                <a:lnTo>
                  <a:pt x="64242" y="4925454"/>
                </a:lnTo>
                <a:lnTo>
                  <a:pt x="85064" y="4839624"/>
                </a:lnTo>
                <a:lnTo>
                  <a:pt x="68676" y="4753794"/>
                </a:lnTo>
                <a:lnTo>
                  <a:pt x="63428" y="4667965"/>
                </a:lnTo>
                <a:lnTo>
                  <a:pt x="58290" y="4582135"/>
                </a:lnTo>
                <a:lnTo>
                  <a:pt x="53231" y="4496305"/>
                </a:lnTo>
                <a:lnTo>
                  <a:pt x="63420" y="4410476"/>
                </a:lnTo>
                <a:lnTo>
                  <a:pt x="39859" y="4324646"/>
                </a:lnTo>
                <a:lnTo>
                  <a:pt x="81575" y="4238816"/>
                </a:lnTo>
                <a:lnTo>
                  <a:pt x="63027" y="4152987"/>
                </a:lnTo>
                <a:lnTo>
                  <a:pt x="68189" y="4067157"/>
                </a:lnTo>
                <a:lnTo>
                  <a:pt x="80191" y="3981327"/>
                </a:lnTo>
                <a:lnTo>
                  <a:pt x="42600" y="3895498"/>
                </a:lnTo>
                <a:lnTo>
                  <a:pt x="75734" y="3809668"/>
                </a:lnTo>
                <a:lnTo>
                  <a:pt x="64142" y="3723838"/>
                </a:lnTo>
                <a:lnTo>
                  <a:pt x="59478" y="3638009"/>
                </a:lnTo>
                <a:lnTo>
                  <a:pt x="76243" y="3552179"/>
                </a:lnTo>
                <a:lnTo>
                  <a:pt x="56780" y="3466349"/>
                </a:lnTo>
                <a:lnTo>
                  <a:pt x="60258" y="3380520"/>
                </a:lnTo>
                <a:lnTo>
                  <a:pt x="69076" y="3294690"/>
                </a:lnTo>
                <a:lnTo>
                  <a:pt x="59490" y="3208860"/>
                </a:lnTo>
                <a:lnTo>
                  <a:pt x="50163" y="3123031"/>
                </a:lnTo>
                <a:lnTo>
                  <a:pt x="59110" y="3037201"/>
                </a:lnTo>
                <a:lnTo>
                  <a:pt x="68652" y="2951371"/>
                </a:lnTo>
                <a:lnTo>
                  <a:pt x="49740" y="2865542"/>
                </a:lnTo>
                <a:lnTo>
                  <a:pt x="44524" y="2779712"/>
                </a:lnTo>
                <a:lnTo>
                  <a:pt x="77761" y="2693882"/>
                </a:lnTo>
                <a:lnTo>
                  <a:pt x="69089" y="2608053"/>
                </a:lnTo>
                <a:lnTo>
                  <a:pt x="52090" y="2522223"/>
                </a:lnTo>
                <a:lnTo>
                  <a:pt x="45742" y="2436393"/>
                </a:lnTo>
                <a:lnTo>
                  <a:pt x="55933" y="2350564"/>
                </a:lnTo>
                <a:lnTo>
                  <a:pt x="61349" y="2264734"/>
                </a:lnTo>
                <a:lnTo>
                  <a:pt x="67918" y="2178904"/>
                </a:lnTo>
                <a:lnTo>
                  <a:pt x="62615" y="2093075"/>
                </a:lnTo>
                <a:lnTo>
                  <a:pt x="61961" y="2007245"/>
                </a:lnTo>
                <a:lnTo>
                  <a:pt x="93041" y="1921415"/>
                </a:lnTo>
                <a:lnTo>
                  <a:pt x="59141" y="1835586"/>
                </a:lnTo>
                <a:lnTo>
                  <a:pt x="67185" y="1749756"/>
                </a:lnTo>
                <a:lnTo>
                  <a:pt x="64649" y="1663926"/>
                </a:lnTo>
                <a:lnTo>
                  <a:pt x="54581" y="1578097"/>
                </a:lnTo>
                <a:lnTo>
                  <a:pt x="41338" y="1492267"/>
                </a:lnTo>
                <a:lnTo>
                  <a:pt x="46625" y="1406437"/>
                </a:lnTo>
                <a:lnTo>
                  <a:pt x="56887" y="1320608"/>
                </a:lnTo>
                <a:lnTo>
                  <a:pt x="66881" y="1234778"/>
                </a:lnTo>
                <a:lnTo>
                  <a:pt x="70803" y="1148948"/>
                </a:lnTo>
                <a:lnTo>
                  <a:pt x="84005" y="1063119"/>
                </a:lnTo>
                <a:lnTo>
                  <a:pt x="79247" y="977289"/>
                </a:lnTo>
                <a:lnTo>
                  <a:pt x="81568" y="891459"/>
                </a:lnTo>
                <a:lnTo>
                  <a:pt x="79053" y="805630"/>
                </a:lnTo>
                <a:lnTo>
                  <a:pt x="39860" y="719800"/>
                </a:lnTo>
                <a:lnTo>
                  <a:pt x="48409" y="633970"/>
                </a:lnTo>
                <a:lnTo>
                  <a:pt x="25715" y="548141"/>
                </a:lnTo>
                <a:lnTo>
                  <a:pt x="26571" y="462312"/>
                </a:lnTo>
                <a:lnTo>
                  <a:pt x="32652" y="376482"/>
                </a:lnTo>
                <a:lnTo>
                  <a:pt x="16138" y="290653"/>
                </a:lnTo>
                <a:lnTo>
                  <a:pt x="11430" y="204823"/>
                </a:lnTo>
                <a:lnTo>
                  <a:pt x="0" y="118993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 rot="21540000">
            <a:off x="1007838" y="751457"/>
            <a:ext cx="9227806" cy="5348049"/>
          </a:xfrm>
          <a:custGeom>
            <a:avLst/>
            <a:gdLst/>
            <a:ahLst/>
            <a:cxnLst/>
            <a:rect l="l" t="t" r="r" b="b"/>
            <a:pathLst>
              <a:path w="9227806" h="5348049">
                <a:moveTo>
                  <a:pt x="39912" y="39293"/>
                </a:moveTo>
                <a:lnTo>
                  <a:pt x="126176" y="22013"/>
                </a:lnTo>
                <a:lnTo>
                  <a:pt x="212440" y="38481"/>
                </a:lnTo>
                <a:lnTo>
                  <a:pt x="298704" y="12238"/>
                </a:lnTo>
                <a:lnTo>
                  <a:pt x="384968" y="40583"/>
                </a:lnTo>
                <a:lnTo>
                  <a:pt x="471232" y="35422"/>
                </a:lnTo>
                <a:lnTo>
                  <a:pt x="557496" y="35020"/>
                </a:lnTo>
                <a:lnTo>
                  <a:pt x="643761" y="10701"/>
                </a:lnTo>
                <a:lnTo>
                  <a:pt x="730025" y="22964"/>
                </a:lnTo>
                <a:lnTo>
                  <a:pt x="816289" y="28190"/>
                </a:lnTo>
                <a:lnTo>
                  <a:pt x="902553" y="21836"/>
                </a:lnTo>
                <a:lnTo>
                  <a:pt x="988817" y="61586"/>
                </a:lnTo>
                <a:lnTo>
                  <a:pt x="1075081" y="54855"/>
                </a:lnTo>
                <a:lnTo>
                  <a:pt x="1161345" y="47822"/>
                </a:lnTo>
                <a:lnTo>
                  <a:pt x="1247610" y="46995"/>
                </a:lnTo>
                <a:lnTo>
                  <a:pt x="1333874" y="38902"/>
                </a:lnTo>
                <a:lnTo>
                  <a:pt x="1420138" y="38205"/>
                </a:lnTo>
                <a:lnTo>
                  <a:pt x="1506402" y="13252"/>
                </a:lnTo>
                <a:lnTo>
                  <a:pt x="1592666" y="27145"/>
                </a:lnTo>
                <a:lnTo>
                  <a:pt x="1678930" y="41233"/>
                </a:lnTo>
                <a:lnTo>
                  <a:pt x="1765195" y="33367"/>
                </a:lnTo>
                <a:lnTo>
                  <a:pt x="1851459" y="37349"/>
                </a:lnTo>
                <a:lnTo>
                  <a:pt x="1937723" y="53457"/>
                </a:lnTo>
                <a:lnTo>
                  <a:pt x="2023987" y="30210"/>
                </a:lnTo>
                <a:lnTo>
                  <a:pt x="2110251" y="38274"/>
                </a:lnTo>
                <a:lnTo>
                  <a:pt x="2196515" y="80475"/>
                </a:lnTo>
                <a:lnTo>
                  <a:pt x="2282779" y="57765"/>
                </a:lnTo>
                <a:lnTo>
                  <a:pt x="2369044" y="70680"/>
                </a:lnTo>
                <a:lnTo>
                  <a:pt x="2455308" y="41695"/>
                </a:lnTo>
                <a:lnTo>
                  <a:pt x="2541572" y="58050"/>
                </a:lnTo>
                <a:lnTo>
                  <a:pt x="2627836" y="46639"/>
                </a:lnTo>
                <a:lnTo>
                  <a:pt x="2714100" y="53513"/>
                </a:lnTo>
                <a:lnTo>
                  <a:pt x="2800364" y="50509"/>
                </a:lnTo>
                <a:lnTo>
                  <a:pt x="2886628" y="25554"/>
                </a:lnTo>
                <a:lnTo>
                  <a:pt x="2972893" y="33852"/>
                </a:lnTo>
                <a:lnTo>
                  <a:pt x="3059157" y="14167"/>
                </a:lnTo>
                <a:lnTo>
                  <a:pt x="3145421" y="23926"/>
                </a:lnTo>
                <a:lnTo>
                  <a:pt x="3231685" y="51021"/>
                </a:lnTo>
                <a:lnTo>
                  <a:pt x="3317949" y="68740"/>
                </a:lnTo>
                <a:lnTo>
                  <a:pt x="3404213" y="46889"/>
                </a:lnTo>
                <a:lnTo>
                  <a:pt x="3490478" y="64251"/>
                </a:lnTo>
                <a:lnTo>
                  <a:pt x="3576742" y="36772"/>
                </a:lnTo>
                <a:lnTo>
                  <a:pt x="3663006" y="32219"/>
                </a:lnTo>
                <a:lnTo>
                  <a:pt x="3749270" y="37671"/>
                </a:lnTo>
                <a:lnTo>
                  <a:pt x="3835534" y="12502"/>
                </a:lnTo>
                <a:lnTo>
                  <a:pt x="3921798" y="11532"/>
                </a:lnTo>
                <a:lnTo>
                  <a:pt x="4008062" y="0"/>
                </a:lnTo>
                <a:lnTo>
                  <a:pt x="4094327" y="31660"/>
                </a:lnTo>
                <a:lnTo>
                  <a:pt x="4180591" y="25197"/>
                </a:lnTo>
                <a:lnTo>
                  <a:pt x="4266855" y="34708"/>
                </a:lnTo>
                <a:lnTo>
                  <a:pt x="4353119" y="6888"/>
                </a:lnTo>
                <a:lnTo>
                  <a:pt x="4439383" y="15577"/>
                </a:lnTo>
                <a:lnTo>
                  <a:pt x="4525647" y="34085"/>
                </a:lnTo>
                <a:lnTo>
                  <a:pt x="4611912" y="32782"/>
                </a:lnTo>
                <a:lnTo>
                  <a:pt x="4698176" y="25600"/>
                </a:lnTo>
                <a:lnTo>
                  <a:pt x="4784440" y="49025"/>
                </a:lnTo>
                <a:lnTo>
                  <a:pt x="4870704" y="36564"/>
                </a:lnTo>
                <a:lnTo>
                  <a:pt x="4956968" y="54684"/>
                </a:lnTo>
                <a:lnTo>
                  <a:pt x="5043232" y="59316"/>
                </a:lnTo>
                <a:lnTo>
                  <a:pt x="5129496" y="18320"/>
                </a:lnTo>
                <a:lnTo>
                  <a:pt x="5215761" y="44879"/>
                </a:lnTo>
                <a:lnTo>
                  <a:pt x="5302025" y="59513"/>
                </a:lnTo>
                <a:lnTo>
                  <a:pt x="5388289" y="37457"/>
                </a:lnTo>
                <a:lnTo>
                  <a:pt x="5474553" y="46899"/>
                </a:lnTo>
                <a:lnTo>
                  <a:pt x="5560817" y="35835"/>
                </a:lnTo>
                <a:lnTo>
                  <a:pt x="5647081" y="33354"/>
                </a:lnTo>
                <a:lnTo>
                  <a:pt x="5733345" y="32725"/>
                </a:lnTo>
                <a:lnTo>
                  <a:pt x="5819610" y="33453"/>
                </a:lnTo>
                <a:lnTo>
                  <a:pt x="5905874" y="44860"/>
                </a:lnTo>
                <a:lnTo>
                  <a:pt x="5992138" y="36527"/>
                </a:lnTo>
                <a:lnTo>
                  <a:pt x="6078402" y="10998"/>
                </a:lnTo>
                <a:lnTo>
                  <a:pt x="6164666" y="15277"/>
                </a:lnTo>
                <a:lnTo>
                  <a:pt x="6250930" y="9774"/>
                </a:lnTo>
                <a:lnTo>
                  <a:pt x="6337195" y="20862"/>
                </a:lnTo>
                <a:lnTo>
                  <a:pt x="6423459" y="6481"/>
                </a:lnTo>
                <a:lnTo>
                  <a:pt x="6509723" y="22825"/>
                </a:lnTo>
                <a:lnTo>
                  <a:pt x="6595987" y="38922"/>
                </a:lnTo>
                <a:lnTo>
                  <a:pt x="6682251" y="37988"/>
                </a:lnTo>
                <a:lnTo>
                  <a:pt x="6768515" y="14978"/>
                </a:lnTo>
                <a:lnTo>
                  <a:pt x="6854779" y="18074"/>
                </a:lnTo>
                <a:lnTo>
                  <a:pt x="6941044" y="34668"/>
                </a:lnTo>
                <a:lnTo>
                  <a:pt x="7027308" y="59938"/>
                </a:lnTo>
                <a:lnTo>
                  <a:pt x="7113572" y="26408"/>
                </a:lnTo>
                <a:lnTo>
                  <a:pt x="7199836" y="9388"/>
                </a:lnTo>
                <a:lnTo>
                  <a:pt x="7286100" y="17175"/>
                </a:lnTo>
                <a:lnTo>
                  <a:pt x="7372364" y="25133"/>
                </a:lnTo>
                <a:lnTo>
                  <a:pt x="7458628" y="2017"/>
                </a:lnTo>
                <a:lnTo>
                  <a:pt x="7544893" y="26576"/>
                </a:lnTo>
                <a:lnTo>
                  <a:pt x="7631157" y="27221"/>
                </a:lnTo>
                <a:lnTo>
                  <a:pt x="7717421" y="47831"/>
                </a:lnTo>
                <a:lnTo>
                  <a:pt x="7803685" y="49662"/>
                </a:lnTo>
                <a:lnTo>
                  <a:pt x="7889949" y="23792"/>
                </a:lnTo>
                <a:lnTo>
                  <a:pt x="7976213" y="36047"/>
                </a:lnTo>
                <a:lnTo>
                  <a:pt x="8062478" y="25137"/>
                </a:lnTo>
                <a:lnTo>
                  <a:pt x="8148742" y="27275"/>
                </a:lnTo>
                <a:lnTo>
                  <a:pt x="8235006" y="19485"/>
                </a:lnTo>
                <a:lnTo>
                  <a:pt x="8321270" y="42609"/>
                </a:lnTo>
                <a:lnTo>
                  <a:pt x="8407534" y="26801"/>
                </a:lnTo>
                <a:lnTo>
                  <a:pt x="8493798" y="40872"/>
                </a:lnTo>
                <a:lnTo>
                  <a:pt x="8580062" y="25806"/>
                </a:lnTo>
                <a:lnTo>
                  <a:pt x="8666327" y="64560"/>
                </a:lnTo>
                <a:lnTo>
                  <a:pt x="8752591" y="23674"/>
                </a:lnTo>
                <a:lnTo>
                  <a:pt x="8838855" y="32917"/>
                </a:lnTo>
                <a:lnTo>
                  <a:pt x="8925119" y="34694"/>
                </a:lnTo>
                <a:lnTo>
                  <a:pt x="9011383" y="22538"/>
                </a:lnTo>
                <a:lnTo>
                  <a:pt x="9097647" y="26616"/>
                </a:lnTo>
                <a:lnTo>
                  <a:pt x="9155546" y="48643"/>
                </a:lnTo>
                <a:lnTo>
                  <a:pt x="9187728" y="134836"/>
                </a:lnTo>
                <a:lnTo>
                  <a:pt x="9196513" y="221029"/>
                </a:lnTo>
                <a:lnTo>
                  <a:pt x="9182344" y="307223"/>
                </a:lnTo>
                <a:lnTo>
                  <a:pt x="9162554" y="393416"/>
                </a:lnTo>
                <a:lnTo>
                  <a:pt x="9166971" y="479610"/>
                </a:lnTo>
                <a:lnTo>
                  <a:pt x="9174065" y="565803"/>
                </a:lnTo>
                <a:lnTo>
                  <a:pt x="9177441" y="651997"/>
                </a:lnTo>
                <a:lnTo>
                  <a:pt x="9183981" y="738190"/>
                </a:lnTo>
                <a:lnTo>
                  <a:pt x="9199681" y="824383"/>
                </a:lnTo>
                <a:lnTo>
                  <a:pt x="9208798" y="910577"/>
                </a:lnTo>
                <a:lnTo>
                  <a:pt x="9201592" y="996770"/>
                </a:lnTo>
                <a:lnTo>
                  <a:pt x="9182493" y="1082964"/>
                </a:lnTo>
                <a:lnTo>
                  <a:pt x="9202477" y="1169157"/>
                </a:lnTo>
                <a:lnTo>
                  <a:pt x="9181315" y="1255351"/>
                </a:lnTo>
                <a:lnTo>
                  <a:pt x="9171693" y="1341544"/>
                </a:lnTo>
                <a:lnTo>
                  <a:pt x="9187645" y="1427738"/>
                </a:lnTo>
                <a:lnTo>
                  <a:pt x="9178626" y="1513931"/>
                </a:lnTo>
                <a:lnTo>
                  <a:pt x="9184545" y="1600124"/>
                </a:lnTo>
                <a:lnTo>
                  <a:pt x="9192825" y="1686318"/>
                </a:lnTo>
                <a:lnTo>
                  <a:pt x="9180754" y="1772511"/>
                </a:lnTo>
                <a:lnTo>
                  <a:pt x="9205216" y="1858705"/>
                </a:lnTo>
                <a:lnTo>
                  <a:pt x="9207308" y="1944898"/>
                </a:lnTo>
                <a:lnTo>
                  <a:pt x="9191371" y="2031092"/>
                </a:lnTo>
                <a:lnTo>
                  <a:pt x="9186792" y="2117285"/>
                </a:lnTo>
                <a:lnTo>
                  <a:pt x="9197898" y="2203479"/>
                </a:lnTo>
                <a:lnTo>
                  <a:pt x="9189852" y="2289672"/>
                </a:lnTo>
                <a:lnTo>
                  <a:pt x="9194015" y="2375865"/>
                </a:lnTo>
                <a:lnTo>
                  <a:pt x="9226724" y="2462059"/>
                </a:lnTo>
                <a:lnTo>
                  <a:pt x="9205231" y="2548252"/>
                </a:lnTo>
                <a:lnTo>
                  <a:pt x="9178608" y="2634446"/>
                </a:lnTo>
                <a:lnTo>
                  <a:pt x="9164388" y="2720639"/>
                </a:lnTo>
                <a:lnTo>
                  <a:pt x="9191469" y="2806833"/>
                </a:lnTo>
                <a:lnTo>
                  <a:pt x="9217087" y="2893026"/>
                </a:lnTo>
                <a:lnTo>
                  <a:pt x="9203268" y="2979220"/>
                </a:lnTo>
                <a:lnTo>
                  <a:pt x="9227806" y="3065413"/>
                </a:lnTo>
                <a:lnTo>
                  <a:pt x="9219298" y="3151606"/>
                </a:lnTo>
                <a:lnTo>
                  <a:pt x="9211006" y="3237800"/>
                </a:lnTo>
                <a:lnTo>
                  <a:pt x="9218596" y="3323993"/>
                </a:lnTo>
                <a:lnTo>
                  <a:pt x="9198532" y="3410187"/>
                </a:lnTo>
                <a:lnTo>
                  <a:pt x="9212765" y="3496380"/>
                </a:lnTo>
                <a:lnTo>
                  <a:pt x="9208140" y="3582574"/>
                </a:lnTo>
                <a:lnTo>
                  <a:pt x="9217626" y="3668767"/>
                </a:lnTo>
                <a:lnTo>
                  <a:pt x="9200511" y="3754961"/>
                </a:lnTo>
                <a:lnTo>
                  <a:pt x="9220099" y="3841154"/>
                </a:lnTo>
                <a:lnTo>
                  <a:pt x="9179722" y="3927347"/>
                </a:lnTo>
                <a:lnTo>
                  <a:pt x="9168916" y="4013541"/>
                </a:lnTo>
                <a:lnTo>
                  <a:pt x="9207014" y="4099734"/>
                </a:lnTo>
                <a:lnTo>
                  <a:pt x="9206056" y="4185928"/>
                </a:lnTo>
                <a:lnTo>
                  <a:pt x="9222148" y="4272121"/>
                </a:lnTo>
                <a:lnTo>
                  <a:pt x="9227157" y="4358315"/>
                </a:lnTo>
                <a:lnTo>
                  <a:pt x="9206962" y="4444508"/>
                </a:lnTo>
                <a:lnTo>
                  <a:pt x="9200968" y="4530702"/>
                </a:lnTo>
                <a:lnTo>
                  <a:pt x="9210911" y="4616895"/>
                </a:lnTo>
                <a:lnTo>
                  <a:pt x="9178035" y="4703088"/>
                </a:lnTo>
                <a:lnTo>
                  <a:pt x="9172580" y="4789282"/>
                </a:lnTo>
                <a:lnTo>
                  <a:pt x="9187143" y="4875475"/>
                </a:lnTo>
                <a:lnTo>
                  <a:pt x="9208574" y="4961669"/>
                </a:lnTo>
                <a:lnTo>
                  <a:pt x="9182757" y="5047862"/>
                </a:lnTo>
                <a:lnTo>
                  <a:pt x="9200570" y="5134056"/>
                </a:lnTo>
                <a:lnTo>
                  <a:pt x="9173241" y="5220249"/>
                </a:lnTo>
                <a:lnTo>
                  <a:pt x="9183912" y="5284729"/>
                </a:lnTo>
                <a:lnTo>
                  <a:pt x="9097647" y="5286378"/>
                </a:lnTo>
                <a:lnTo>
                  <a:pt x="9011383" y="5265906"/>
                </a:lnTo>
                <a:lnTo>
                  <a:pt x="8925119" y="5269719"/>
                </a:lnTo>
                <a:lnTo>
                  <a:pt x="8838855" y="5304601"/>
                </a:lnTo>
                <a:lnTo>
                  <a:pt x="8752591" y="5267557"/>
                </a:lnTo>
                <a:lnTo>
                  <a:pt x="8666327" y="5281381"/>
                </a:lnTo>
                <a:lnTo>
                  <a:pt x="8580062" y="5270678"/>
                </a:lnTo>
                <a:lnTo>
                  <a:pt x="8493798" y="5288905"/>
                </a:lnTo>
                <a:lnTo>
                  <a:pt x="8407534" y="5287136"/>
                </a:lnTo>
                <a:lnTo>
                  <a:pt x="8321270" y="5289094"/>
                </a:lnTo>
                <a:lnTo>
                  <a:pt x="8235006" y="5261083"/>
                </a:lnTo>
                <a:lnTo>
                  <a:pt x="8148742" y="5288848"/>
                </a:lnTo>
                <a:lnTo>
                  <a:pt x="8062478" y="5280180"/>
                </a:lnTo>
                <a:lnTo>
                  <a:pt x="7976213" y="5292982"/>
                </a:lnTo>
                <a:lnTo>
                  <a:pt x="7889949" y="5276591"/>
                </a:lnTo>
                <a:lnTo>
                  <a:pt x="7803685" y="5293324"/>
                </a:lnTo>
                <a:lnTo>
                  <a:pt x="7717421" y="5285556"/>
                </a:lnTo>
                <a:lnTo>
                  <a:pt x="7631157" y="5294884"/>
                </a:lnTo>
                <a:lnTo>
                  <a:pt x="7544893" y="5296309"/>
                </a:lnTo>
                <a:lnTo>
                  <a:pt x="7458628" y="5331257"/>
                </a:lnTo>
                <a:lnTo>
                  <a:pt x="7372364" y="5319746"/>
                </a:lnTo>
                <a:lnTo>
                  <a:pt x="7286100" y="5338152"/>
                </a:lnTo>
                <a:lnTo>
                  <a:pt x="7199836" y="5308666"/>
                </a:lnTo>
                <a:lnTo>
                  <a:pt x="7113572" y="5309292"/>
                </a:lnTo>
                <a:lnTo>
                  <a:pt x="7027308" y="5323862"/>
                </a:lnTo>
                <a:lnTo>
                  <a:pt x="6941044" y="5303323"/>
                </a:lnTo>
                <a:lnTo>
                  <a:pt x="6854779" y="5303180"/>
                </a:lnTo>
                <a:lnTo>
                  <a:pt x="6768515" y="5308014"/>
                </a:lnTo>
                <a:lnTo>
                  <a:pt x="6682251" y="5313774"/>
                </a:lnTo>
                <a:lnTo>
                  <a:pt x="6595987" y="5308738"/>
                </a:lnTo>
                <a:lnTo>
                  <a:pt x="6509723" y="5305886"/>
                </a:lnTo>
                <a:lnTo>
                  <a:pt x="6423459" y="5294782"/>
                </a:lnTo>
                <a:lnTo>
                  <a:pt x="6337195" y="5319723"/>
                </a:lnTo>
                <a:lnTo>
                  <a:pt x="6250930" y="5305282"/>
                </a:lnTo>
                <a:lnTo>
                  <a:pt x="6164666" y="5280755"/>
                </a:lnTo>
                <a:lnTo>
                  <a:pt x="6078402" y="5296592"/>
                </a:lnTo>
                <a:lnTo>
                  <a:pt x="5992138" y="5316419"/>
                </a:lnTo>
                <a:lnTo>
                  <a:pt x="5905874" y="5315717"/>
                </a:lnTo>
                <a:lnTo>
                  <a:pt x="5819610" y="5319581"/>
                </a:lnTo>
                <a:lnTo>
                  <a:pt x="5733345" y="5345876"/>
                </a:lnTo>
                <a:lnTo>
                  <a:pt x="5647081" y="5335830"/>
                </a:lnTo>
                <a:lnTo>
                  <a:pt x="5560817" y="5326727"/>
                </a:lnTo>
                <a:lnTo>
                  <a:pt x="5474553" y="5341572"/>
                </a:lnTo>
                <a:lnTo>
                  <a:pt x="5388289" y="5327002"/>
                </a:lnTo>
                <a:lnTo>
                  <a:pt x="5302025" y="5315293"/>
                </a:lnTo>
                <a:lnTo>
                  <a:pt x="5215761" y="5330674"/>
                </a:lnTo>
                <a:lnTo>
                  <a:pt x="5129496" y="5301291"/>
                </a:lnTo>
                <a:lnTo>
                  <a:pt x="5043232" y="5302918"/>
                </a:lnTo>
                <a:lnTo>
                  <a:pt x="4956968" y="5316045"/>
                </a:lnTo>
                <a:lnTo>
                  <a:pt x="4870704" y="5333329"/>
                </a:lnTo>
                <a:lnTo>
                  <a:pt x="4784440" y="5309729"/>
                </a:lnTo>
                <a:lnTo>
                  <a:pt x="4698176" y="5321307"/>
                </a:lnTo>
                <a:lnTo>
                  <a:pt x="4611912" y="5341813"/>
                </a:lnTo>
                <a:lnTo>
                  <a:pt x="4525647" y="5322669"/>
                </a:lnTo>
                <a:lnTo>
                  <a:pt x="4439383" y="5347280"/>
                </a:lnTo>
                <a:lnTo>
                  <a:pt x="4353119" y="5318982"/>
                </a:lnTo>
                <a:lnTo>
                  <a:pt x="4266855" y="5327670"/>
                </a:lnTo>
                <a:lnTo>
                  <a:pt x="4180591" y="5313845"/>
                </a:lnTo>
                <a:lnTo>
                  <a:pt x="4094327" y="5321340"/>
                </a:lnTo>
                <a:lnTo>
                  <a:pt x="4008062" y="5330157"/>
                </a:lnTo>
                <a:lnTo>
                  <a:pt x="3921798" y="5348049"/>
                </a:lnTo>
                <a:lnTo>
                  <a:pt x="3835534" y="5347031"/>
                </a:lnTo>
                <a:lnTo>
                  <a:pt x="3749270" y="5328097"/>
                </a:lnTo>
                <a:lnTo>
                  <a:pt x="3663006" y="5337671"/>
                </a:lnTo>
                <a:lnTo>
                  <a:pt x="3576742" y="5325456"/>
                </a:lnTo>
                <a:lnTo>
                  <a:pt x="3490478" y="5341326"/>
                </a:lnTo>
                <a:lnTo>
                  <a:pt x="3404213" y="5327696"/>
                </a:lnTo>
                <a:lnTo>
                  <a:pt x="3317949" y="5325856"/>
                </a:lnTo>
                <a:lnTo>
                  <a:pt x="3231685" y="5329186"/>
                </a:lnTo>
                <a:lnTo>
                  <a:pt x="3145421" y="5304459"/>
                </a:lnTo>
                <a:lnTo>
                  <a:pt x="3059157" y="5328546"/>
                </a:lnTo>
                <a:lnTo>
                  <a:pt x="2972893" y="5347870"/>
                </a:lnTo>
                <a:lnTo>
                  <a:pt x="2886628" y="5331838"/>
                </a:lnTo>
                <a:lnTo>
                  <a:pt x="2800364" y="5344494"/>
                </a:lnTo>
                <a:lnTo>
                  <a:pt x="2714100" y="5344703"/>
                </a:lnTo>
                <a:lnTo>
                  <a:pt x="2627836" y="5327277"/>
                </a:lnTo>
                <a:lnTo>
                  <a:pt x="2541572" y="5320420"/>
                </a:lnTo>
                <a:lnTo>
                  <a:pt x="2455308" y="5328348"/>
                </a:lnTo>
                <a:lnTo>
                  <a:pt x="2369044" y="5333701"/>
                </a:lnTo>
                <a:lnTo>
                  <a:pt x="2282779" y="5292481"/>
                </a:lnTo>
                <a:lnTo>
                  <a:pt x="2196515" y="5323864"/>
                </a:lnTo>
                <a:lnTo>
                  <a:pt x="2110251" y="5288507"/>
                </a:lnTo>
                <a:lnTo>
                  <a:pt x="2023987" y="5289196"/>
                </a:lnTo>
                <a:lnTo>
                  <a:pt x="1937723" y="5283904"/>
                </a:lnTo>
                <a:lnTo>
                  <a:pt x="1851459" y="5287759"/>
                </a:lnTo>
                <a:lnTo>
                  <a:pt x="1765195" y="5260036"/>
                </a:lnTo>
                <a:lnTo>
                  <a:pt x="1678930" y="5285520"/>
                </a:lnTo>
                <a:lnTo>
                  <a:pt x="1592666" y="5289274"/>
                </a:lnTo>
                <a:lnTo>
                  <a:pt x="1506402" y="5287750"/>
                </a:lnTo>
                <a:lnTo>
                  <a:pt x="1420138" y="5272793"/>
                </a:lnTo>
                <a:lnTo>
                  <a:pt x="1333874" y="5261415"/>
                </a:lnTo>
                <a:lnTo>
                  <a:pt x="1247610" y="5279021"/>
                </a:lnTo>
                <a:lnTo>
                  <a:pt x="1161345" y="5281087"/>
                </a:lnTo>
                <a:lnTo>
                  <a:pt x="1075081" y="5286201"/>
                </a:lnTo>
                <a:lnTo>
                  <a:pt x="988817" y="5307683"/>
                </a:lnTo>
                <a:lnTo>
                  <a:pt x="902553" y="5303313"/>
                </a:lnTo>
                <a:lnTo>
                  <a:pt x="816289" y="5308191"/>
                </a:lnTo>
                <a:lnTo>
                  <a:pt x="730025" y="5291375"/>
                </a:lnTo>
                <a:lnTo>
                  <a:pt x="643761" y="5308210"/>
                </a:lnTo>
                <a:lnTo>
                  <a:pt x="557496" y="5283119"/>
                </a:lnTo>
                <a:lnTo>
                  <a:pt x="471232" y="5291056"/>
                </a:lnTo>
                <a:lnTo>
                  <a:pt x="384968" y="5302571"/>
                </a:lnTo>
                <a:lnTo>
                  <a:pt x="298704" y="5269581"/>
                </a:lnTo>
                <a:lnTo>
                  <a:pt x="212440" y="5274783"/>
                </a:lnTo>
                <a:lnTo>
                  <a:pt x="126176" y="5279318"/>
                </a:lnTo>
                <a:lnTo>
                  <a:pt x="35756" y="5306443"/>
                </a:lnTo>
                <a:lnTo>
                  <a:pt x="67324" y="5220249"/>
                </a:lnTo>
                <a:lnTo>
                  <a:pt x="62208" y="5134056"/>
                </a:lnTo>
                <a:lnTo>
                  <a:pt x="53470" y="5047862"/>
                </a:lnTo>
                <a:lnTo>
                  <a:pt x="69175" y="4961669"/>
                </a:lnTo>
                <a:lnTo>
                  <a:pt x="72073" y="4875475"/>
                </a:lnTo>
                <a:lnTo>
                  <a:pt x="83415" y="4789282"/>
                </a:lnTo>
                <a:lnTo>
                  <a:pt x="79411" y="4703088"/>
                </a:lnTo>
                <a:lnTo>
                  <a:pt x="55040" y="4616895"/>
                </a:lnTo>
                <a:lnTo>
                  <a:pt x="68847" y="4530702"/>
                </a:lnTo>
                <a:lnTo>
                  <a:pt x="40905" y="4444508"/>
                </a:lnTo>
                <a:lnTo>
                  <a:pt x="58794" y="4358315"/>
                </a:lnTo>
                <a:lnTo>
                  <a:pt x="55405" y="4272121"/>
                </a:lnTo>
                <a:lnTo>
                  <a:pt x="44241" y="4185928"/>
                </a:lnTo>
                <a:lnTo>
                  <a:pt x="38030" y="4099734"/>
                </a:lnTo>
                <a:lnTo>
                  <a:pt x="26460" y="4013541"/>
                </a:lnTo>
                <a:lnTo>
                  <a:pt x="48872" y="3927347"/>
                </a:lnTo>
                <a:lnTo>
                  <a:pt x="27798" y="3841154"/>
                </a:lnTo>
                <a:lnTo>
                  <a:pt x="22824" y="3754961"/>
                </a:lnTo>
                <a:lnTo>
                  <a:pt x="30927" y="3668767"/>
                </a:lnTo>
                <a:lnTo>
                  <a:pt x="41171" y="3582574"/>
                </a:lnTo>
                <a:lnTo>
                  <a:pt x="43348" y="3496380"/>
                </a:lnTo>
                <a:lnTo>
                  <a:pt x="61465" y="3410187"/>
                </a:lnTo>
                <a:lnTo>
                  <a:pt x="51442" y="3323993"/>
                </a:lnTo>
                <a:lnTo>
                  <a:pt x="50592" y="3237800"/>
                </a:lnTo>
                <a:lnTo>
                  <a:pt x="34319" y="3151606"/>
                </a:lnTo>
                <a:lnTo>
                  <a:pt x="52792" y="3065413"/>
                </a:lnTo>
                <a:lnTo>
                  <a:pt x="9543" y="2979220"/>
                </a:lnTo>
                <a:lnTo>
                  <a:pt x="8147" y="2893026"/>
                </a:lnTo>
                <a:lnTo>
                  <a:pt x="0" y="2806833"/>
                </a:lnTo>
                <a:lnTo>
                  <a:pt x="18269" y="2720639"/>
                </a:lnTo>
                <a:lnTo>
                  <a:pt x="17780" y="2634446"/>
                </a:lnTo>
                <a:lnTo>
                  <a:pt x="10165" y="2548252"/>
                </a:lnTo>
                <a:lnTo>
                  <a:pt x="29135" y="2462059"/>
                </a:lnTo>
                <a:lnTo>
                  <a:pt x="23106" y="2375865"/>
                </a:lnTo>
                <a:lnTo>
                  <a:pt x="36765" y="2289672"/>
                </a:lnTo>
                <a:lnTo>
                  <a:pt x="8732" y="2203479"/>
                </a:lnTo>
                <a:lnTo>
                  <a:pt x="8349" y="2117285"/>
                </a:lnTo>
                <a:lnTo>
                  <a:pt x="46413" y="2031092"/>
                </a:lnTo>
                <a:lnTo>
                  <a:pt x="31772" y="1944898"/>
                </a:lnTo>
                <a:lnTo>
                  <a:pt x="19585" y="1858705"/>
                </a:lnTo>
                <a:lnTo>
                  <a:pt x="39038" y="1772511"/>
                </a:lnTo>
                <a:lnTo>
                  <a:pt x="43275" y="1686318"/>
                </a:lnTo>
                <a:lnTo>
                  <a:pt x="72213" y="1600124"/>
                </a:lnTo>
                <a:lnTo>
                  <a:pt x="48744" y="1513931"/>
                </a:lnTo>
                <a:lnTo>
                  <a:pt x="65609" y="1427738"/>
                </a:lnTo>
                <a:lnTo>
                  <a:pt x="67795" y="1341544"/>
                </a:lnTo>
                <a:lnTo>
                  <a:pt x="60328" y="1255351"/>
                </a:lnTo>
                <a:lnTo>
                  <a:pt x="42810" y="1169157"/>
                </a:lnTo>
                <a:lnTo>
                  <a:pt x="26251" y="1082964"/>
                </a:lnTo>
                <a:lnTo>
                  <a:pt x="45906" y="996770"/>
                </a:lnTo>
                <a:lnTo>
                  <a:pt x="20143" y="910577"/>
                </a:lnTo>
                <a:lnTo>
                  <a:pt x="29668" y="824383"/>
                </a:lnTo>
                <a:lnTo>
                  <a:pt x="12452" y="738190"/>
                </a:lnTo>
                <a:lnTo>
                  <a:pt x="4233" y="651997"/>
                </a:lnTo>
                <a:lnTo>
                  <a:pt x="11519" y="565803"/>
                </a:lnTo>
                <a:lnTo>
                  <a:pt x="40670" y="479610"/>
                </a:lnTo>
                <a:lnTo>
                  <a:pt x="531" y="393416"/>
                </a:lnTo>
                <a:lnTo>
                  <a:pt x="23077" y="307223"/>
                </a:lnTo>
                <a:lnTo>
                  <a:pt x="33067" y="221029"/>
                </a:lnTo>
                <a:lnTo>
                  <a:pt x="43171" y="134836"/>
                </a:lnTo>
                <a:close/>
              </a:path>
            </a:pathLst>
          </a:custGeom>
          <a:blipFill rotWithShape="1">
            <a:blip r:embed="rId4"/>
            <a:tile tx="0" ty="0" sx="100000" sy="100000" flip="none" algn="tl"/>
          </a:blipFill>
          <a:ln>
            <a:noFill/>
          </a:ln>
          <a:effectLst>
            <a:outerShdw blurRad="133350" dist="66675" dir="5400000" algn="t" rotWithShape="0">
              <a:srgbClr val="281405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1540000">
            <a:off x="1890761" y="1378374"/>
            <a:ext cx="6667500" cy="247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300"/>
              </a:lnSpc>
            </a:pPr>
            <a:r>
              <a:rPr sz="8370" b="1">
                <a:solidFill>
                  <a:srgbClr val="7A4A2A"/>
                </a:solidFill>
                <a:latin typeface="Arial"/>
                <a:ea typeface="맑은 고딕"/>
              </a:rPr>
              <a:t>감</a:t>
            </a:r>
            <a:r>
              <a:rPr sz="9300" b="1">
                <a:solidFill>
                  <a:srgbClr val="5C2E14"/>
                </a:solidFill>
                <a:latin typeface="Arial Black"/>
                <a:ea typeface="맑은 고딕"/>
              </a:rPr>
              <a:t>사</a:t>
            </a:r>
          </a:p>
          <a:p>
            <a:pPr algn="l">
              <a:lnSpc>
                <a:spcPts val="9300"/>
              </a:lnSpc>
            </a:pPr>
            <a:r>
              <a:rPr sz="9300" b="1">
                <a:solidFill>
                  <a:srgbClr val="5C2E14"/>
                </a:solidFill>
                <a:latin typeface="Arial Black"/>
                <a:ea typeface="맑은 고딕"/>
              </a:rPr>
              <a:t>합니</a:t>
            </a:r>
            <a:r>
              <a:rPr sz="8370" b="1">
                <a:solidFill>
                  <a:srgbClr val="7A4A2A"/>
                </a:solidFill>
                <a:latin typeface="Arial"/>
                <a:ea typeface="맑은 고딕"/>
              </a:rPr>
              <a:t>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17202" y="4084012"/>
            <a:ext cx="4380832" cy="76467"/>
          </a:xfrm>
          <a:prstGeom prst="line">
            <a:avLst/>
          </a:prstGeom>
          <a:ln w="19050">
            <a:solidFill>
              <a:srgbClr val="CDBB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21540000">
            <a:off x="1922231" y="4336736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189">
                <a:solidFill>
                  <a:srgbClr val="7A4A2A"/>
                </a:solidFill>
                <a:latin typeface="Arial"/>
                <a:ea typeface="맑은 고딕"/>
              </a:rP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 rot="21540000">
            <a:off x="1926907" y="4567721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3B2414"/>
                </a:solidFill>
                <a:latin typeface="Arial"/>
                <a:ea typeface="맑은 고딕"/>
              </a:rPr>
              <a:t>궁금한 점을 편하게 질문해 주세요</a:t>
            </a:r>
          </a:p>
        </p:txBody>
      </p:sp>
      <p:sp>
        <p:nvSpPr>
          <p:cNvPr id="9" name="TextBox 8"/>
          <p:cNvSpPr txBox="1"/>
          <p:nvPr/>
        </p:nvSpPr>
        <p:spPr>
          <a:xfrm rot="21540000">
            <a:off x="1938377" y="496767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7B6552"/>
                </a:solidFill>
                <a:latin typeface="Arial"/>
                <a:ea typeface="맑은 고딕"/>
              </a:rPr>
              <a:t>참고: Ren et al. 2015 (Faster R-CNN) · Redmon et al. 2016 (YOLO) · Tan et al. 2020 (EfficientDet) · Carion et al. 2020 (DETR) · Ultralytics YOLOv8 문서 (2023)</a:t>
            </a:r>
          </a:p>
        </p:txBody>
      </p:sp>
      <p:pic>
        <p:nvPicPr>
          <p:cNvPr id="10" name="Picture 9" descr="sprig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240000">
            <a:off x="7810500" y="1047750"/>
            <a:ext cx="3048000" cy="6286500"/>
          </a:xfrm>
          <a:prstGeom prst="rect">
            <a:avLst/>
          </a:prstGeom>
        </p:spPr>
      </p:pic>
      <p:pic>
        <p:nvPicPr>
          <p:cNvPr id="11" name="Picture 10" descr="fern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00000">
            <a:off x="10858500" y="3048000"/>
            <a:ext cx="952500" cy="419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