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vg_chart_jobs.svg" ContentType="image/svg+xml"/>
  <Override PartName="/ppt/media/svg_cycle.svg" ContentType="image/svg+xml"/>
  <Override PartName="/ppt/media/svg_fern.svg" ContentType="image/svg+xml"/>
  <Override PartName="/ppt/media/svg_icon_agent.svg" ContentType="image/svg+xml"/>
  <Override PartName="/ppt/media/svg_icon_gen.svg" ContentType="image/svg+xml"/>
  <Override PartName="/ppt/media/svg_icon_physical.svg" ContentType="image/svg+xml"/>
  <Override PartName="/ppt/media/svg_icon_trend.svg" ContentType="image/svg+xml"/>
  <Override PartName="/ppt/media/svg_sprig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svg_sprig.svg"/><Relationship Id="rId8" Type="http://schemas.openxmlformats.org/officeDocument/2006/relationships/image" Target="../media/image6.png"/><Relationship Id="rId9" Type="http://schemas.openxmlformats.org/officeDocument/2006/relationships/image" Target="../media/svg_fern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svg_sprig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6.png"/><Relationship Id="rId6" Type="http://schemas.openxmlformats.org/officeDocument/2006/relationships/image" Target="../media/svg_fern.svg"/><Relationship Id="rId7" Type="http://schemas.openxmlformats.org/officeDocument/2006/relationships/image" Target="../media/image5.png"/><Relationship Id="rId8" Type="http://schemas.openxmlformats.org/officeDocument/2006/relationships/image" Target="../media/svg_sprig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4.jpg"/><Relationship Id="rId6" Type="http://schemas.openxmlformats.org/officeDocument/2006/relationships/image" Target="../media/image8.png"/><Relationship Id="rId7" Type="http://schemas.openxmlformats.org/officeDocument/2006/relationships/image" Target="../media/svg_icon_gen.svg"/><Relationship Id="rId8" Type="http://schemas.openxmlformats.org/officeDocument/2006/relationships/image" Target="../media/image9.png"/><Relationship Id="rId9" Type="http://schemas.openxmlformats.org/officeDocument/2006/relationships/image" Target="../media/svg_icon_agent.svg"/><Relationship Id="rId10" Type="http://schemas.openxmlformats.org/officeDocument/2006/relationships/image" Target="../media/image10.png"/><Relationship Id="rId11" Type="http://schemas.openxmlformats.org/officeDocument/2006/relationships/image" Target="../media/svg_icon_physical.svg"/><Relationship Id="rId12" Type="http://schemas.openxmlformats.org/officeDocument/2006/relationships/image" Target="../media/image5.png"/><Relationship Id="rId13" Type="http://schemas.openxmlformats.org/officeDocument/2006/relationships/image" Target="../media/svg_sprig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jpg"/><Relationship Id="rId4" Type="http://schemas.openxmlformats.org/officeDocument/2006/relationships/image" Target="../media/image4.jpg"/><Relationship Id="rId5" Type="http://schemas.openxmlformats.org/officeDocument/2006/relationships/image" Target="../media/image3.jpg"/><Relationship Id="rId6" Type="http://schemas.openxmlformats.org/officeDocument/2006/relationships/image" Target="../media/image5.png"/><Relationship Id="rId7" Type="http://schemas.openxmlformats.org/officeDocument/2006/relationships/image" Target="../media/svg_sprig.svg"/><Relationship Id="rId8" Type="http://schemas.openxmlformats.org/officeDocument/2006/relationships/image" Target="../media/image6.png"/><Relationship Id="rId9" Type="http://schemas.openxmlformats.org/officeDocument/2006/relationships/image" Target="../media/svg_fern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12.png"/><Relationship Id="rId6" Type="http://schemas.openxmlformats.org/officeDocument/2006/relationships/image" Target="../media/svg_chart_jobs.svg"/><Relationship Id="rId7" Type="http://schemas.openxmlformats.org/officeDocument/2006/relationships/image" Target="../media/image6.png"/><Relationship Id="rId8" Type="http://schemas.openxmlformats.org/officeDocument/2006/relationships/image" Target="../media/svg_fern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4.jpg"/><Relationship Id="rId6" Type="http://schemas.openxmlformats.org/officeDocument/2006/relationships/image" Target="../media/image8.png"/><Relationship Id="rId7" Type="http://schemas.openxmlformats.org/officeDocument/2006/relationships/image" Target="../media/svg_icon_gen.svg"/><Relationship Id="rId8" Type="http://schemas.openxmlformats.org/officeDocument/2006/relationships/image" Target="../media/image9.png"/><Relationship Id="rId9" Type="http://schemas.openxmlformats.org/officeDocument/2006/relationships/image" Target="../media/svg_icon_agent.svg"/><Relationship Id="rId10" Type="http://schemas.openxmlformats.org/officeDocument/2006/relationships/image" Target="../media/image13.png"/><Relationship Id="rId11" Type="http://schemas.openxmlformats.org/officeDocument/2006/relationships/image" Target="../media/svg_icon_trend.svg"/><Relationship Id="rId12" Type="http://schemas.openxmlformats.org/officeDocument/2006/relationships/image" Target="../media/image6.png"/><Relationship Id="rId13" Type="http://schemas.openxmlformats.org/officeDocument/2006/relationships/image" Target="../media/svg_fern.svg"/><Relationship Id="rId14" Type="http://schemas.openxmlformats.org/officeDocument/2006/relationships/image" Target="../media/image5.png"/><Relationship Id="rId15" Type="http://schemas.openxmlformats.org/officeDocument/2006/relationships/image" Target="../media/svg_sprig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5.png"/><Relationship Id="rId6" Type="http://schemas.openxmlformats.org/officeDocument/2006/relationships/image" Target="../media/svg_sprig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4.jpg"/><Relationship Id="rId6" Type="http://schemas.openxmlformats.org/officeDocument/2006/relationships/image" Target="../media/image11.jpg"/><Relationship Id="rId7" Type="http://schemas.openxmlformats.org/officeDocument/2006/relationships/image" Target="../media/image14.png"/><Relationship Id="rId8" Type="http://schemas.openxmlformats.org/officeDocument/2006/relationships/image" Target="../media/svg_cycle.svg"/><Relationship Id="rId9" Type="http://schemas.openxmlformats.org/officeDocument/2006/relationships/image" Target="../media/image5.png"/><Relationship Id="rId10" Type="http://schemas.openxmlformats.org/officeDocument/2006/relationships/image" Target="../media/svg_sprig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svg_sprig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svg_sprig.svg"/><Relationship Id="rId7" Type="http://schemas.openxmlformats.org/officeDocument/2006/relationships/image" Target="../media/image6.png"/><Relationship Id="rId8" Type="http://schemas.openxmlformats.org/officeDocument/2006/relationships/image" Target="../media/svg_fern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svg_sprig.svg"/><Relationship Id="rId7" Type="http://schemas.openxmlformats.org/officeDocument/2006/relationships/image" Target="../media/image6.png"/><Relationship Id="rId8" Type="http://schemas.openxmlformats.org/officeDocument/2006/relationships/image" Target="../media/svg_fern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240000">
            <a:off x="7407103" y="-428503"/>
            <a:ext cx="5376341" cy="2938340"/>
          </a:xfrm>
          <a:custGeom>
            <a:avLst/>
            <a:gdLst/>
            <a:ahLst/>
            <a:cxnLst/>
            <a:rect l="l" t="t" r="r" b="b"/>
            <a:pathLst>
              <a:path w="5376341" h="2938340">
                <a:moveTo>
                  <a:pt x="22397" y="38812"/>
                </a:moveTo>
                <a:lnTo>
                  <a:pt x="108429" y="79665"/>
                </a:lnTo>
                <a:lnTo>
                  <a:pt x="194461" y="69135"/>
                </a:lnTo>
                <a:lnTo>
                  <a:pt x="280493" y="44276"/>
                </a:lnTo>
                <a:lnTo>
                  <a:pt x="366526" y="55047"/>
                </a:lnTo>
                <a:lnTo>
                  <a:pt x="452558" y="56473"/>
                </a:lnTo>
                <a:lnTo>
                  <a:pt x="538590" y="14928"/>
                </a:lnTo>
                <a:lnTo>
                  <a:pt x="624622" y="26895"/>
                </a:lnTo>
                <a:lnTo>
                  <a:pt x="710655" y="15988"/>
                </a:lnTo>
                <a:lnTo>
                  <a:pt x="796687" y="22050"/>
                </a:lnTo>
                <a:lnTo>
                  <a:pt x="882719" y="6353"/>
                </a:lnTo>
                <a:lnTo>
                  <a:pt x="968751" y="9865"/>
                </a:lnTo>
                <a:lnTo>
                  <a:pt x="1054784" y="28852"/>
                </a:lnTo>
                <a:lnTo>
                  <a:pt x="1140816" y="28542"/>
                </a:lnTo>
                <a:lnTo>
                  <a:pt x="1226848" y="30318"/>
                </a:lnTo>
                <a:lnTo>
                  <a:pt x="1312880" y="27674"/>
                </a:lnTo>
                <a:lnTo>
                  <a:pt x="1398913" y="33762"/>
                </a:lnTo>
                <a:lnTo>
                  <a:pt x="1484945" y="15711"/>
                </a:lnTo>
                <a:lnTo>
                  <a:pt x="1570977" y="12442"/>
                </a:lnTo>
                <a:lnTo>
                  <a:pt x="1657009" y="24507"/>
                </a:lnTo>
                <a:lnTo>
                  <a:pt x="1743042" y="19379"/>
                </a:lnTo>
                <a:lnTo>
                  <a:pt x="1829074" y="0"/>
                </a:lnTo>
                <a:lnTo>
                  <a:pt x="1915106" y="1140"/>
                </a:lnTo>
                <a:lnTo>
                  <a:pt x="2001138" y="23785"/>
                </a:lnTo>
                <a:lnTo>
                  <a:pt x="2087171" y="18963"/>
                </a:lnTo>
                <a:lnTo>
                  <a:pt x="2173203" y="27717"/>
                </a:lnTo>
                <a:lnTo>
                  <a:pt x="2259235" y="42328"/>
                </a:lnTo>
                <a:lnTo>
                  <a:pt x="2345267" y="36360"/>
                </a:lnTo>
                <a:lnTo>
                  <a:pt x="2431300" y="35361"/>
                </a:lnTo>
                <a:lnTo>
                  <a:pt x="2517332" y="1810"/>
                </a:lnTo>
                <a:lnTo>
                  <a:pt x="2603364" y="11382"/>
                </a:lnTo>
                <a:lnTo>
                  <a:pt x="2689397" y="44362"/>
                </a:lnTo>
                <a:lnTo>
                  <a:pt x="2775429" y="27000"/>
                </a:lnTo>
                <a:lnTo>
                  <a:pt x="2861461" y="57250"/>
                </a:lnTo>
                <a:lnTo>
                  <a:pt x="2947493" y="67326"/>
                </a:lnTo>
                <a:lnTo>
                  <a:pt x="3033526" y="33927"/>
                </a:lnTo>
                <a:lnTo>
                  <a:pt x="3119558" y="63304"/>
                </a:lnTo>
                <a:lnTo>
                  <a:pt x="3205590" y="64595"/>
                </a:lnTo>
                <a:lnTo>
                  <a:pt x="3291622" y="64795"/>
                </a:lnTo>
                <a:lnTo>
                  <a:pt x="3377655" y="92046"/>
                </a:lnTo>
                <a:lnTo>
                  <a:pt x="3463687" y="57215"/>
                </a:lnTo>
                <a:lnTo>
                  <a:pt x="3549719" y="81432"/>
                </a:lnTo>
                <a:lnTo>
                  <a:pt x="3635751" y="53766"/>
                </a:lnTo>
                <a:lnTo>
                  <a:pt x="3721784" y="75074"/>
                </a:lnTo>
                <a:lnTo>
                  <a:pt x="3807816" y="66720"/>
                </a:lnTo>
                <a:lnTo>
                  <a:pt x="3893848" y="32297"/>
                </a:lnTo>
                <a:lnTo>
                  <a:pt x="3979880" y="48882"/>
                </a:lnTo>
                <a:lnTo>
                  <a:pt x="4065913" y="36897"/>
                </a:lnTo>
                <a:lnTo>
                  <a:pt x="4151945" y="36794"/>
                </a:lnTo>
                <a:lnTo>
                  <a:pt x="4237977" y="25154"/>
                </a:lnTo>
                <a:lnTo>
                  <a:pt x="4324009" y="60102"/>
                </a:lnTo>
                <a:lnTo>
                  <a:pt x="4410042" y="48337"/>
                </a:lnTo>
                <a:lnTo>
                  <a:pt x="4496074" y="45510"/>
                </a:lnTo>
                <a:lnTo>
                  <a:pt x="4582106" y="54029"/>
                </a:lnTo>
                <a:lnTo>
                  <a:pt x="4668138" y="51050"/>
                </a:lnTo>
                <a:lnTo>
                  <a:pt x="4754171" y="60691"/>
                </a:lnTo>
                <a:lnTo>
                  <a:pt x="4840203" y="44794"/>
                </a:lnTo>
                <a:lnTo>
                  <a:pt x="4926235" y="46637"/>
                </a:lnTo>
                <a:lnTo>
                  <a:pt x="5012267" y="26455"/>
                </a:lnTo>
                <a:lnTo>
                  <a:pt x="5098300" y="10592"/>
                </a:lnTo>
                <a:lnTo>
                  <a:pt x="5184332" y="11263"/>
                </a:lnTo>
                <a:lnTo>
                  <a:pt x="5270364" y="15099"/>
                </a:lnTo>
                <a:lnTo>
                  <a:pt x="5344901" y="47503"/>
                </a:lnTo>
                <a:lnTo>
                  <a:pt x="5350619" y="134094"/>
                </a:lnTo>
                <a:lnTo>
                  <a:pt x="5338872" y="220685"/>
                </a:lnTo>
                <a:lnTo>
                  <a:pt x="5350370" y="307276"/>
                </a:lnTo>
                <a:lnTo>
                  <a:pt x="5351149" y="393867"/>
                </a:lnTo>
                <a:lnTo>
                  <a:pt x="5359911" y="480457"/>
                </a:lnTo>
                <a:lnTo>
                  <a:pt x="5354054" y="567048"/>
                </a:lnTo>
                <a:lnTo>
                  <a:pt x="5375402" y="653639"/>
                </a:lnTo>
                <a:lnTo>
                  <a:pt x="5354298" y="740230"/>
                </a:lnTo>
                <a:lnTo>
                  <a:pt x="5367250" y="826821"/>
                </a:lnTo>
                <a:lnTo>
                  <a:pt x="5368380" y="913412"/>
                </a:lnTo>
                <a:lnTo>
                  <a:pt x="5337028" y="1000003"/>
                </a:lnTo>
                <a:lnTo>
                  <a:pt x="5346464" y="1086593"/>
                </a:lnTo>
                <a:lnTo>
                  <a:pt x="5315012" y="1173184"/>
                </a:lnTo>
                <a:lnTo>
                  <a:pt x="5347141" y="1259775"/>
                </a:lnTo>
                <a:lnTo>
                  <a:pt x="5353638" y="1346366"/>
                </a:lnTo>
                <a:lnTo>
                  <a:pt x="5354868" y="1432957"/>
                </a:lnTo>
                <a:lnTo>
                  <a:pt x="5321211" y="1519548"/>
                </a:lnTo>
                <a:lnTo>
                  <a:pt x="5340630" y="1606139"/>
                </a:lnTo>
                <a:lnTo>
                  <a:pt x="5349733" y="1692730"/>
                </a:lnTo>
                <a:lnTo>
                  <a:pt x="5331527" y="1779321"/>
                </a:lnTo>
                <a:lnTo>
                  <a:pt x="5345767" y="1865912"/>
                </a:lnTo>
                <a:lnTo>
                  <a:pt x="5345784" y="1952503"/>
                </a:lnTo>
                <a:lnTo>
                  <a:pt x="5329384" y="2039093"/>
                </a:lnTo>
                <a:lnTo>
                  <a:pt x="5343076" y="2125684"/>
                </a:lnTo>
                <a:lnTo>
                  <a:pt x="5331304" y="2212275"/>
                </a:lnTo>
                <a:lnTo>
                  <a:pt x="5364245" y="2298866"/>
                </a:lnTo>
                <a:lnTo>
                  <a:pt x="5376341" y="2385457"/>
                </a:lnTo>
                <a:lnTo>
                  <a:pt x="5353629" y="2472048"/>
                </a:lnTo>
                <a:lnTo>
                  <a:pt x="5337161" y="2558639"/>
                </a:lnTo>
                <a:lnTo>
                  <a:pt x="5370268" y="2645230"/>
                </a:lnTo>
                <a:lnTo>
                  <a:pt x="5362229" y="2731821"/>
                </a:lnTo>
                <a:lnTo>
                  <a:pt x="5340963" y="2818412"/>
                </a:lnTo>
                <a:lnTo>
                  <a:pt x="5356397" y="2914654"/>
                </a:lnTo>
                <a:lnTo>
                  <a:pt x="5270364" y="2885936"/>
                </a:lnTo>
                <a:lnTo>
                  <a:pt x="5184332" y="2891161"/>
                </a:lnTo>
                <a:lnTo>
                  <a:pt x="5098300" y="2891807"/>
                </a:lnTo>
                <a:lnTo>
                  <a:pt x="5012267" y="2908771"/>
                </a:lnTo>
                <a:lnTo>
                  <a:pt x="4926235" y="2923861"/>
                </a:lnTo>
                <a:lnTo>
                  <a:pt x="4840203" y="2895896"/>
                </a:lnTo>
                <a:lnTo>
                  <a:pt x="4754171" y="2884889"/>
                </a:lnTo>
                <a:lnTo>
                  <a:pt x="4668138" y="2878073"/>
                </a:lnTo>
                <a:lnTo>
                  <a:pt x="4582106" y="2901789"/>
                </a:lnTo>
                <a:lnTo>
                  <a:pt x="4496074" y="2891010"/>
                </a:lnTo>
                <a:lnTo>
                  <a:pt x="4410042" y="2884733"/>
                </a:lnTo>
                <a:lnTo>
                  <a:pt x="4324009" y="2877222"/>
                </a:lnTo>
                <a:lnTo>
                  <a:pt x="4237977" y="2886653"/>
                </a:lnTo>
                <a:lnTo>
                  <a:pt x="4151945" y="2886492"/>
                </a:lnTo>
                <a:lnTo>
                  <a:pt x="4065913" y="2877300"/>
                </a:lnTo>
                <a:lnTo>
                  <a:pt x="3979880" y="2880648"/>
                </a:lnTo>
                <a:lnTo>
                  <a:pt x="3893848" y="2895910"/>
                </a:lnTo>
                <a:lnTo>
                  <a:pt x="3807816" y="2877767"/>
                </a:lnTo>
                <a:lnTo>
                  <a:pt x="3721784" y="2898539"/>
                </a:lnTo>
                <a:lnTo>
                  <a:pt x="3635751" y="2898245"/>
                </a:lnTo>
                <a:lnTo>
                  <a:pt x="3549719" y="2868997"/>
                </a:lnTo>
                <a:lnTo>
                  <a:pt x="3463687" y="2865815"/>
                </a:lnTo>
                <a:lnTo>
                  <a:pt x="3377655" y="2874454"/>
                </a:lnTo>
                <a:lnTo>
                  <a:pt x="3291622" y="2892077"/>
                </a:lnTo>
                <a:lnTo>
                  <a:pt x="3205590" y="2892884"/>
                </a:lnTo>
                <a:lnTo>
                  <a:pt x="3119558" y="2915171"/>
                </a:lnTo>
                <a:lnTo>
                  <a:pt x="3033526" y="2908350"/>
                </a:lnTo>
                <a:lnTo>
                  <a:pt x="2947493" y="2912839"/>
                </a:lnTo>
                <a:lnTo>
                  <a:pt x="2861461" y="2883114"/>
                </a:lnTo>
                <a:lnTo>
                  <a:pt x="2775429" y="2878038"/>
                </a:lnTo>
                <a:lnTo>
                  <a:pt x="2689397" y="2901176"/>
                </a:lnTo>
                <a:lnTo>
                  <a:pt x="2603364" y="2894629"/>
                </a:lnTo>
                <a:lnTo>
                  <a:pt x="2517332" y="2879479"/>
                </a:lnTo>
                <a:lnTo>
                  <a:pt x="2431300" y="2891175"/>
                </a:lnTo>
                <a:lnTo>
                  <a:pt x="2345267" y="2891220"/>
                </a:lnTo>
                <a:lnTo>
                  <a:pt x="2259235" y="2906228"/>
                </a:lnTo>
                <a:lnTo>
                  <a:pt x="2173203" y="2881669"/>
                </a:lnTo>
                <a:lnTo>
                  <a:pt x="2087171" y="2873988"/>
                </a:lnTo>
                <a:lnTo>
                  <a:pt x="2001138" y="2891929"/>
                </a:lnTo>
                <a:lnTo>
                  <a:pt x="1915106" y="2881495"/>
                </a:lnTo>
                <a:lnTo>
                  <a:pt x="1829074" y="2879594"/>
                </a:lnTo>
                <a:lnTo>
                  <a:pt x="1743042" y="2883115"/>
                </a:lnTo>
                <a:lnTo>
                  <a:pt x="1657009" y="2900179"/>
                </a:lnTo>
                <a:lnTo>
                  <a:pt x="1570977" y="2887967"/>
                </a:lnTo>
                <a:lnTo>
                  <a:pt x="1484945" y="2873581"/>
                </a:lnTo>
                <a:lnTo>
                  <a:pt x="1398913" y="2878228"/>
                </a:lnTo>
                <a:lnTo>
                  <a:pt x="1312880" y="2904057"/>
                </a:lnTo>
                <a:lnTo>
                  <a:pt x="1226848" y="2916575"/>
                </a:lnTo>
                <a:lnTo>
                  <a:pt x="1140816" y="2900521"/>
                </a:lnTo>
                <a:lnTo>
                  <a:pt x="1054784" y="2884356"/>
                </a:lnTo>
                <a:lnTo>
                  <a:pt x="968751" y="2883715"/>
                </a:lnTo>
                <a:lnTo>
                  <a:pt x="882719" y="2921089"/>
                </a:lnTo>
                <a:lnTo>
                  <a:pt x="796687" y="2925487"/>
                </a:lnTo>
                <a:lnTo>
                  <a:pt x="710655" y="2912126"/>
                </a:lnTo>
                <a:lnTo>
                  <a:pt x="624622" y="2932448"/>
                </a:lnTo>
                <a:lnTo>
                  <a:pt x="538590" y="2923901"/>
                </a:lnTo>
                <a:lnTo>
                  <a:pt x="452558" y="2900545"/>
                </a:lnTo>
                <a:lnTo>
                  <a:pt x="366526" y="2938340"/>
                </a:lnTo>
                <a:lnTo>
                  <a:pt x="280493" y="2900787"/>
                </a:lnTo>
                <a:lnTo>
                  <a:pt x="194461" y="2895594"/>
                </a:lnTo>
                <a:lnTo>
                  <a:pt x="108429" y="2886380"/>
                </a:lnTo>
                <a:lnTo>
                  <a:pt x="39324" y="2905003"/>
                </a:lnTo>
                <a:lnTo>
                  <a:pt x="25959" y="2818412"/>
                </a:lnTo>
                <a:lnTo>
                  <a:pt x="52687" y="2731821"/>
                </a:lnTo>
                <a:lnTo>
                  <a:pt x="25804" y="2645230"/>
                </a:lnTo>
                <a:lnTo>
                  <a:pt x="42401" y="2558639"/>
                </a:lnTo>
                <a:lnTo>
                  <a:pt x="35458" y="2472048"/>
                </a:lnTo>
                <a:lnTo>
                  <a:pt x="59136" y="2385457"/>
                </a:lnTo>
                <a:lnTo>
                  <a:pt x="54791" y="2298866"/>
                </a:lnTo>
                <a:lnTo>
                  <a:pt x="37782" y="2212275"/>
                </a:lnTo>
                <a:lnTo>
                  <a:pt x="44089" y="2125684"/>
                </a:lnTo>
                <a:lnTo>
                  <a:pt x="37943" y="2039093"/>
                </a:lnTo>
                <a:lnTo>
                  <a:pt x="41114" y="1952503"/>
                </a:lnTo>
                <a:lnTo>
                  <a:pt x="22028" y="1865912"/>
                </a:lnTo>
                <a:lnTo>
                  <a:pt x="22012" y="1779321"/>
                </a:lnTo>
                <a:lnTo>
                  <a:pt x="21668" y="1692730"/>
                </a:lnTo>
                <a:lnTo>
                  <a:pt x="27456" y="1606139"/>
                </a:lnTo>
                <a:lnTo>
                  <a:pt x="41587" y="1519548"/>
                </a:lnTo>
                <a:lnTo>
                  <a:pt x="13887" y="1432957"/>
                </a:lnTo>
                <a:lnTo>
                  <a:pt x="0" y="1346366"/>
                </a:lnTo>
                <a:lnTo>
                  <a:pt x="9189" y="1259775"/>
                </a:lnTo>
                <a:lnTo>
                  <a:pt x="43359" y="1173184"/>
                </a:lnTo>
                <a:lnTo>
                  <a:pt x="33875" y="1086593"/>
                </a:lnTo>
                <a:lnTo>
                  <a:pt x="25119" y="1000003"/>
                </a:lnTo>
                <a:lnTo>
                  <a:pt x="12141" y="913412"/>
                </a:lnTo>
                <a:lnTo>
                  <a:pt x="36541" y="826821"/>
                </a:lnTo>
                <a:lnTo>
                  <a:pt x="26552" y="740230"/>
                </a:lnTo>
                <a:lnTo>
                  <a:pt x="9767" y="653639"/>
                </a:lnTo>
                <a:lnTo>
                  <a:pt x="48354" y="567048"/>
                </a:lnTo>
                <a:lnTo>
                  <a:pt x="35770" y="480457"/>
                </a:lnTo>
                <a:lnTo>
                  <a:pt x="9172" y="393867"/>
                </a:lnTo>
                <a:lnTo>
                  <a:pt x="12763" y="307276"/>
                </a:lnTo>
                <a:lnTo>
                  <a:pt x="40584" y="220685"/>
                </a:lnTo>
                <a:lnTo>
                  <a:pt x="17333" y="134094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 rot="21420000">
            <a:off x="-507806" y="4907597"/>
            <a:ext cx="4234494" cy="2561545"/>
          </a:xfrm>
          <a:custGeom>
            <a:avLst/>
            <a:gdLst/>
            <a:ahLst/>
            <a:cxnLst/>
            <a:rect l="l" t="t" r="r" b="b"/>
            <a:pathLst>
              <a:path w="4234494" h="2561545">
                <a:moveTo>
                  <a:pt x="31556" y="38920"/>
                </a:moveTo>
                <a:lnTo>
                  <a:pt x="118869" y="32383"/>
                </a:lnTo>
                <a:lnTo>
                  <a:pt x="206181" y="23667"/>
                </a:lnTo>
                <a:lnTo>
                  <a:pt x="293494" y="33902"/>
                </a:lnTo>
                <a:lnTo>
                  <a:pt x="380806" y="18658"/>
                </a:lnTo>
                <a:lnTo>
                  <a:pt x="468119" y="21921"/>
                </a:lnTo>
                <a:lnTo>
                  <a:pt x="555431" y="41376"/>
                </a:lnTo>
                <a:lnTo>
                  <a:pt x="642743" y="19033"/>
                </a:lnTo>
                <a:lnTo>
                  <a:pt x="730055" y="29033"/>
                </a:lnTo>
                <a:lnTo>
                  <a:pt x="817368" y="27470"/>
                </a:lnTo>
                <a:lnTo>
                  <a:pt x="904681" y="21734"/>
                </a:lnTo>
                <a:lnTo>
                  <a:pt x="991993" y="16035"/>
                </a:lnTo>
                <a:lnTo>
                  <a:pt x="1079306" y="19352"/>
                </a:lnTo>
                <a:lnTo>
                  <a:pt x="1166618" y="25119"/>
                </a:lnTo>
                <a:lnTo>
                  <a:pt x="1253931" y="0"/>
                </a:lnTo>
                <a:lnTo>
                  <a:pt x="1341243" y="21785"/>
                </a:lnTo>
                <a:lnTo>
                  <a:pt x="1428555" y="24281"/>
                </a:lnTo>
                <a:lnTo>
                  <a:pt x="1515868" y="11208"/>
                </a:lnTo>
                <a:lnTo>
                  <a:pt x="1603181" y="15166"/>
                </a:lnTo>
                <a:lnTo>
                  <a:pt x="1690493" y="21674"/>
                </a:lnTo>
                <a:lnTo>
                  <a:pt x="1777806" y="19974"/>
                </a:lnTo>
                <a:lnTo>
                  <a:pt x="1865118" y="22027"/>
                </a:lnTo>
                <a:lnTo>
                  <a:pt x="1952431" y="43563"/>
                </a:lnTo>
                <a:lnTo>
                  <a:pt x="2039743" y="44342"/>
                </a:lnTo>
                <a:lnTo>
                  <a:pt x="2127056" y="54709"/>
                </a:lnTo>
                <a:lnTo>
                  <a:pt x="2214368" y="41326"/>
                </a:lnTo>
                <a:lnTo>
                  <a:pt x="2301680" y="54667"/>
                </a:lnTo>
                <a:lnTo>
                  <a:pt x="2388993" y="53517"/>
                </a:lnTo>
                <a:lnTo>
                  <a:pt x="2476306" y="62864"/>
                </a:lnTo>
                <a:lnTo>
                  <a:pt x="2563618" y="52669"/>
                </a:lnTo>
                <a:lnTo>
                  <a:pt x="2650931" y="66896"/>
                </a:lnTo>
                <a:lnTo>
                  <a:pt x="2738243" y="78799"/>
                </a:lnTo>
                <a:lnTo>
                  <a:pt x="2825556" y="63886"/>
                </a:lnTo>
                <a:lnTo>
                  <a:pt x="2912868" y="75946"/>
                </a:lnTo>
                <a:lnTo>
                  <a:pt x="3000181" y="70290"/>
                </a:lnTo>
                <a:lnTo>
                  <a:pt x="3087493" y="73787"/>
                </a:lnTo>
                <a:lnTo>
                  <a:pt x="3174806" y="65389"/>
                </a:lnTo>
                <a:lnTo>
                  <a:pt x="3262118" y="80243"/>
                </a:lnTo>
                <a:lnTo>
                  <a:pt x="3349431" y="62669"/>
                </a:lnTo>
                <a:lnTo>
                  <a:pt x="3436743" y="54157"/>
                </a:lnTo>
                <a:lnTo>
                  <a:pt x="3524056" y="31329"/>
                </a:lnTo>
                <a:lnTo>
                  <a:pt x="3611368" y="30494"/>
                </a:lnTo>
                <a:lnTo>
                  <a:pt x="3698681" y="18892"/>
                </a:lnTo>
                <a:lnTo>
                  <a:pt x="3785993" y="22500"/>
                </a:lnTo>
                <a:lnTo>
                  <a:pt x="3873306" y="32990"/>
                </a:lnTo>
                <a:lnTo>
                  <a:pt x="3960618" y="16885"/>
                </a:lnTo>
                <a:lnTo>
                  <a:pt x="4047931" y="31011"/>
                </a:lnTo>
                <a:lnTo>
                  <a:pt x="4135243" y="13652"/>
                </a:lnTo>
                <a:lnTo>
                  <a:pt x="4201147" y="45403"/>
                </a:lnTo>
                <a:lnTo>
                  <a:pt x="4201820" y="133849"/>
                </a:lnTo>
                <a:lnTo>
                  <a:pt x="4220007" y="222295"/>
                </a:lnTo>
                <a:lnTo>
                  <a:pt x="4234494" y="310742"/>
                </a:lnTo>
                <a:lnTo>
                  <a:pt x="4217618" y="399188"/>
                </a:lnTo>
                <a:lnTo>
                  <a:pt x="4186197" y="487635"/>
                </a:lnTo>
                <a:lnTo>
                  <a:pt x="4193202" y="576081"/>
                </a:lnTo>
                <a:lnTo>
                  <a:pt x="4215264" y="664528"/>
                </a:lnTo>
                <a:lnTo>
                  <a:pt x="4210199" y="752974"/>
                </a:lnTo>
                <a:lnTo>
                  <a:pt x="4194075" y="841420"/>
                </a:lnTo>
                <a:lnTo>
                  <a:pt x="4186431" y="929867"/>
                </a:lnTo>
                <a:lnTo>
                  <a:pt x="4199956" y="1018313"/>
                </a:lnTo>
                <a:lnTo>
                  <a:pt x="4200340" y="1106760"/>
                </a:lnTo>
                <a:lnTo>
                  <a:pt x="4183755" y="1195206"/>
                </a:lnTo>
                <a:lnTo>
                  <a:pt x="4208154" y="1283653"/>
                </a:lnTo>
                <a:lnTo>
                  <a:pt x="4185119" y="1372099"/>
                </a:lnTo>
                <a:lnTo>
                  <a:pt x="4214263" y="1460545"/>
                </a:lnTo>
                <a:lnTo>
                  <a:pt x="4210033" y="1548992"/>
                </a:lnTo>
                <a:lnTo>
                  <a:pt x="4181161" y="1637438"/>
                </a:lnTo>
                <a:lnTo>
                  <a:pt x="4216028" y="1725885"/>
                </a:lnTo>
                <a:lnTo>
                  <a:pt x="4193773" y="1814331"/>
                </a:lnTo>
                <a:lnTo>
                  <a:pt x="4212966" y="1902778"/>
                </a:lnTo>
                <a:lnTo>
                  <a:pt x="4211675" y="1991224"/>
                </a:lnTo>
                <a:lnTo>
                  <a:pt x="4219314" y="2079670"/>
                </a:lnTo>
                <a:lnTo>
                  <a:pt x="4209013" y="2168117"/>
                </a:lnTo>
                <a:lnTo>
                  <a:pt x="4210466" y="2256563"/>
                </a:lnTo>
                <a:lnTo>
                  <a:pt x="4182761" y="2345010"/>
                </a:lnTo>
                <a:lnTo>
                  <a:pt x="4209231" y="2433456"/>
                </a:lnTo>
                <a:lnTo>
                  <a:pt x="4222556" y="2519638"/>
                </a:lnTo>
                <a:lnTo>
                  <a:pt x="4135243" y="2519759"/>
                </a:lnTo>
                <a:lnTo>
                  <a:pt x="4047931" y="2510892"/>
                </a:lnTo>
                <a:lnTo>
                  <a:pt x="3960618" y="2506744"/>
                </a:lnTo>
                <a:lnTo>
                  <a:pt x="3873306" y="2498154"/>
                </a:lnTo>
                <a:lnTo>
                  <a:pt x="3785993" y="2505830"/>
                </a:lnTo>
                <a:lnTo>
                  <a:pt x="3698681" y="2515794"/>
                </a:lnTo>
                <a:lnTo>
                  <a:pt x="3611368" y="2531161"/>
                </a:lnTo>
                <a:lnTo>
                  <a:pt x="3524056" y="2546854"/>
                </a:lnTo>
                <a:lnTo>
                  <a:pt x="3436743" y="2523399"/>
                </a:lnTo>
                <a:lnTo>
                  <a:pt x="3349431" y="2535130"/>
                </a:lnTo>
                <a:lnTo>
                  <a:pt x="3262118" y="2558285"/>
                </a:lnTo>
                <a:lnTo>
                  <a:pt x="3174806" y="2557563"/>
                </a:lnTo>
                <a:lnTo>
                  <a:pt x="3087493" y="2547733"/>
                </a:lnTo>
                <a:lnTo>
                  <a:pt x="3000180" y="2549513"/>
                </a:lnTo>
                <a:lnTo>
                  <a:pt x="2912868" y="2543677"/>
                </a:lnTo>
                <a:lnTo>
                  <a:pt x="2825556" y="2552857"/>
                </a:lnTo>
                <a:lnTo>
                  <a:pt x="2738243" y="2561545"/>
                </a:lnTo>
                <a:lnTo>
                  <a:pt x="2650931" y="2545524"/>
                </a:lnTo>
                <a:lnTo>
                  <a:pt x="2563618" y="2554945"/>
                </a:lnTo>
                <a:lnTo>
                  <a:pt x="2476305" y="2520696"/>
                </a:lnTo>
                <a:lnTo>
                  <a:pt x="2388993" y="2510739"/>
                </a:lnTo>
                <a:lnTo>
                  <a:pt x="2301681" y="2510493"/>
                </a:lnTo>
                <a:lnTo>
                  <a:pt x="2214368" y="2542308"/>
                </a:lnTo>
                <a:lnTo>
                  <a:pt x="2127056" y="2534681"/>
                </a:lnTo>
                <a:lnTo>
                  <a:pt x="2039743" y="2534353"/>
                </a:lnTo>
                <a:lnTo>
                  <a:pt x="1952431" y="2524709"/>
                </a:lnTo>
                <a:lnTo>
                  <a:pt x="1865118" y="2531592"/>
                </a:lnTo>
                <a:lnTo>
                  <a:pt x="1777805" y="2516042"/>
                </a:lnTo>
                <a:lnTo>
                  <a:pt x="1690493" y="2508224"/>
                </a:lnTo>
                <a:lnTo>
                  <a:pt x="1603181" y="2499000"/>
                </a:lnTo>
                <a:lnTo>
                  <a:pt x="1515868" y="2498775"/>
                </a:lnTo>
                <a:lnTo>
                  <a:pt x="1428556" y="2525433"/>
                </a:lnTo>
                <a:lnTo>
                  <a:pt x="1341243" y="2486189"/>
                </a:lnTo>
                <a:lnTo>
                  <a:pt x="1253930" y="2500021"/>
                </a:lnTo>
                <a:lnTo>
                  <a:pt x="1166618" y="2475677"/>
                </a:lnTo>
                <a:lnTo>
                  <a:pt x="1079306" y="2517786"/>
                </a:lnTo>
                <a:lnTo>
                  <a:pt x="991993" y="2520580"/>
                </a:lnTo>
                <a:lnTo>
                  <a:pt x="904681" y="2493057"/>
                </a:lnTo>
                <a:lnTo>
                  <a:pt x="817368" y="2488177"/>
                </a:lnTo>
                <a:lnTo>
                  <a:pt x="730055" y="2474148"/>
                </a:lnTo>
                <a:lnTo>
                  <a:pt x="642743" y="2477853"/>
                </a:lnTo>
                <a:lnTo>
                  <a:pt x="555431" y="2500748"/>
                </a:lnTo>
                <a:lnTo>
                  <a:pt x="468119" y="2503473"/>
                </a:lnTo>
                <a:lnTo>
                  <a:pt x="380807" y="2483028"/>
                </a:lnTo>
                <a:lnTo>
                  <a:pt x="293494" y="2508079"/>
                </a:lnTo>
                <a:lnTo>
                  <a:pt x="206181" y="2519312"/>
                </a:lnTo>
                <a:lnTo>
                  <a:pt x="118869" y="2523789"/>
                </a:lnTo>
                <a:lnTo>
                  <a:pt x="11757" y="2521903"/>
                </a:lnTo>
                <a:lnTo>
                  <a:pt x="30039" y="2433456"/>
                </a:lnTo>
                <a:lnTo>
                  <a:pt x="21098" y="2345010"/>
                </a:lnTo>
                <a:lnTo>
                  <a:pt x="0" y="2256563"/>
                </a:lnTo>
                <a:lnTo>
                  <a:pt x="14147" y="2168117"/>
                </a:lnTo>
                <a:lnTo>
                  <a:pt x="21728" y="2079670"/>
                </a:lnTo>
                <a:lnTo>
                  <a:pt x="360" y="1991224"/>
                </a:lnTo>
                <a:lnTo>
                  <a:pt x="17041" y="1902778"/>
                </a:lnTo>
                <a:lnTo>
                  <a:pt x="28989" y="1814331"/>
                </a:lnTo>
                <a:lnTo>
                  <a:pt x="7190" y="1725885"/>
                </a:lnTo>
                <a:lnTo>
                  <a:pt x="19113" y="1637438"/>
                </a:lnTo>
                <a:lnTo>
                  <a:pt x="23245" y="1548992"/>
                </a:lnTo>
                <a:lnTo>
                  <a:pt x="21152" y="1460545"/>
                </a:lnTo>
                <a:lnTo>
                  <a:pt x="17957" y="1372099"/>
                </a:lnTo>
                <a:lnTo>
                  <a:pt x="5814" y="1283653"/>
                </a:lnTo>
                <a:lnTo>
                  <a:pt x="18038" y="1195206"/>
                </a:lnTo>
                <a:lnTo>
                  <a:pt x="47624" y="1106760"/>
                </a:lnTo>
                <a:lnTo>
                  <a:pt x="55589" y="1018313"/>
                </a:lnTo>
                <a:lnTo>
                  <a:pt x="46453" y="929867"/>
                </a:lnTo>
                <a:lnTo>
                  <a:pt x="38606" y="841420"/>
                </a:lnTo>
                <a:lnTo>
                  <a:pt x="42474" y="752974"/>
                </a:lnTo>
                <a:lnTo>
                  <a:pt x="39670" y="664528"/>
                </a:lnTo>
                <a:lnTo>
                  <a:pt x="32217" y="576081"/>
                </a:lnTo>
                <a:lnTo>
                  <a:pt x="36528" y="487635"/>
                </a:lnTo>
                <a:lnTo>
                  <a:pt x="33529" y="399188"/>
                </a:lnTo>
                <a:lnTo>
                  <a:pt x="34679" y="310742"/>
                </a:lnTo>
                <a:lnTo>
                  <a:pt x="24178" y="222295"/>
                </a:lnTo>
                <a:lnTo>
                  <a:pt x="18138" y="133849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 rot="21528000">
            <a:off x="1571469" y="1002638"/>
            <a:ext cx="8092357" cy="4748190"/>
          </a:xfrm>
          <a:custGeom>
            <a:avLst/>
            <a:gdLst/>
            <a:ahLst/>
            <a:cxnLst/>
            <a:rect l="l" t="t" r="r" b="b"/>
            <a:pathLst>
              <a:path w="8092357" h="4748190">
                <a:moveTo>
                  <a:pt x="47781" y="58115"/>
                </a:moveTo>
                <a:lnTo>
                  <a:pt x="133813" y="74975"/>
                </a:lnTo>
                <a:lnTo>
                  <a:pt x="219845" y="42260"/>
                </a:lnTo>
                <a:lnTo>
                  <a:pt x="305877" y="46997"/>
                </a:lnTo>
                <a:lnTo>
                  <a:pt x="391910" y="71489"/>
                </a:lnTo>
                <a:lnTo>
                  <a:pt x="477942" y="54632"/>
                </a:lnTo>
                <a:lnTo>
                  <a:pt x="563974" y="45695"/>
                </a:lnTo>
                <a:lnTo>
                  <a:pt x="650006" y="48462"/>
                </a:lnTo>
                <a:lnTo>
                  <a:pt x="736039" y="43103"/>
                </a:lnTo>
                <a:lnTo>
                  <a:pt x="822071" y="46976"/>
                </a:lnTo>
                <a:lnTo>
                  <a:pt x="908103" y="33158"/>
                </a:lnTo>
                <a:lnTo>
                  <a:pt x="994135" y="51734"/>
                </a:lnTo>
                <a:lnTo>
                  <a:pt x="1080168" y="51454"/>
                </a:lnTo>
                <a:lnTo>
                  <a:pt x="1166200" y="55157"/>
                </a:lnTo>
                <a:lnTo>
                  <a:pt x="1252232" y="30757"/>
                </a:lnTo>
                <a:lnTo>
                  <a:pt x="1338264" y="54302"/>
                </a:lnTo>
                <a:lnTo>
                  <a:pt x="1424297" y="40674"/>
                </a:lnTo>
                <a:lnTo>
                  <a:pt x="1510329" y="26011"/>
                </a:lnTo>
                <a:lnTo>
                  <a:pt x="1596361" y="43135"/>
                </a:lnTo>
                <a:lnTo>
                  <a:pt x="1682393" y="51561"/>
                </a:lnTo>
                <a:lnTo>
                  <a:pt x="1768426" y="45622"/>
                </a:lnTo>
                <a:lnTo>
                  <a:pt x="1854458" y="31123"/>
                </a:lnTo>
                <a:lnTo>
                  <a:pt x="1940490" y="18072"/>
                </a:lnTo>
                <a:lnTo>
                  <a:pt x="2026522" y="0"/>
                </a:lnTo>
                <a:lnTo>
                  <a:pt x="2112555" y="12664"/>
                </a:lnTo>
                <a:lnTo>
                  <a:pt x="2198587" y="44254"/>
                </a:lnTo>
                <a:lnTo>
                  <a:pt x="2284619" y="23916"/>
                </a:lnTo>
                <a:lnTo>
                  <a:pt x="2370651" y="57381"/>
                </a:lnTo>
                <a:lnTo>
                  <a:pt x="2456684" y="51444"/>
                </a:lnTo>
                <a:lnTo>
                  <a:pt x="2542716" y="40247"/>
                </a:lnTo>
                <a:lnTo>
                  <a:pt x="2628748" y="52931"/>
                </a:lnTo>
                <a:lnTo>
                  <a:pt x="2714781" y="57824"/>
                </a:lnTo>
                <a:lnTo>
                  <a:pt x="2800813" y="53581"/>
                </a:lnTo>
                <a:lnTo>
                  <a:pt x="2886845" y="29171"/>
                </a:lnTo>
                <a:lnTo>
                  <a:pt x="2972877" y="22672"/>
                </a:lnTo>
                <a:lnTo>
                  <a:pt x="3058910" y="30250"/>
                </a:lnTo>
                <a:lnTo>
                  <a:pt x="3144942" y="35134"/>
                </a:lnTo>
                <a:lnTo>
                  <a:pt x="3230974" y="18235"/>
                </a:lnTo>
                <a:lnTo>
                  <a:pt x="3317006" y="30138"/>
                </a:lnTo>
                <a:lnTo>
                  <a:pt x="3403039" y="20305"/>
                </a:lnTo>
                <a:lnTo>
                  <a:pt x="3489071" y="17961"/>
                </a:lnTo>
                <a:lnTo>
                  <a:pt x="3575103" y="15039"/>
                </a:lnTo>
                <a:lnTo>
                  <a:pt x="3661135" y="39741"/>
                </a:lnTo>
                <a:lnTo>
                  <a:pt x="3747168" y="45658"/>
                </a:lnTo>
                <a:lnTo>
                  <a:pt x="3833200" y="37627"/>
                </a:lnTo>
                <a:lnTo>
                  <a:pt x="3919232" y="9636"/>
                </a:lnTo>
                <a:lnTo>
                  <a:pt x="4005264" y="7193"/>
                </a:lnTo>
                <a:lnTo>
                  <a:pt x="4091297" y="41360"/>
                </a:lnTo>
                <a:lnTo>
                  <a:pt x="4177329" y="47975"/>
                </a:lnTo>
                <a:lnTo>
                  <a:pt x="4263361" y="30470"/>
                </a:lnTo>
                <a:lnTo>
                  <a:pt x="4349393" y="24754"/>
                </a:lnTo>
                <a:lnTo>
                  <a:pt x="4435426" y="40179"/>
                </a:lnTo>
                <a:lnTo>
                  <a:pt x="4521458" y="17756"/>
                </a:lnTo>
                <a:lnTo>
                  <a:pt x="4607490" y="20200"/>
                </a:lnTo>
                <a:lnTo>
                  <a:pt x="4693522" y="31353"/>
                </a:lnTo>
                <a:lnTo>
                  <a:pt x="4779555" y="54928"/>
                </a:lnTo>
                <a:lnTo>
                  <a:pt x="4865587" y="31420"/>
                </a:lnTo>
                <a:lnTo>
                  <a:pt x="4951619" y="37463"/>
                </a:lnTo>
                <a:lnTo>
                  <a:pt x="5037651" y="37710"/>
                </a:lnTo>
                <a:lnTo>
                  <a:pt x="5123684" y="50057"/>
                </a:lnTo>
                <a:lnTo>
                  <a:pt x="5209716" y="51923"/>
                </a:lnTo>
                <a:lnTo>
                  <a:pt x="5295748" y="60548"/>
                </a:lnTo>
                <a:lnTo>
                  <a:pt x="5381781" y="68938"/>
                </a:lnTo>
                <a:lnTo>
                  <a:pt x="5467813" y="50613"/>
                </a:lnTo>
                <a:lnTo>
                  <a:pt x="5553845" y="50593"/>
                </a:lnTo>
                <a:lnTo>
                  <a:pt x="5639877" y="53670"/>
                </a:lnTo>
                <a:lnTo>
                  <a:pt x="5725910" y="68420"/>
                </a:lnTo>
                <a:lnTo>
                  <a:pt x="5811942" y="64186"/>
                </a:lnTo>
                <a:lnTo>
                  <a:pt x="5897974" y="76305"/>
                </a:lnTo>
                <a:lnTo>
                  <a:pt x="5984006" y="68492"/>
                </a:lnTo>
                <a:lnTo>
                  <a:pt x="6070039" y="38465"/>
                </a:lnTo>
                <a:lnTo>
                  <a:pt x="6156071" y="69143"/>
                </a:lnTo>
                <a:lnTo>
                  <a:pt x="6242103" y="85967"/>
                </a:lnTo>
                <a:lnTo>
                  <a:pt x="6328135" y="86756"/>
                </a:lnTo>
                <a:lnTo>
                  <a:pt x="6414168" y="58789"/>
                </a:lnTo>
                <a:lnTo>
                  <a:pt x="6500200" y="75843"/>
                </a:lnTo>
                <a:lnTo>
                  <a:pt x="6586232" y="84439"/>
                </a:lnTo>
                <a:lnTo>
                  <a:pt x="6672264" y="74741"/>
                </a:lnTo>
                <a:lnTo>
                  <a:pt x="6758297" y="72367"/>
                </a:lnTo>
                <a:lnTo>
                  <a:pt x="6844329" y="71484"/>
                </a:lnTo>
                <a:lnTo>
                  <a:pt x="6930361" y="93122"/>
                </a:lnTo>
                <a:lnTo>
                  <a:pt x="7016393" y="61222"/>
                </a:lnTo>
                <a:lnTo>
                  <a:pt x="7102426" y="73246"/>
                </a:lnTo>
                <a:lnTo>
                  <a:pt x="7188458" y="67014"/>
                </a:lnTo>
                <a:lnTo>
                  <a:pt x="7274490" y="74160"/>
                </a:lnTo>
                <a:lnTo>
                  <a:pt x="7360522" y="59217"/>
                </a:lnTo>
                <a:lnTo>
                  <a:pt x="7446555" y="51393"/>
                </a:lnTo>
                <a:lnTo>
                  <a:pt x="7532587" y="76393"/>
                </a:lnTo>
                <a:lnTo>
                  <a:pt x="7618619" y="79497"/>
                </a:lnTo>
                <a:lnTo>
                  <a:pt x="7704651" y="65013"/>
                </a:lnTo>
                <a:lnTo>
                  <a:pt x="7790684" y="55403"/>
                </a:lnTo>
                <a:lnTo>
                  <a:pt x="7876716" y="59972"/>
                </a:lnTo>
                <a:lnTo>
                  <a:pt x="7962748" y="47126"/>
                </a:lnTo>
                <a:lnTo>
                  <a:pt x="8050666" y="45112"/>
                </a:lnTo>
                <a:lnTo>
                  <a:pt x="8050694" y="131542"/>
                </a:lnTo>
                <a:lnTo>
                  <a:pt x="8043519" y="217973"/>
                </a:lnTo>
                <a:lnTo>
                  <a:pt x="8065512" y="304403"/>
                </a:lnTo>
                <a:lnTo>
                  <a:pt x="8067517" y="390834"/>
                </a:lnTo>
                <a:lnTo>
                  <a:pt x="8062251" y="477264"/>
                </a:lnTo>
                <a:lnTo>
                  <a:pt x="8073340" y="563695"/>
                </a:lnTo>
                <a:lnTo>
                  <a:pt x="8066841" y="650125"/>
                </a:lnTo>
                <a:lnTo>
                  <a:pt x="8067256" y="736556"/>
                </a:lnTo>
                <a:lnTo>
                  <a:pt x="8092357" y="822987"/>
                </a:lnTo>
                <a:lnTo>
                  <a:pt x="8074833" y="909417"/>
                </a:lnTo>
                <a:lnTo>
                  <a:pt x="8052150" y="995848"/>
                </a:lnTo>
                <a:lnTo>
                  <a:pt x="8038292" y="1082278"/>
                </a:lnTo>
                <a:lnTo>
                  <a:pt x="8027373" y="1168709"/>
                </a:lnTo>
                <a:lnTo>
                  <a:pt x="8022522" y="1255139"/>
                </a:lnTo>
                <a:lnTo>
                  <a:pt x="8041151" y="1341570"/>
                </a:lnTo>
                <a:lnTo>
                  <a:pt x="8020016" y="1428000"/>
                </a:lnTo>
                <a:lnTo>
                  <a:pt x="8046318" y="1514431"/>
                </a:lnTo>
                <a:lnTo>
                  <a:pt x="8045451" y="1600862"/>
                </a:lnTo>
                <a:lnTo>
                  <a:pt x="8047740" y="1687292"/>
                </a:lnTo>
                <a:lnTo>
                  <a:pt x="8066007" y="1773723"/>
                </a:lnTo>
                <a:lnTo>
                  <a:pt x="8037562" y="1860153"/>
                </a:lnTo>
                <a:lnTo>
                  <a:pt x="8044526" y="1946584"/>
                </a:lnTo>
                <a:lnTo>
                  <a:pt x="8042056" y="2033014"/>
                </a:lnTo>
                <a:lnTo>
                  <a:pt x="8020340" y="2119445"/>
                </a:lnTo>
                <a:lnTo>
                  <a:pt x="8053352" y="2205875"/>
                </a:lnTo>
                <a:lnTo>
                  <a:pt x="8040898" y="2292306"/>
                </a:lnTo>
                <a:lnTo>
                  <a:pt x="8045335" y="2378737"/>
                </a:lnTo>
                <a:lnTo>
                  <a:pt x="8039293" y="2465167"/>
                </a:lnTo>
                <a:lnTo>
                  <a:pt x="8015150" y="2551598"/>
                </a:lnTo>
                <a:lnTo>
                  <a:pt x="8041053" y="2638028"/>
                </a:lnTo>
                <a:lnTo>
                  <a:pt x="8032233" y="2724459"/>
                </a:lnTo>
                <a:lnTo>
                  <a:pt x="8015858" y="2810889"/>
                </a:lnTo>
                <a:lnTo>
                  <a:pt x="8014527" y="2897320"/>
                </a:lnTo>
                <a:lnTo>
                  <a:pt x="8016574" y="2983750"/>
                </a:lnTo>
                <a:lnTo>
                  <a:pt x="8013282" y="3070181"/>
                </a:lnTo>
                <a:lnTo>
                  <a:pt x="8028049" y="3156611"/>
                </a:lnTo>
                <a:lnTo>
                  <a:pt x="8031846" y="3243042"/>
                </a:lnTo>
                <a:lnTo>
                  <a:pt x="8018781" y="3329473"/>
                </a:lnTo>
                <a:lnTo>
                  <a:pt x="8026284" y="3415903"/>
                </a:lnTo>
                <a:lnTo>
                  <a:pt x="8056959" y="3502334"/>
                </a:lnTo>
                <a:lnTo>
                  <a:pt x="8058588" y="3588764"/>
                </a:lnTo>
                <a:lnTo>
                  <a:pt x="8072846" y="3675195"/>
                </a:lnTo>
                <a:lnTo>
                  <a:pt x="8070675" y="3761625"/>
                </a:lnTo>
                <a:lnTo>
                  <a:pt x="8038910" y="3848056"/>
                </a:lnTo>
                <a:lnTo>
                  <a:pt x="8031097" y="3934487"/>
                </a:lnTo>
                <a:lnTo>
                  <a:pt x="8064257" y="4020917"/>
                </a:lnTo>
                <a:lnTo>
                  <a:pt x="8032301" y="4107348"/>
                </a:lnTo>
                <a:lnTo>
                  <a:pt x="8039542" y="4193778"/>
                </a:lnTo>
                <a:lnTo>
                  <a:pt x="8051170" y="4280209"/>
                </a:lnTo>
                <a:lnTo>
                  <a:pt x="8040624" y="4366639"/>
                </a:lnTo>
                <a:lnTo>
                  <a:pt x="8049834" y="4453070"/>
                </a:lnTo>
                <a:lnTo>
                  <a:pt x="8055224" y="4539500"/>
                </a:lnTo>
                <a:lnTo>
                  <a:pt x="8032479" y="4625931"/>
                </a:lnTo>
                <a:lnTo>
                  <a:pt x="8048781" y="4726159"/>
                </a:lnTo>
                <a:lnTo>
                  <a:pt x="7962748" y="4716994"/>
                </a:lnTo>
                <a:lnTo>
                  <a:pt x="7876716" y="4711779"/>
                </a:lnTo>
                <a:lnTo>
                  <a:pt x="7790684" y="4707266"/>
                </a:lnTo>
                <a:lnTo>
                  <a:pt x="7704651" y="4710180"/>
                </a:lnTo>
                <a:lnTo>
                  <a:pt x="7618619" y="4691981"/>
                </a:lnTo>
                <a:lnTo>
                  <a:pt x="7532587" y="4699256"/>
                </a:lnTo>
                <a:lnTo>
                  <a:pt x="7446555" y="4684399"/>
                </a:lnTo>
                <a:lnTo>
                  <a:pt x="7360522" y="4713472"/>
                </a:lnTo>
                <a:lnTo>
                  <a:pt x="7274490" y="4681140"/>
                </a:lnTo>
                <a:lnTo>
                  <a:pt x="7188458" y="4689452"/>
                </a:lnTo>
                <a:lnTo>
                  <a:pt x="7102426" y="4690809"/>
                </a:lnTo>
                <a:lnTo>
                  <a:pt x="7016393" y="4700813"/>
                </a:lnTo>
                <a:lnTo>
                  <a:pt x="6930361" y="4696322"/>
                </a:lnTo>
                <a:lnTo>
                  <a:pt x="6844329" y="4672860"/>
                </a:lnTo>
                <a:lnTo>
                  <a:pt x="6758297" y="4694533"/>
                </a:lnTo>
                <a:lnTo>
                  <a:pt x="6672264" y="4674079"/>
                </a:lnTo>
                <a:lnTo>
                  <a:pt x="6586232" y="4676514"/>
                </a:lnTo>
                <a:lnTo>
                  <a:pt x="6500200" y="4703267"/>
                </a:lnTo>
                <a:lnTo>
                  <a:pt x="6414168" y="4682081"/>
                </a:lnTo>
                <a:lnTo>
                  <a:pt x="6328135" y="4700864"/>
                </a:lnTo>
                <a:lnTo>
                  <a:pt x="6242103" y="4698780"/>
                </a:lnTo>
                <a:lnTo>
                  <a:pt x="6156071" y="4677019"/>
                </a:lnTo>
                <a:lnTo>
                  <a:pt x="6070039" y="4666954"/>
                </a:lnTo>
                <a:lnTo>
                  <a:pt x="5984006" y="4669318"/>
                </a:lnTo>
                <a:lnTo>
                  <a:pt x="5897974" y="4667131"/>
                </a:lnTo>
                <a:lnTo>
                  <a:pt x="5811942" y="4676794"/>
                </a:lnTo>
                <a:lnTo>
                  <a:pt x="5725910" y="4685385"/>
                </a:lnTo>
                <a:lnTo>
                  <a:pt x="5639877" y="4673896"/>
                </a:lnTo>
                <a:lnTo>
                  <a:pt x="5553845" y="4689071"/>
                </a:lnTo>
                <a:lnTo>
                  <a:pt x="5467813" y="4689198"/>
                </a:lnTo>
                <a:lnTo>
                  <a:pt x="5381781" y="4699698"/>
                </a:lnTo>
                <a:lnTo>
                  <a:pt x="5295748" y="4701518"/>
                </a:lnTo>
                <a:lnTo>
                  <a:pt x="5209716" y="4735618"/>
                </a:lnTo>
                <a:lnTo>
                  <a:pt x="5123684" y="4714047"/>
                </a:lnTo>
                <a:lnTo>
                  <a:pt x="5037651" y="4709147"/>
                </a:lnTo>
                <a:lnTo>
                  <a:pt x="4951619" y="4711344"/>
                </a:lnTo>
                <a:lnTo>
                  <a:pt x="4865587" y="4714052"/>
                </a:lnTo>
                <a:lnTo>
                  <a:pt x="4779555" y="4696009"/>
                </a:lnTo>
                <a:lnTo>
                  <a:pt x="4693522" y="4715378"/>
                </a:lnTo>
                <a:lnTo>
                  <a:pt x="4607490" y="4722526"/>
                </a:lnTo>
                <a:lnTo>
                  <a:pt x="4521458" y="4748190"/>
                </a:lnTo>
                <a:lnTo>
                  <a:pt x="4435426" y="4737445"/>
                </a:lnTo>
                <a:lnTo>
                  <a:pt x="4349393" y="4716863"/>
                </a:lnTo>
                <a:lnTo>
                  <a:pt x="4263361" y="4733137"/>
                </a:lnTo>
                <a:lnTo>
                  <a:pt x="4177329" y="4720491"/>
                </a:lnTo>
                <a:lnTo>
                  <a:pt x="4091297" y="4711165"/>
                </a:lnTo>
                <a:lnTo>
                  <a:pt x="4005264" y="4718092"/>
                </a:lnTo>
                <a:lnTo>
                  <a:pt x="3919232" y="4710292"/>
                </a:lnTo>
                <a:lnTo>
                  <a:pt x="3833200" y="4717612"/>
                </a:lnTo>
                <a:lnTo>
                  <a:pt x="3747168" y="4743819"/>
                </a:lnTo>
                <a:lnTo>
                  <a:pt x="3661135" y="4744866"/>
                </a:lnTo>
                <a:lnTo>
                  <a:pt x="3575103" y="4745738"/>
                </a:lnTo>
                <a:lnTo>
                  <a:pt x="3489071" y="4744660"/>
                </a:lnTo>
                <a:lnTo>
                  <a:pt x="3403039" y="4723043"/>
                </a:lnTo>
                <a:lnTo>
                  <a:pt x="3317006" y="4709032"/>
                </a:lnTo>
                <a:lnTo>
                  <a:pt x="3230974" y="4711926"/>
                </a:lnTo>
                <a:lnTo>
                  <a:pt x="3144942" y="4715213"/>
                </a:lnTo>
                <a:lnTo>
                  <a:pt x="3058910" y="4699411"/>
                </a:lnTo>
                <a:lnTo>
                  <a:pt x="2972877" y="4702141"/>
                </a:lnTo>
                <a:lnTo>
                  <a:pt x="2886845" y="4716241"/>
                </a:lnTo>
                <a:lnTo>
                  <a:pt x="2800813" y="4702244"/>
                </a:lnTo>
                <a:lnTo>
                  <a:pt x="2714781" y="4692682"/>
                </a:lnTo>
                <a:lnTo>
                  <a:pt x="2628748" y="4683334"/>
                </a:lnTo>
                <a:lnTo>
                  <a:pt x="2542716" y="4686389"/>
                </a:lnTo>
                <a:lnTo>
                  <a:pt x="2456684" y="4701582"/>
                </a:lnTo>
                <a:lnTo>
                  <a:pt x="2370651" y="4682836"/>
                </a:lnTo>
                <a:lnTo>
                  <a:pt x="2284619" y="4691756"/>
                </a:lnTo>
                <a:lnTo>
                  <a:pt x="2198587" y="4691229"/>
                </a:lnTo>
                <a:lnTo>
                  <a:pt x="2112555" y="4698748"/>
                </a:lnTo>
                <a:lnTo>
                  <a:pt x="2026522" y="4713037"/>
                </a:lnTo>
                <a:lnTo>
                  <a:pt x="1940490" y="4680647"/>
                </a:lnTo>
                <a:lnTo>
                  <a:pt x="1854458" y="4677398"/>
                </a:lnTo>
                <a:lnTo>
                  <a:pt x="1768426" y="4684611"/>
                </a:lnTo>
                <a:lnTo>
                  <a:pt x="1682393" y="4688844"/>
                </a:lnTo>
                <a:lnTo>
                  <a:pt x="1596361" y="4701617"/>
                </a:lnTo>
                <a:lnTo>
                  <a:pt x="1510329" y="4709979"/>
                </a:lnTo>
                <a:lnTo>
                  <a:pt x="1424297" y="4721914"/>
                </a:lnTo>
                <a:lnTo>
                  <a:pt x="1338264" y="4731885"/>
                </a:lnTo>
                <a:lnTo>
                  <a:pt x="1252232" y="4721638"/>
                </a:lnTo>
                <a:lnTo>
                  <a:pt x="1166200" y="4713193"/>
                </a:lnTo>
                <a:lnTo>
                  <a:pt x="1080168" y="4700653"/>
                </a:lnTo>
                <a:lnTo>
                  <a:pt x="994135" y="4717850"/>
                </a:lnTo>
                <a:lnTo>
                  <a:pt x="908103" y="4729129"/>
                </a:lnTo>
                <a:lnTo>
                  <a:pt x="822071" y="4713837"/>
                </a:lnTo>
                <a:lnTo>
                  <a:pt x="736039" y="4721736"/>
                </a:lnTo>
                <a:lnTo>
                  <a:pt x="650006" y="4708484"/>
                </a:lnTo>
                <a:lnTo>
                  <a:pt x="563974" y="4707911"/>
                </a:lnTo>
                <a:lnTo>
                  <a:pt x="477942" y="4701145"/>
                </a:lnTo>
                <a:lnTo>
                  <a:pt x="391910" y="4722347"/>
                </a:lnTo>
                <a:lnTo>
                  <a:pt x="305877" y="4676252"/>
                </a:lnTo>
                <a:lnTo>
                  <a:pt x="219845" y="4695646"/>
                </a:lnTo>
                <a:lnTo>
                  <a:pt x="133813" y="4712217"/>
                </a:lnTo>
                <a:lnTo>
                  <a:pt x="36117" y="4712362"/>
                </a:lnTo>
                <a:lnTo>
                  <a:pt x="49571" y="4625931"/>
                </a:lnTo>
                <a:lnTo>
                  <a:pt x="55122" y="4539500"/>
                </a:lnTo>
                <a:lnTo>
                  <a:pt x="50934" y="4453070"/>
                </a:lnTo>
                <a:lnTo>
                  <a:pt x="49596" y="4366639"/>
                </a:lnTo>
                <a:lnTo>
                  <a:pt x="53372" y="4280209"/>
                </a:lnTo>
                <a:lnTo>
                  <a:pt x="20537" y="4193778"/>
                </a:lnTo>
                <a:lnTo>
                  <a:pt x="40378" y="4107348"/>
                </a:lnTo>
                <a:lnTo>
                  <a:pt x="21802" y="4020917"/>
                </a:lnTo>
                <a:lnTo>
                  <a:pt x="9532" y="3934487"/>
                </a:lnTo>
                <a:lnTo>
                  <a:pt x="16385" y="3848056"/>
                </a:lnTo>
                <a:lnTo>
                  <a:pt x="0" y="3761625"/>
                </a:lnTo>
                <a:lnTo>
                  <a:pt x="5847" y="3675195"/>
                </a:lnTo>
                <a:lnTo>
                  <a:pt x="31453" y="3588764"/>
                </a:lnTo>
                <a:lnTo>
                  <a:pt x="34417" y="3502334"/>
                </a:lnTo>
                <a:lnTo>
                  <a:pt x="10970" y="3415903"/>
                </a:lnTo>
                <a:lnTo>
                  <a:pt x="17944" y="3329473"/>
                </a:lnTo>
                <a:lnTo>
                  <a:pt x="42141" y="3243042"/>
                </a:lnTo>
                <a:lnTo>
                  <a:pt x="38282" y="3156612"/>
                </a:lnTo>
                <a:lnTo>
                  <a:pt x="34877" y="3070181"/>
                </a:lnTo>
                <a:lnTo>
                  <a:pt x="22294" y="2983750"/>
                </a:lnTo>
                <a:lnTo>
                  <a:pt x="18981" y="2897320"/>
                </a:lnTo>
                <a:lnTo>
                  <a:pt x="26604" y="2810889"/>
                </a:lnTo>
                <a:lnTo>
                  <a:pt x="32261" y="2724459"/>
                </a:lnTo>
                <a:lnTo>
                  <a:pt x="23881" y="2638028"/>
                </a:lnTo>
                <a:lnTo>
                  <a:pt x="46209" y="2551598"/>
                </a:lnTo>
                <a:lnTo>
                  <a:pt x="44831" y="2465167"/>
                </a:lnTo>
                <a:lnTo>
                  <a:pt x="56802" y="2378737"/>
                </a:lnTo>
                <a:lnTo>
                  <a:pt x="57858" y="2292306"/>
                </a:lnTo>
                <a:lnTo>
                  <a:pt x="16546" y="2205875"/>
                </a:lnTo>
                <a:lnTo>
                  <a:pt x="16110" y="2119445"/>
                </a:lnTo>
                <a:lnTo>
                  <a:pt x="34644" y="2033014"/>
                </a:lnTo>
                <a:lnTo>
                  <a:pt x="31046" y="1946584"/>
                </a:lnTo>
                <a:lnTo>
                  <a:pt x="46049" y="1860153"/>
                </a:lnTo>
                <a:lnTo>
                  <a:pt x="44366" y="1773723"/>
                </a:lnTo>
                <a:lnTo>
                  <a:pt x="27939" y="1687292"/>
                </a:lnTo>
                <a:lnTo>
                  <a:pt x="26853" y="1600862"/>
                </a:lnTo>
                <a:lnTo>
                  <a:pt x="16969" y="1514431"/>
                </a:lnTo>
                <a:lnTo>
                  <a:pt x="43873" y="1428000"/>
                </a:lnTo>
                <a:lnTo>
                  <a:pt x="20747" y="1341570"/>
                </a:lnTo>
                <a:lnTo>
                  <a:pt x="17368" y="1255139"/>
                </a:lnTo>
                <a:lnTo>
                  <a:pt x="30987" y="1168709"/>
                </a:lnTo>
                <a:lnTo>
                  <a:pt x="36485" y="1082278"/>
                </a:lnTo>
                <a:lnTo>
                  <a:pt x="52899" y="995848"/>
                </a:lnTo>
                <a:lnTo>
                  <a:pt x="52732" y="909417"/>
                </a:lnTo>
                <a:lnTo>
                  <a:pt x="52070" y="822986"/>
                </a:lnTo>
                <a:lnTo>
                  <a:pt x="52331" y="736556"/>
                </a:lnTo>
                <a:lnTo>
                  <a:pt x="51048" y="650125"/>
                </a:lnTo>
                <a:lnTo>
                  <a:pt x="21055" y="563695"/>
                </a:lnTo>
                <a:lnTo>
                  <a:pt x="52185" y="477264"/>
                </a:lnTo>
                <a:lnTo>
                  <a:pt x="35332" y="390834"/>
                </a:lnTo>
                <a:lnTo>
                  <a:pt x="12939" y="304403"/>
                </a:lnTo>
                <a:lnTo>
                  <a:pt x="39006" y="217973"/>
                </a:lnTo>
                <a:lnTo>
                  <a:pt x="43813" y="131542"/>
                </a:lnTo>
                <a:close/>
              </a:path>
            </a:pathLst>
          </a:custGeom>
          <a:blipFill rotWithShape="1">
            <a:blip r:embed="rId5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528000">
            <a:off x="2443785" y="1714842"/>
            <a:ext cx="6286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BOK 이슈노트 제2026-25호 · 한국은행 지역경제조사팀</a:t>
            </a:r>
          </a:p>
        </p:txBody>
      </p:sp>
      <p:sp>
        <p:nvSpPr>
          <p:cNvPr id="7" name="TextBox 6"/>
          <p:cNvSpPr txBox="1"/>
          <p:nvPr/>
        </p:nvSpPr>
        <p:spPr>
          <a:xfrm rot="21528000">
            <a:off x="2469277" y="2034435"/>
            <a:ext cx="6667500" cy="2000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452"/>
              </a:lnSpc>
            </a:pPr>
            <a:r>
              <a:rPr sz="6209" b="1">
                <a:solidFill>
                  <a:srgbClr val="7A4A2A"/>
                </a:solidFill>
                <a:latin typeface="Arial"/>
                <a:ea typeface="맑은 고딕"/>
              </a:rPr>
              <a:t>A</a:t>
            </a:r>
            <a:r>
              <a:rPr sz="6900" b="1">
                <a:solidFill>
                  <a:srgbClr val="5C2E14"/>
                </a:solidFill>
                <a:latin typeface="Arial Black"/>
                <a:ea typeface="맑은 고딕"/>
              </a:rPr>
              <a:t>I와 지역</a:t>
            </a:r>
          </a:p>
          <a:p>
            <a:pPr algn="l">
              <a:lnSpc>
                <a:spcPts val="7452"/>
              </a:lnSpc>
            </a:pPr>
            <a:r>
              <a:rPr sz="6900" b="1">
                <a:solidFill>
                  <a:srgbClr val="5C2E14"/>
                </a:solidFill>
                <a:latin typeface="Arial Black"/>
                <a:ea typeface="맑은 고딕"/>
              </a:rPr>
              <a:t>노동</a:t>
            </a:r>
            <a:r>
              <a:rPr sz="6209" b="1">
                <a:solidFill>
                  <a:srgbClr val="7A4A2A"/>
                </a:solidFill>
                <a:latin typeface="Arial"/>
                <a:ea typeface="맑은 고딕"/>
              </a:rPr>
              <a:t>시</a:t>
            </a:r>
            <a:r>
              <a:rPr sz="6900" b="1">
                <a:solidFill>
                  <a:srgbClr val="5C2E14"/>
                </a:solidFill>
                <a:latin typeface="Arial Black"/>
                <a:ea typeface="맑은 고딕"/>
              </a:rPr>
              <a:t>장</a:t>
            </a:r>
          </a:p>
        </p:txBody>
      </p:sp>
      <p:sp>
        <p:nvSpPr>
          <p:cNvPr id="8" name="TextBox 7"/>
          <p:cNvSpPr txBox="1"/>
          <p:nvPr/>
        </p:nvSpPr>
        <p:spPr>
          <a:xfrm rot="21528000">
            <a:off x="2496626" y="4150694"/>
            <a:ext cx="6477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35"/>
              </a:lnSpc>
            </a:pPr>
            <a:r>
              <a:rPr sz="1950" b="0">
                <a:solidFill>
                  <a:srgbClr val="3B2414"/>
                </a:solidFill>
                <a:latin typeface="Arial"/>
                <a:ea typeface="맑은 고딕"/>
              </a:rPr>
              <a:t>지역간 격차 확대 위험과 새로운 기회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507310" y="4801381"/>
            <a:ext cx="3999622" cy="83780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21528000">
            <a:off x="2512825" y="4992714"/>
            <a:ext cx="6096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1">
                <a:solidFill>
                  <a:srgbClr val="7B6552"/>
                </a:solidFill>
                <a:latin typeface="Arial"/>
                <a:ea typeface="맑은 고딕"/>
              </a:rPr>
              <a:t>요약 발표</a:t>
            </a: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 · 2026. 09. 15</a:t>
            </a:r>
          </a:p>
        </p:txBody>
      </p:sp>
      <p:pic>
        <p:nvPicPr>
          <p:cNvPr id="11" name="Picture 10" descr="sprig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9900000">
            <a:off x="-476250" y="-762000"/>
            <a:ext cx="2286000" cy="4762500"/>
          </a:xfrm>
          <a:prstGeom prst="rect">
            <a:avLst/>
          </a:prstGeom>
        </p:spPr>
      </p:pic>
      <p:pic>
        <p:nvPicPr>
          <p:cNvPr id="12" name="Picture 11" descr="fern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840000">
            <a:off x="9048750" y="-95250"/>
            <a:ext cx="857250" cy="3810000"/>
          </a:xfrm>
          <a:prstGeom prst="rect">
            <a:avLst/>
          </a:prstGeom>
        </p:spPr>
      </p:pic>
      <p:pic>
        <p:nvPicPr>
          <p:cNvPr id="13" name="Picture 12" descr="sprig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000000">
            <a:off x="9429750" y="2762250"/>
            <a:ext cx="257175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120000">
            <a:off x="-711572" y="-417081"/>
            <a:ext cx="4662121" cy="7701911"/>
          </a:xfrm>
          <a:custGeom>
            <a:avLst/>
            <a:gdLst/>
            <a:ahLst/>
            <a:cxnLst/>
            <a:rect l="l" t="t" r="r" b="b"/>
            <a:pathLst>
              <a:path w="4662121" h="7701911">
                <a:moveTo>
                  <a:pt x="44822" y="63702"/>
                </a:moveTo>
                <a:lnTo>
                  <a:pt x="131087" y="47207"/>
                </a:lnTo>
                <a:lnTo>
                  <a:pt x="217351" y="59828"/>
                </a:lnTo>
                <a:lnTo>
                  <a:pt x="303615" y="43680"/>
                </a:lnTo>
                <a:lnTo>
                  <a:pt x="389879" y="65659"/>
                </a:lnTo>
                <a:lnTo>
                  <a:pt x="476143" y="45238"/>
                </a:lnTo>
                <a:lnTo>
                  <a:pt x="562407" y="39688"/>
                </a:lnTo>
                <a:lnTo>
                  <a:pt x="648672" y="48390"/>
                </a:lnTo>
                <a:lnTo>
                  <a:pt x="734935" y="35592"/>
                </a:lnTo>
                <a:lnTo>
                  <a:pt x="821199" y="50485"/>
                </a:lnTo>
                <a:lnTo>
                  <a:pt x="907463" y="41805"/>
                </a:lnTo>
                <a:lnTo>
                  <a:pt x="993727" y="35304"/>
                </a:lnTo>
                <a:lnTo>
                  <a:pt x="1079991" y="36889"/>
                </a:lnTo>
                <a:lnTo>
                  <a:pt x="1166255" y="25773"/>
                </a:lnTo>
                <a:lnTo>
                  <a:pt x="1252520" y="43395"/>
                </a:lnTo>
                <a:lnTo>
                  <a:pt x="1338784" y="20729"/>
                </a:lnTo>
                <a:lnTo>
                  <a:pt x="1425048" y="31260"/>
                </a:lnTo>
                <a:lnTo>
                  <a:pt x="1511312" y="40759"/>
                </a:lnTo>
                <a:lnTo>
                  <a:pt x="1597576" y="45329"/>
                </a:lnTo>
                <a:lnTo>
                  <a:pt x="1683840" y="77737"/>
                </a:lnTo>
                <a:lnTo>
                  <a:pt x="1770105" y="71415"/>
                </a:lnTo>
                <a:lnTo>
                  <a:pt x="1856369" y="84715"/>
                </a:lnTo>
                <a:lnTo>
                  <a:pt x="1942633" y="57617"/>
                </a:lnTo>
                <a:lnTo>
                  <a:pt x="2028897" y="38320"/>
                </a:lnTo>
                <a:lnTo>
                  <a:pt x="2115161" y="19518"/>
                </a:lnTo>
                <a:lnTo>
                  <a:pt x="2201425" y="20552"/>
                </a:lnTo>
                <a:lnTo>
                  <a:pt x="2287689" y="7274"/>
                </a:lnTo>
                <a:lnTo>
                  <a:pt x="2373954" y="25386"/>
                </a:lnTo>
                <a:lnTo>
                  <a:pt x="2460218" y="26150"/>
                </a:lnTo>
                <a:lnTo>
                  <a:pt x="2546482" y="33130"/>
                </a:lnTo>
                <a:lnTo>
                  <a:pt x="2632746" y="31066"/>
                </a:lnTo>
                <a:lnTo>
                  <a:pt x="2719010" y="29554"/>
                </a:lnTo>
                <a:lnTo>
                  <a:pt x="2805274" y="54028"/>
                </a:lnTo>
                <a:lnTo>
                  <a:pt x="2891538" y="72140"/>
                </a:lnTo>
                <a:lnTo>
                  <a:pt x="2977803" y="67262"/>
                </a:lnTo>
                <a:lnTo>
                  <a:pt x="3064067" y="75109"/>
                </a:lnTo>
                <a:lnTo>
                  <a:pt x="3150331" y="49295"/>
                </a:lnTo>
                <a:lnTo>
                  <a:pt x="3236595" y="55555"/>
                </a:lnTo>
                <a:lnTo>
                  <a:pt x="3322859" y="64345"/>
                </a:lnTo>
                <a:lnTo>
                  <a:pt x="3409123" y="56552"/>
                </a:lnTo>
                <a:lnTo>
                  <a:pt x="3495388" y="67895"/>
                </a:lnTo>
                <a:lnTo>
                  <a:pt x="3581652" y="52787"/>
                </a:lnTo>
                <a:lnTo>
                  <a:pt x="3667916" y="78635"/>
                </a:lnTo>
                <a:lnTo>
                  <a:pt x="3754180" y="78581"/>
                </a:lnTo>
                <a:lnTo>
                  <a:pt x="3840444" y="58045"/>
                </a:lnTo>
                <a:lnTo>
                  <a:pt x="3926708" y="29975"/>
                </a:lnTo>
                <a:lnTo>
                  <a:pt x="4012972" y="25381"/>
                </a:lnTo>
                <a:lnTo>
                  <a:pt x="4099237" y="13967"/>
                </a:lnTo>
                <a:lnTo>
                  <a:pt x="4185501" y="7155"/>
                </a:lnTo>
                <a:lnTo>
                  <a:pt x="4271765" y="10183"/>
                </a:lnTo>
                <a:lnTo>
                  <a:pt x="4358029" y="0"/>
                </a:lnTo>
                <a:lnTo>
                  <a:pt x="4444293" y="6572"/>
                </a:lnTo>
                <a:lnTo>
                  <a:pt x="4530557" y="7826"/>
                </a:lnTo>
                <a:lnTo>
                  <a:pt x="4626512" y="36081"/>
                </a:lnTo>
                <a:lnTo>
                  <a:pt x="4625060" y="122672"/>
                </a:lnTo>
                <a:lnTo>
                  <a:pt x="4641050" y="209263"/>
                </a:lnTo>
                <a:lnTo>
                  <a:pt x="4619341" y="295854"/>
                </a:lnTo>
                <a:lnTo>
                  <a:pt x="4639746" y="382445"/>
                </a:lnTo>
                <a:lnTo>
                  <a:pt x="4648880" y="469035"/>
                </a:lnTo>
                <a:lnTo>
                  <a:pt x="4632027" y="555626"/>
                </a:lnTo>
                <a:lnTo>
                  <a:pt x="4628420" y="642217"/>
                </a:lnTo>
                <a:lnTo>
                  <a:pt x="4652575" y="728808"/>
                </a:lnTo>
                <a:lnTo>
                  <a:pt x="4623701" y="815399"/>
                </a:lnTo>
                <a:lnTo>
                  <a:pt x="4658010" y="901990"/>
                </a:lnTo>
                <a:lnTo>
                  <a:pt x="4640943" y="988581"/>
                </a:lnTo>
                <a:lnTo>
                  <a:pt x="4652832" y="1075171"/>
                </a:lnTo>
                <a:lnTo>
                  <a:pt x="4652575" y="1161762"/>
                </a:lnTo>
                <a:lnTo>
                  <a:pt x="4657646" y="1248353"/>
                </a:lnTo>
                <a:lnTo>
                  <a:pt x="4643436" y="1334944"/>
                </a:lnTo>
                <a:lnTo>
                  <a:pt x="4624363" y="1421535"/>
                </a:lnTo>
                <a:lnTo>
                  <a:pt x="4647911" y="1508126"/>
                </a:lnTo>
                <a:lnTo>
                  <a:pt x="4636348" y="1594717"/>
                </a:lnTo>
                <a:lnTo>
                  <a:pt x="4652112" y="1681308"/>
                </a:lnTo>
                <a:lnTo>
                  <a:pt x="4625990" y="1767899"/>
                </a:lnTo>
                <a:lnTo>
                  <a:pt x="4662121" y="1854490"/>
                </a:lnTo>
                <a:lnTo>
                  <a:pt x="4654145" y="1941081"/>
                </a:lnTo>
                <a:lnTo>
                  <a:pt x="4649955" y="2027671"/>
                </a:lnTo>
                <a:lnTo>
                  <a:pt x="4626638" y="2114262"/>
                </a:lnTo>
                <a:lnTo>
                  <a:pt x="4614514" y="2200853"/>
                </a:lnTo>
                <a:lnTo>
                  <a:pt x="4624485" y="2287444"/>
                </a:lnTo>
                <a:lnTo>
                  <a:pt x="4634245" y="2374035"/>
                </a:lnTo>
                <a:lnTo>
                  <a:pt x="4631544" y="2460626"/>
                </a:lnTo>
                <a:lnTo>
                  <a:pt x="4632878" y="2547217"/>
                </a:lnTo>
                <a:lnTo>
                  <a:pt x="4657987" y="2633808"/>
                </a:lnTo>
                <a:lnTo>
                  <a:pt x="4635465" y="2720399"/>
                </a:lnTo>
                <a:lnTo>
                  <a:pt x="4628339" y="2806990"/>
                </a:lnTo>
                <a:lnTo>
                  <a:pt x="4647979" y="2893581"/>
                </a:lnTo>
                <a:lnTo>
                  <a:pt x="4660091" y="2980171"/>
                </a:lnTo>
                <a:lnTo>
                  <a:pt x="4643482" y="3066762"/>
                </a:lnTo>
                <a:lnTo>
                  <a:pt x="4641560" y="3153353"/>
                </a:lnTo>
                <a:lnTo>
                  <a:pt x="4626087" y="3239944"/>
                </a:lnTo>
                <a:lnTo>
                  <a:pt x="4655272" y="3326535"/>
                </a:lnTo>
                <a:lnTo>
                  <a:pt x="4635255" y="3413126"/>
                </a:lnTo>
                <a:lnTo>
                  <a:pt x="4635029" y="3499717"/>
                </a:lnTo>
                <a:lnTo>
                  <a:pt x="4625941" y="3586308"/>
                </a:lnTo>
                <a:lnTo>
                  <a:pt x="4644777" y="3672899"/>
                </a:lnTo>
                <a:lnTo>
                  <a:pt x="4647769" y="3759490"/>
                </a:lnTo>
                <a:lnTo>
                  <a:pt x="4632126" y="3846081"/>
                </a:lnTo>
                <a:lnTo>
                  <a:pt x="4624037" y="3932671"/>
                </a:lnTo>
                <a:lnTo>
                  <a:pt x="4621740" y="4019262"/>
                </a:lnTo>
                <a:lnTo>
                  <a:pt x="4621758" y="4105853"/>
                </a:lnTo>
                <a:lnTo>
                  <a:pt x="4600812" y="4192444"/>
                </a:lnTo>
                <a:lnTo>
                  <a:pt x="4595257" y="4279035"/>
                </a:lnTo>
                <a:lnTo>
                  <a:pt x="4581778" y="4365626"/>
                </a:lnTo>
                <a:lnTo>
                  <a:pt x="4613182" y="4452217"/>
                </a:lnTo>
                <a:lnTo>
                  <a:pt x="4606898" y="4538808"/>
                </a:lnTo>
                <a:lnTo>
                  <a:pt x="4582165" y="4625399"/>
                </a:lnTo>
                <a:lnTo>
                  <a:pt x="4614247" y="4711990"/>
                </a:lnTo>
                <a:lnTo>
                  <a:pt x="4584048" y="4798581"/>
                </a:lnTo>
                <a:lnTo>
                  <a:pt x="4590779" y="4885171"/>
                </a:lnTo>
                <a:lnTo>
                  <a:pt x="4573601" y="4971762"/>
                </a:lnTo>
                <a:lnTo>
                  <a:pt x="4584746" y="5058353"/>
                </a:lnTo>
                <a:lnTo>
                  <a:pt x="4599805" y="5144944"/>
                </a:lnTo>
                <a:lnTo>
                  <a:pt x="4618249" y="5231535"/>
                </a:lnTo>
                <a:lnTo>
                  <a:pt x="4613735" y="5318126"/>
                </a:lnTo>
                <a:lnTo>
                  <a:pt x="4597772" y="5404717"/>
                </a:lnTo>
                <a:lnTo>
                  <a:pt x="4582448" y="5491308"/>
                </a:lnTo>
                <a:lnTo>
                  <a:pt x="4594515" y="5577899"/>
                </a:lnTo>
                <a:lnTo>
                  <a:pt x="4570895" y="5664490"/>
                </a:lnTo>
                <a:lnTo>
                  <a:pt x="4584368" y="5751081"/>
                </a:lnTo>
                <a:lnTo>
                  <a:pt x="4606959" y="5837671"/>
                </a:lnTo>
                <a:lnTo>
                  <a:pt x="4608447" y="5924262"/>
                </a:lnTo>
                <a:lnTo>
                  <a:pt x="4603716" y="6010853"/>
                </a:lnTo>
                <a:lnTo>
                  <a:pt x="4631574" y="6097444"/>
                </a:lnTo>
                <a:lnTo>
                  <a:pt x="4631025" y="6184035"/>
                </a:lnTo>
                <a:lnTo>
                  <a:pt x="4606785" y="6270626"/>
                </a:lnTo>
                <a:lnTo>
                  <a:pt x="4621198" y="6357217"/>
                </a:lnTo>
                <a:lnTo>
                  <a:pt x="4619480" y="6443808"/>
                </a:lnTo>
                <a:lnTo>
                  <a:pt x="4620992" y="6530399"/>
                </a:lnTo>
                <a:lnTo>
                  <a:pt x="4617437" y="6616990"/>
                </a:lnTo>
                <a:lnTo>
                  <a:pt x="4600764" y="6703581"/>
                </a:lnTo>
                <a:lnTo>
                  <a:pt x="4600187" y="6790171"/>
                </a:lnTo>
                <a:lnTo>
                  <a:pt x="4611886" y="6876762"/>
                </a:lnTo>
                <a:lnTo>
                  <a:pt x="4620037" y="6963353"/>
                </a:lnTo>
                <a:lnTo>
                  <a:pt x="4603941" y="7049944"/>
                </a:lnTo>
                <a:lnTo>
                  <a:pt x="4608626" y="7136535"/>
                </a:lnTo>
                <a:lnTo>
                  <a:pt x="4578159" y="7223126"/>
                </a:lnTo>
                <a:lnTo>
                  <a:pt x="4611011" y="7309717"/>
                </a:lnTo>
                <a:lnTo>
                  <a:pt x="4593890" y="7396308"/>
                </a:lnTo>
                <a:lnTo>
                  <a:pt x="4606960" y="7482899"/>
                </a:lnTo>
                <a:lnTo>
                  <a:pt x="4622253" y="7569490"/>
                </a:lnTo>
                <a:lnTo>
                  <a:pt x="4616822" y="7657147"/>
                </a:lnTo>
                <a:lnTo>
                  <a:pt x="4530557" y="7671517"/>
                </a:lnTo>
                <a:lnTo>
                  <a:pt x="4444293" y="7671289"/>
                </a:lnTo>
                <a:lnTo>
                  <a:pt x="4358029" y="7650944"/>
                </a:lnTo>
                <a:lnTo>
                  <a:pt x="4271765" y="7641167"/>
                </a:lnTo>
                <a:lnTo>
                  <a:pt x="4185501" y="7637758"/>
                </a:lnTo>
                <a:lnTo>
                  <a:pt x="4099237" y="7648601"/>
                </a:lnTo>
                <a:lnTo>
                  <a:pt x="4012972" y="7646968"/>
                </a:lnTo>
                <a:lnTo>
                  <a:pt x="3926708" y="7653288"/>
                </a:lnTo>
                <a:lnTo>
                  <a:pt x="3840444" y="7645413"/>
                </a:lnTo>
                <a:lnTo>
                  <a:pt x="3754180" y="7637314"/>
                </a:lnTo>
                <a:lnTo>
                  <a:pt x="3667916" y="7637171"/>
                </a:lnTo>
                <a:lnTo>
                  <a:pt x="3581652" y="7619172"/>
                </a:lnTo>
                <a:lnTo>
                  <a:pt x="3495388" y="7645693"/>
                </a:lnTo>
                <a:lnTo>
                  <a:pt x="3409123" y="7621208"/>
                </a:lnTo>
                <a:lnTo>
                  <a:pt x="3322859" y="7618232"/>
                </a:lnTo>
                <a:lnTo>
                  <a:pt x="3236595" y="7650070"/>
                </a:lnTo>
                <a:lnTo>
                  <a:pt x="3150331" y="7636520"/>
                </a:lnTo>
                <a:lnTo>
                  <a:pt x="3064067" y="7660324"/>
                </a:lnTo>
                <a:lnTo>
                  <a:pt x="2977803" y="7668530"/>
                </a:lnTo>
                <a:lnTo>
                  <a:pt x="2891538" y="7652608"/>
                </a:lnTo>
                <a:lnTo>
                  <a:pt x="2805274" y="7664267"/>
                </a:lnTo>
                <a:lnTo>
                  <a:pt x="2719010" y="7630765"/>
                </a:lnTo>
                <a:lnTo>
                  <a:pt x="2632746" y="7664966"/>
                </a:lnTo>
                <a:lnTo>
                  <a:pt x="2546482" y="7634687"/>
                </a:lnTo>
                <a:lnTo>
                  <a:pt x="2460218" y="7675769"/>
                </a:lnTo>
                <a:lnTo>
                  <a:pt x="2373954" y="7671436"/>
                </a:lnTo>
                <a:lnTo>
                  <a:pt x="2287689" y="7693402"/>
                </a:lnTo>
                <a:lnTo>
                  <a:pt x="2201425" y="7663943"/>
                </a:lnTo>
                <a:lnTo>
                  <a:pt x="2115161" y="7686753"/>
                </a:lnTo>
                <a:lnTo>
                  <a:pt x="2028897" y="7672539"/>
                </a:lnTo>
                <a:lnTo>
                  <a:pt x="1942633" y="7689304"/>
                </a:lnTo>
                <a:lnTo>
                  <a:pt x="1856369" y="7671353"/>
                </a:lnTo>
                <a:lnTo>
                  <a:pt x="1770105" y="7667991"/>
                </a:lnTo>
                <a:lnTo>
                  <a:pt x="1683840" y="7700028"/>
                </a:lnTo>
                <a:lnTo>
                  <a:pt x="1597576" y="7692245"/>
                </a:lnTo>
                <a:lnTo>
                  <a:pt x="1511312" y="7701911"/>
                </a:lnTo>
                <a:lnTo>
                  <a:pt x="1425048" y="7667187"/>
                </a:lnTo>
                <a:lnTo>
                  <a:pt x="1338784" y="7677117"/>
                </a:lnTo>
                <a:lnTo>
                  <a:pt x="1252520" y="7672986"/>
                </a:lnTo>
                <a:lnTo>
                  <a:pt x="1166255" y="7638410"/>
                </a:lnTo>
                <a:lnTo>
                  <a:pt x="1079991" y="7679741"/>
                </a:lnTo>
                <a:lnTo>
                  <a:pt x="993727" y="7639525"/>
                </a:lnTo>
                <a:lnTo>
                  <a:pt x="907463" y="7662480"/>
                </a:lnTo>
                <a:lnTo>
                  <a:pt x="821199" y="7633621"/>
                </a:lnTo>
                <a:lnTo>
                  <a:pt x="734935" y="7639754"/>
                </a:lnTo>
                <a:lnTo>
                  <a:pt x="648672" y="7649106"/>
                </a:lnTo>
                <a:lnTo>
                  <a:pt x="562407" y="7613598"/>
                </a:lnTo>
                <a:lnTo>
                  <a:pt x="476143" y="7634451"/>
                </a:lnTo>
                <a:lnTo>
                  <a:pt x="389879" y="7626167"/>
                </a:lnTo>
                <a:lnTo>
                  <a:pt x="303615" y="7618607"/>
                </a:lnTo>
                <a:lnTo>
                  <a:pt x="217351" y="7618598"/>
                </a:lnTo>
                <a:lnTo>
                  <a:pt x="131087" y="7613993"/>
                </a:lnTo>
                <a:lnTo>
                  <a:pt x="49170" y="7656081"/>
                </a:lnTo>
                <a:lnTo>
                  <a:pt x="67986" y="7569490"/>
                </a:lnTo>
                <a:lnTo>
                  <a:pt x="60986" y="7482899"/>
                </a:lnTo>
                <a:lnTo>
                  <a:pt x="49215" y="7396308"/>
                </a:lnTo>
                <a:lnTo>
                  <a:pt x="66909" y="7309717"/>
                </a:lnTo>
                <a:lnTo>
                  <a:pt x="21720" y="7223126"/>
                </a:lnTo>
                <a:lnTo>
                  <a:pt x="23974" y="7136535"/>
                </a:lnTo>
                <a:lnTo>
                  <a:pt x="64533" y="7049944"/>
                </a:lnTo>
                <a:lnTo>
                  <a:pt x="39376" y="6963353"/>
                </a:lnTo>
                <a:lnTo>
                  <a:pt x="63747" y="6876762"/>
                </a:lnTo>
                <a:lnTo>
                  <a:pt x="68349" y="6790171"/>
                </a:lnTo>
                <a:lnTo>
                  <a:pt x="47898" y="6703581"/>
                </a:lnTo>
                <a:lnTo>
                  <a:pt x="63659" y="6616990"/>
                </a:lnTo>
                <a:lnTo>
                  <a:pt x="45868" y="6530399"/>
                </a:lnTo>
                <a:lnTo>
                  <a:pt x="67906" y="6443808"/>
                </a:lnTo>
                <a:lnTo>
                  <a:pt x="53693" y="6357217"/>
                </a:lnTo>
                <a:lnTo>
                  <a:pt x="43494" y="6270626"/>
                </a:lnTo>
                <a:lnTo>
                  <a:pt x="35888" y="6184035"/>
                </a:lnTo>
                <a:lnTo>
                  <a:pt x="47008" y="6097444"/>
                </a:lnTo>
                <a:lnTo>
                  <a:pt x="57044" y="6010853"/>
                </a:lnTo>
                <a:lnTo>
                  <a:pt x="40415" y="5924262"/>
                </a:lnTo>
                <a:lnTo>
                  <a:pt x="53693" y="5837671"/>
                </a:lnTo>
                <a:lnTo>
                  <a:pt x="14647" y="5751081"/>
                </a:lnTo>
                <a:lnTo>
                  <a:pt x="12354" y="5664490"/>
                </a:lnTo>
                <a:lnTo>
                  <a:pt x="9700" y="5577899"/>
                </a:lnTo>
                <a:lnTo>
                  <a:pt x="39192" y="5491308"/>
                </a:lnTo>
                <a:lnTo>
                  <a:pt x="32443" y="5404717"/>
                </a:lnTo>
                <a:lnTo>
                  <a:pt x="0" y="5318126"/>
                </a:lnTo>
                <a:lnTo>
                  <a:pt x="24718" y="5231535"/>
                </a:lnTo>
                <a:lnTo>
                  <a:pt x="16973" y="5144944"/>
                </a:lnTo>
                <a:lnTo>
                  <a:pt x="27825" y="5058353"/>
                </a:lnTo>
                <a:lnTo>
                  <a:pt x="24380" y="4971762"/>
                </a:lnTo>
                <a:lnTo>
                  <a:pt x="30884" y="4885171"/>
                </a:lnTo>
                <a:lnTo>
                  <a:pt x="15439" y="4798581"/>
                </a:lnTo>
                <a:lnTo>
                  <a:pt x="51394" y="4711990"/>
                </a:lnTo>
                <a:lnTo>
                  <a:pt x="65236" y="4625399"/>
                </a:lnTo>
                <a:lnTo>
                  <a:pt x="44074" y="4538808"/>
                </a:lnTo>
                <a:lnTo>
                  <a:pt x="37257" y="4452217"/>
                </a:lnTo>
                <a:lnTo>
                  <a:pt x="58458" y="4365626"/>
                </a:lnTo>
                <a:lnTo>
                  <a:pt x="76613" y="4279035"/>
                </a:lnTo>
                <a:lnTo>
                  <a:pt x="49916" y="4192444"/>
                </a:lnTo>
                <a:lnTo>
                  <a:pt x="44130" y="4105853"/>
                </a:lnTo>
                <a:lnTo>
                  <a:pt x="40570" y="4019262"/>
                </a:lnTo>
                <a:lnTo>
                  <a:pt x="70671" y="3932671"/>
                </a:lnTo>
                <a:lnTo>
                  <a:pt x="79676" y="3846081"/>
                </a:lnTo>
                <a:lnTo>
                  <a:pt x="64383" y="3759490"/>
                </a:lnTo>
                <a:lnTo>
                  <a:pt x="79473" y="3672899"/>
                </a:lnTo>
                <a:lnTo>
                  <a:pt x="72687" y="3586308"/>
                </a:lnTo>
                <a:lnTo>
                  <a:pt x="65347" y="3499717"/>
                </a:lnTo>
                <a:lnTo>
                  <a:pt x="82570" y="3413126"/>
                </a:lnTo>
                <a:lnTo>
                  <a:pt x="93306" y="3326535"/>
                </a:lnTo>
                <a:lnTo>
                  <a:pt x="76167" y="3239944"/>
                </a:lnTo>
                <a:lnTo>
                  <a:pt x="78772" y="3153353"/>
                </a:lnTo>
                <a:lnTo>
                  <a:pt x="85017" y="3066762"/>
                </a:lnTo>
                <a:lnTo>
                  <a:pt x="78446" y="2980171"/>
                </a:lnTo>
                <a:lnTo>
                  <a:pt x="58175" y="2893581"/>
                </a:lnTo>
                <a:lnTo>
                  <a:pt x="36366" y="2806990"/>
                </a:lnTo>
                <a:lnTo>
                  <a:pt x="31966" y="2720399"/>
                </a:lnTo>
                <a:lnTo>
                  <a:pt x="57703" y="2633808"/>
                </a:lnTo>
                <a:lnTo>
                  <a:pt x="59449" y="2547217"/>
                </a:lnTo>
                <a:lnTo>
                  <a:pt x="79502" y="2460626"/>
                </a:lnTo>
                <a:lnTo>
                  <a:pt x="77723" y="2374035"/>
                </a:lnTo>
                <a:lnTo>
                  <a:pt x="67986" y="2287444"/>
                </a:lnTo>
                <a:lnTo>
                  <a:pt x="44755" y="2200853"/>
                </a:lnTo>
                <a:lnTo>
                  <a:pt x="76676" y="2114262"/>
                </a:lnTo>
                <a:lnTo>
                  <a:pt x="47924" y="2027671"/>
                </a:lnTo>
                <a:lnTo>
                  <a:pt x="53276" y="1941081"/>
                </a:lnTo>
                <a:lnTo>
                  <a:pt x="77667" y="1854490"/>
                </a:lnTo>
                <a:lnTo>
                  <a:pt x="52676" y="1767899"/>
                </a:lnTo>
                <a:lnTo>
                  <a:pt x="64326" y="1681308"/>
                </a:lnTo>
                <a:lnTo>
                  <a:pt x="80862" y="1594717"/>
                </a:lnTo>
                <a:lnTo>
                  <a:pt x="83127" y="1508126"/>
                </a:lnTo>
                <a:lnTo>
                  <a:pt x="49579" y="1421535"/>
                </a:lnTo>
                <a:lnTo>
                  <a:pt x="83425" y="1334944"/>
                </a:lnTo>
                <a:lnTo>
                  <a:pt x="53696" y="1248353"/>
                </a:lnTo>
                <a:lnTo>
                  <a:pt x="58799" y="1161762"/>
                </a:lnTo>
                <a:lnTo>
                  <a:pt x="51392" y="1075171"/>
                </a:lnTo>
                <a:lnTo>
                  <a:pt x="54266" y="988581"/>
                </a:lnTo>
                <a:lnTo>
                  <a:pt x="47493" y="901990"/>
                </a:lnTo>
                <a:lnTo>
                  <a:pt x="56353" y="815399"/>
                </a:lnTo>
                <a:lnTo>
                  <a:pt x="29635" y="728808"/>
                </a:lnTo>
                <a:lnTo>
                  <a:pt x="48415" y="642217"/>
                </a:lnTo>
                <a:lnTo>
                  <a:pt x="24194" y="555626"/>
                </a:lnTo>
                <a:lnTo>
                  <a:pt x="44404" y="469035"/>
                </a:lnTo>
                <a:lnTo>
                  <a:pt x="37323" y="382445"/>
                </a:lnTo>
                <a:lnTo>
                  <a:pt x="41654" y="295854"/>
                </a:lnTo>
                <a:lnTo>
                  <a:pt x="32438" y="209263"/>
                </a:lnTo>
                <a:lnTo>
                  <a:pt x="50592" y="122672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215265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EFD6A0"/>
                </a:solidFill>
                <a:latin typeface="Arial"/>
                <a:ea typeface="맑은 고딕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2419350"/>
            <a:ext cx="3048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678"/>
              </a:lnSpc>
            </a:pPr>
            <a:r>
              <a:rPr sz="6300" b="1">
                <a:solidFill>
                  <a:srgbClr val="F3EBDD"/>
                </a:solidFill>
                <a:latin typeface="Arial Black"/>
                <a:ea typeface="맑은 고딕"/>
              </a:rPr>
              <a:t>목</a:t>
            </a:r>
            <a:r>
              <a:rPr sz="5670" b="1">
                <a:solidFill>
                  <a:srgbClr val="EFD6A0"/>
                </a:solidFill>
                <a:latin typeface="Arial"/>
                <a:ea typeface="맑은 고딕"/>
              </a:rPr>
              <a:t>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3543300"/>
            <a:ext cx="285750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한국은행 BOK 이슈노트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요약본의 핵심 10개 항목을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다섯 부분으로 정리했습니다.</a:t>
            </a:r>
          </a:p>
        </p:txBody>
      </p:sp>
      <p:sp>
        <p:nvSpPr>
          <p:cNvPr id="7" name="Freeform 6"/>
          <p:cNvSpPr/>
          <p:nvPr/>
        </p:nvSpPr>
        <p:spPr>
          <a:xfrm rot="21240000">
            <a:off x="3289722" y="5406868"/>
            <a:ext cx="2909735" cy="1965907"/>
          </a:xfrm>
          <a:custGeom>
            <a:avLst/>
            <a:gdLst/>
            <a:ahLst/>
            <a:cxnLst/>
            <a:rect l="l" t="t" r="r" b="b"/>
            <a:pathLst>
              <a:path w="2909735" h="1965907">
                <a:moveTo>
                  <a:pt x="44028" y="28387"/>
                </a:moveTo>
                <a:lnTo>
                  <a:pt x="130618" y="59284"/>
                </a:lnTo>
                <a:lnTo>
                  <a:pt x="217209" y="46858"/>
                </a:lnTo>
                <a:lnTo>
                  <a:pt x="303800" y="19708"/>
                </a:lnTo>
                <a:lnTo>
                  <a:pt x="390391" y="36570"/>
                </a:lnTo>
                <a:lnTo>
                  <a:pt x="476982" y="22464"/>
                </a:lnTo>
                <a:lnTo>
                  <a:pt x="563573" y="0"/>
                </a:lnTo>
                <a:lnTo>
                  <a:pt x="650164" y="5823"/>
                </a:lnTo>
                <a:lnTo>
                  <a:pt x="736755" y="22708"/>
                </a:lnTo>
                <a:lnTo>
                  <a:pt x="823346" y="11604"/>
                </a:lnTo>
                <a:lnTo>
                  <a:pt x="909937" y="40547"/>
                </a:lnTo>
                <a:lnTo>
                  <a:pt x="996528" y="62049"/>
                </a:lnTo>
                <a:lnTo>
                  <a:pt x="1083118" y="42135"/>
                </a:lnTo>
                <a:lnTo>
                  <a:pt x="1169709" y="71118"/>
                </a:lnTo>
                <a:lnTo>
                  <a:pt x="1256300" y="38833"/>
                </a:lnTo>
                <a:lnTo>
                  <a:pt x="1342891" y="62564"/>
                </a:lnTo>
                <a:lnTo>
                  <a:pt x="1429482" y="70283"/>
                </a:lnTo>
                <a:lnTo>
                  <a:pt x="1516073" y="61500"/>
                </a:lnTo>
                <a:lnTo>
                  <a:pt x="1602664" y="50761"/>
                </a:lnTo>
                <a:lnTo>
                  <a:pt x="1689255" y="59252"/>
                </a:lnTo>
                <a:lnTo>
                  <a:pt x="1775846" y="64789"/>
                </a:lnTo>
                <a:lnTo>
                  <a:pt x="1862437" y="56155"/>
                </a:lnTo>
                <a:lnTo>
                  <a:pt x="1949028" y="63536"/>
                </a:lnTo>
                <a:lnTo>
                  <a:pt x="2035618" y="60131"/>
                </a:lnTo>
                <a:lnTo>
                  <a:pt x="2122209" y="38444"/>
                </a:lnTo>
                <a:lnTo>
                  <a:pt x="2208800" y="26346"/>
                </a:lnTo>
                <a:lnTo>
                  <a:pt x="2295391" y="9411"/>
                </a:lnTo>
                <a:lnTo>
                  <a:pt x="2381982" y="33430"/>
                </a:lnTo>
                <a:lnTo>
                  <a:pt x="2468573" y="51383"/>
                </a:lnTo>
                <a:lnTo>
                  <a:pt x="2555164" y="19019"/>
                </a:lnTo>
                <a:lnTo>
                  <a:pt x="2641755" y="11175"/>
                </a:lnTo>
                <a:lnTo>
                  <a:pt x="2728346" y="32002"/>
                </a:lnTo>
                <a:lnTo>
                  <a:pt x="2814937" y="43621"/>
                </a:lnTo>
                <a:lnTo>
                  <a:pt x="2886111" y="22382"/>
                </a:lnTo>
                <a:lnTo>
                  <a:pt x="2909735" y="108972"/>
                </a:lnTo>
                <a:lnTo>
                  <a:pt x="2895350" y="195563"/>
                </a:lnTo>
                <a:lnTo>
                  <a:pt x="2884039" y="282154"/>
                </a:lnTo>
                <a:lnTo>
                  <a:pt x="2867957" y="368745"/>
                </a:lnTo>
                <a:lnTo>
                  <a:pt x="2901288" y="455336"/>
                </a:lnTo>
                <a:lnTo>
                  <a:pt x="2861673" y="541927"/>
                </a:lnTo>
                <a:lnTo>
                  <a:pt x="2889415" y="628518"/>
                </a:lnTo>
                <a:lnTo>
                  <a:pt x="2876902" y="715109"/>
                </a:lnTo>
                <a:lnTo>
                  <a:pt x="2895492" y="801700"/>
                </a:lnTo>
                <a:lnTo>
                  <a:pt x="2880729" y="888291"/>
                </a:lnTo>
                <a:lnTo>
                  <a:pt x="2887599" y="974882"/>
                </a:lnTo>
                <a:lnTo>
                  <a:pt x="2858341" y="1061472"/>
                </a:lnTo>
                <a:lnTo>
                  <a:pt x="2881024" y="1148063"/>
                </a:lnTo>
                <a:lnTo>
                  <a:pt x="2879098" y="1234654"/>
                </a:lnTo>
                <a:lnTo>
                  <a:pt x="2886001" y="1321245"/>
                </a:lnTo>
                <a:lnTo>
                  <a:pt x="2881144" y="1407836"/>
                </a:lnTo>
                <a:lnTo>
                  <a:pt x="2901246" y="1494427"/>
                </a:lnTo>
                <a:lnTo>
                  <a:pt x="2886456" y="1581018"/>
                </a:lnTo>
                <a:lnTo>
                  <a:pt x="2882699" y="1667609"/>
                </a:lnTo>
                <a:lnTo>
                  <a:pt x="2890257" y="1754200"/>
                </a:lnTo>
                <a:lnTo>
                  <a:pt x="2875620" y="1840791"/>
                </a:lnTo>
                <a:lnTo>
                  <a:pt x="2901528" y="1913786"/>
                </a:lnTo>
                <a:lnTo>
                  <a:pt x="2814937" y="1929375"/>
                </a:lnTo>
                <a:lnTo>
                  <a:pt x="2728346" y="1928528"/>
                </a:lnTo>
                <a:lnTo>
                  <a:pt x="2641755" y="1927360"/>
                </a:lnTo>
                <a:lnTo>
                  <a:pt x="2555164" y="1955498"/>
                </a:lnTo>
                <a:lnTo>
                  <a:pt x="2468573" y="1965907"/>
                </a:lnTo>
                <a:lnTo>
                  <a:pt x="2381982" y="1937507"/>
                </a:lnTo>
                <a:lnTo>
                  <a:pt x="2295391" y="1953687"/>
                </a:lnTo>
                <a:lnTo>
                  <a:pt x="2208800" y="1928755"/>
                </a:lnTo>
                <a:lnTo>
                  <a:pt x="2122209" y="1919525"/>
                </a:lnTo>
                <a:lnTo>
                  <a:pt x="2035618" y="1936901"/>
                </a:lnTo>
                <a:lnTo>
                  <a:pt x="1949028" y="1922092"/>
                </a:lnTo>
                <a:lnTo>
                  <a:pt x="1862437" y="1921735"/>
                </a:lnTo>
                <a:lnTo>
                  <a:pt x="1775846" y="1938993"/>
                </a:lnTo>
                <a:lnTo>
                  <a:pt x="1689255" y="1919129"/>
                </a:lnTo>
                <a:lnTo>
                  <a:pt x="1602664" y="1925256"/>
                </a:lnTo>
                <a:lnTo>
                  <a:pt x="1516073" y="1927039"/>
                </a:lnTo>
                <a:lnTo>
                  <a:pt x="1429482" y="1936256"/>
                </a:lnTo>
                <a:lnTo>
                  <a:pt x="1342891" y="1907439"/>
                </a:lnTo>
                <a:lnTo>
                  <a:pt x="1256300" y="1922276"/>
                </a:lnTo>
                <a:lnTo>
                  <a:pt x="1169709" y="1900204"/>
                </a:lnTo>
                <a:lnTo>
                  <a:pt x="1083118" y="1903218"/>
                </a:lnTo>
                <a:lnTo>
                  <a:pt x="996528" y="1918687"/>
                </a:lnTo>
                <a:lnTo>
                  <a:pt x="909937" y="1886342"/>
                </a:lnTo>
                <a:lnTo>
                  <a:pt x="823346" y="1902536"/>
                </a:lnTo>
                <a:lnTo>
                  <a:pt x="736755" y="1894146"/>
                </a:lnTo>
                <a:lnTo>
                  <a:pt x="650164" y="1885162"/>
                </a:lnTo>
                <a:lnTo>
                  <a:pt x="563573" y="1911658"/>
                </a:lnTo>
                <a:lnTo>
                  <a:pt x="476982" y="1889642"/>
                </a:lnTo>
                <a:lnTo>
                  <a:pt x="390391" y="1908148"/>
                </a:lnTo>
                <a:lnTo>
                  <a:pt x="303800" y="1891514"/>
                </a:lnTo>
                <a:lnTo>
                  <a:pt x="217209" y="1897705"/>
                </a:lnTo>
                <a:lnTo>
                  <a:pt x="130618" y="1881400"/>
                </a:lnTo>
                <a:lnTo>
                  <a:pt x="36033" y="1927382"/>
                </a:lnTo>
                <a:lnTo>
                  <a:pt x="25503" y="1840791"/>
                </a:lnTo>
                <a:lnTo>
                  <a:pt x="36945" y="1754200"/>
                </a:lnTo>
                <a:lnTo>
                  <a:pt x="35837" y="1667609"/>
                </a:lnTo>
                <a:lnTo>
                  <a:pt x="30448" y="1581018"/>
                </a:lnTo>
                <a:lnTo>
                  <a:pt x="45699" y="1494427"/>
                </a:lnTo>
                <a:lnTo>
                  <a:pt x="20682" y="1407836"/>
                </a:lnTo>
                <a:lnTo>
                  <a:pt x="33577" y="1321245"/>
                </a:lnTo>
                <a:lnTo>
                  <a:pt x="32690" y="1234654"/>
                </a:lnTo>
                <a:lnTo>
                  <a:pt x="23705" y="1148063"/>
                </a:lnTo>
                <a:lnTo>
                  <a:pt x="22782" y="1061472"/>
                </a:lnTo>
                <a:lnTo>
                  <a:pt x="38537" y="974882"/>
                </a:lnTo>
                <a:lnTo>
                  <a:pt x="31378" y="888291"/>
                </a:lnTo>
                <a:lnTo>
                  <a:pt x="32542" y="801700"/>
                </a:lnTo>
                <a:lnTo>
                  <a:pt x="23685" y="715109"/>
                </a:lnTo>
                <a:lnTo>
                  <a:pt x="25075" y="628518"/>
                </a:lnTo>
                <a:lnTo>
                  <a:pt x="20001" y="541927"/>
                </a:lnTo>
                <a:lnTo>
                  <a:pt x="31438" y="455336"/>
                </a:lnTo>
                <a:lnTo>
                  <a:pt x="12521" y="368745"/>
                </a:lnTo>
                <a:lnTo>
                  <a:pt x="0" y="282154"/>
                </a:lnTo>
                <a:lnTo>
                  <a:pt x="26106" y="195563"/>
                </a:lnTo>
                <a:lnTo>
                  <a:pt x="12100" y="108972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 rot="48000">
            <a:off x="4920756" y="557522"/>
            <a:ext cx="6646854" cy="5757440"/>
          </a:xfrm>
          <a:custGeom>
            <a:avLst/>
            <a:gdLst/>
            <a:ahLst/>
            <a:cxnLst/>
            <a:rect l="l" t="t" r="r" b="b"/>
            <a:pathLst>
              <a:path w="6646854" h="5757440">
                <a:moveTo>
                  <a:pt x="32244" y="54120"/>
                </a:moveTo>
                <a:lnTo>
                  <a:pt x="118720" y="40889"/>
                </a:lnTo>
                <a:lnTo>
                  <a:pt x="205197" y="18290"/>
                </a:lnTo>
                <a:lnTo>
                  <a:pt x="291674" y="54978"/>
                </a:lnTo>
                <a:lnTo>
                  <a:pt x="378151" y="51562"/>
                </a:lnTo>
                <a:lnTo>
                  <a:pt x="464628" y="28379"/>
                </a:lnTo>
                <a:lnTo>
                  <a:pt x="551105" y="41819"/>
                </a:lnTo>
                <a:lnTo>
                  <a:pt x="637582" y="34261"/>
                </a:lnTo>
                <a:lnTo>
                  <a:pt x="724059" y="28627"/>
                </a:lnTo>
                <a:lnTo>
                  <a:pt x="810536" y="34686"/>
                </a:lnTo>
                <a:lnTo>
                  <a:pt x="897013" y="16527"/>
                </a:lnTo>
                <a:lnTo>
                  <a:pt x="983490" y="19911"/>
                </a:lnTo>
                <a:lnTo>
                  <a:pt x="1069967" y="12711"/>
                </a:lnTo>
                <a:lnTo>
                  <a:pt x="1156444" y="22246"/>
                </a:lnTo>
                <a:lnTo>
                  <a:pt x="1242921" y="36144"/>
                </a:lnTo>
                <a:lnTo>
                  <a:pt x="1329398" y="27353"/>
                </a:lnTo>
                <a:lnTo>
                  <a:pt x="1415875" y="28617"/>
                </a:lnTo>
                <a:lnTo>
                  <a:pt x="1502352" y="13768"/>
                </a:lnTo>
                <a:lnTo>
                  <a:pt x="1588829" y="4705"/>
                </a:lnTo>
                <a:lnTo>
                  <a:pt x="1675306" y="1222"/>
                </a:lnTo>
                <a:lnTo>
                  <a:pt x="1761783" y="9220"/>
                </a:lnTo>
                <a:lnTo>
                  <a:pt x="1848260" y="0"/>
                </a:lnTo>
                <a:lnTo>
                  <a:pt x="1934737" y="14585"/>
                </a:lnTo>
                <a:lnTo>
                  <a:pt x="2021214" y="26085"/>
                </a:lnTo>
                <a:lnTo>
                  <a:pt x="2107691" y="32010"/>
                </a:lnTo>
                <a:lnTo>
                  <a:pt x="2194168" y="24536"/>
                </a:lnTo>
                <a:lnTo>
                  <a:pt x="2280645" y="23874"/>
                </a:lnTo>
                <a:lnTo>
                  <a:pt x="2367122" y="30082"/>
                </a:lnTo>
                <a:lnTo>
                  <a:pt x="2453599" y="52841"/>
                </a:lnTo>
                <a:lnTo>
                  <a:pt x="2540076" y="30874"/>
                </a:lnTo>
                <a:lnTo>
                  <a:pt x="2626553" y="55384"/>
                </a:lnTo>
                <a:lnTo>
                  <a:pt x="2713030" y="32198"/>
                </a:lnTo>
                <a:lnTo>
                  <a:pt x="2799507" y="37124"/>
                </a:lnTo>
                <a:lnTo>
                  <a:pt x="2885984" y="42144"/>
                </a:lnTo>
                <a:lnTo>
                  <a:pt x="2972461" y="51111"/>
                </a:lnTo>
                <a:lnTo>
                  <a:pt x="3058938" y="48765"/>
                </a:lnTo>
                <a:lnTo>
                  <a:pt x="3145415" y="72594"/>
                </a:lnTo>
                <a:lnTo>
                  <a:pt x="3231892" y="41715"/>
                </a:lnTo>
                <a:lnTo>
                  <a:pt x="3318369" y="55919"/>
                </a:lnTo>
                <a:lnTo>
                  <a:pt x="3404845" y="33870"/>
                </a:lnTo>
                <a:lnTo>
                  <a:pt x="3491322" y="49792"/>
                </a:lnTo>
                <a:lnTo>
                  <a:pt x="3577799" y="55377"/>
                </a:lnTo>
                <a:lnTo>
                  <a:pt x="3664276" y="45203"/>
                </a:lnTo>
                <a:lnTo>
                  <a:pt x="3750753" y="47615"/>
                </a:lnTo>
                <a:lnTo>
                  <a:pt x="3837230" y="36986"/>
                </a:lnTo>
                <a:lnTo>
                  <a:pt x="3923707" y="27660"/>
                </a:lnTo>
                <a:lnTo>
                  <a:pt x="4010184" y="58804"/>
                </a:lnTo>
                <a:lnTo>
                  <a:pt x="4096661" y="40615"/>
                </a:lnTo>
                <a:lnTo>
                  <a:pt x="4183138" y="37843"/>
                </a:lnTo>
                <a:lnTo>
                  <a:pt x="4269615" y="51670"/>
                </a:lnTo>
                <a:lnTo>
                  <a:pt x="4356092" y="53966"/>
                </a:lnTo>
                <a:lnTo>
                  <a:pt x="4442569" y="50552"/>
                </a:lnTo>
                <a:lnTo>
                  <a:pt x="4529046" y="74671"/>
                </a:lnTo>
                <a:lnTo>
                  <a:pt x="4615523" y="64801"/>
                </a:lnTo>
                <a:lnTo>
                  <a:pt x="4702000" y="46465"/>
                </a:lnTo>
                <a:lnTo>
                  <a:pt x="4788477" y="56904"/>
                </a:lnTo>
                <a:lnTo>
                  <a:pt x="4874954" y="59825"/>
                </a:lnTo>
                <a:lnTo>
                  <a:pt x="4961431" y="36713"/>
                </a:lnTo>
                <a:lnTo>
                  <a:pt x="5047908" y="36719"/>
                </a:lnTo>
                <a:lnTo>
                  <a:pt x="5134385" y="43119"/>
                </a:lnTo>
                <a:lnTo>
                  <a:pt x="5220862" y="62012"/>
                </a:lnTo>
                <a:lnTo>
                  <a:pt x="5307339" y="61499"/>
                </a:lnTo>
                <a:lnTo>
                  <a:pt x="5393816" y="57369"/>
                </a:lnTo>
                <a:lnTo>
                  <a:pt x="5480293" y="63184"/>
                </a:lnTo>
                <a:lnTo>
                  <a:pt x="5566770" y="57928"/>
                </a:lnTo>
                <a:lnTo>
                  <a:pt x="5653247" y="39491"/>
                </a:lnTo>
                <a:lnTo>
                  <a:pt x="5739724" y="39196"/>
                </a:lnTo>
                <a:lnTo>
                  <a:pt x="5826201" y="55369"/>
                </a:lnTo>
                <a:lnTo>
                  <a:pt x="5912678" y="80195"/>
                </a:lnTo>
                <a:lnTo>
                  <a:pt x="5999155" y="57554"/>
                </a:lnTo>
                <a:lnTo>
                  <a:pt x="6085632" y="64527"/>
                </a:lnTo>
                <a:lnTo>
                  <a:pt x="6172109" y="52411"/>
                </a:lnTo>
                <a:lnTo>
                  <a:pt x="6258586" y="49456"/>
                </a:lnTo>
                <a:lnTo>
                  <a:pt x="6345063" y="45286"/>
                </a:lnTo>
                <a:lnTo>
                  <a:pt x="6431540" y="52909"/>
                </a:lnTo>
                <a:lnTo>
                  <a:pt x="6518017" y="43982"/>
                </a:lnTo>
                <a:lnTo>
                  <a:pt x="6613510" y="33028"/>
                </a:lnTo>
                <a:lnTo>
                  <a:pt x="6617688" y="119041"/>
                </a:lnTo>
                <a:lnTo>
                  <a:pt x="6625948" y="205055"/>
                </a:lnTo>
                <a:lnTo>
                  <a:pt x="6625927" y="291068"/>
                </a:lnTo>
                <a:lnTo>
                  <a:pt x="6637799" y="377082"/>
                </a:lnTo>
                <a:lnTo>
                  <a:pt x="6619402" y="463096"/>
                </a:lnTo>
                <a:lnTo>
                  <a:pt x="6613567" y="549109"/>
                </a:lnTo>
                <a:lnTo>
                  <a:pt x="6627152" y="635123"/>
                </a:lnTo>
                <a:lnTo>
                  <a:pt x="6606224" y="721137"/>
                </a:lnTo>
                <a:lnTo>
                  <a:pt x="6618217" y="807150"/>
                </a:lnTo>
                <a:lnTo>
                  <a:pt x="6569670" y="893164"/>
                </a:lnTo>
                <a:lnTo>
                  <a:pt x="6602951" y="979177"/>
                </a:lnTo>
                <a:lnTo>
                  <a:pt x="6592525" y="1065191"/>
                </a:lnTo>
                <a:lnTo>
                  <a:pt x="6594002" y="1151205"/>
                </a:lnTo>
                <a:lnTo>
                  <a:pt x="6583331" y="1237218"/>
                </a:lnTo>
                <a:lnTo>
                  <a:pt x="6601581" y="1323232"/>
                </a:lnTo>
                <a:lnTo>
                  <a:pt x="6595024" y="1409246"/>
                </a:lnTo>
                <a:lnTo>
                  <a:pt x="6582059" y="1495259"/>
                </a:lnTo>
                <a:lnTo>
                  <a:pt x="6621447" y="1581273"/>
                </a:lnTo>
                <a:lnTo>
                  <a:pt x="6601131" y="1667287"/>
                </a:lnTo>
                <a:lnTo>
                  <a:pt x="6584124" y="1753300"/>
                </a:lnTo>
                <a:lnTo>
                  <a:pt x="6617697" y="1839314"/>
                </a:lnTo>
                <a:lnTo>
                  <a:pt x="6604975" y="1925327"/>
                </a:lnTo>
                <a:lnTo>
                  <a:pt x="6595352" y="2011341"/>
                </a:lnTo>
                <a:lnTo>
                  <a:pt x="6627948" y="2097355"/>
                </a:lnTo>
                <a:lnTo>
                  <a:pt x="6631229" y="2183368"/>
                </a:lnTo>
                <a:lnTo>
                  <a:pt x="6622444" y="2269382"/>
                </a:lnTo>
                <a:lnTo>
                  <a:pt x="6645811" y="2355396"/>
                </a:lnTo>
                <a:lnTo>
                  <a:pt x="6615797" y="2441409"/>
                </a:lnTo>
                <a:lnTo>
                  <a:pt x="6624587" y="2527423"/>
                </a:lnTo>
                <a:lnTo>
                  <a:pt x="6611355" y="2613437"/>
                </a:lnTo>
                <a:lnTo>
                  <a:pt x="6619824" y="2699450"/>
                </a:lnTo>
                <a:lnTo>
                  <a:pt x="6618419" y="2785464"/>
                </a:lnTo>
                <a:lnTo>
                  <a:pt x="6624911" y="2871478"/>
                </a:lnTo>
                <a:lnTo>
                  <a:pt x="6628674" y="2957491"/>
                </a:lnTo>
                <a:lnTo>
                  <a:pt x="6614548" y="3043505"/>
                </a:lnTo>
                <a:lnTo>
                  <a:pt x="6595269" y="3129518"/>
                </a:lnTo>
                <a:lnTo>
                  <a:pt x="6615816" y="3215532"/>
                </a:lnTo>
                <a:lnTo>
                  <a:pt x="6615816" y="3301546"/>
                </a:lnTo>
                <a:lnTo>
                  <a:pt x="6608002" y="3387559"/>
                </a:lnTo>
                <a:lnTo>
                  <a:pt x="6608236" y="3473573"/>
                </a:lnTo>
                <a:lnTo>
                  <a:pt x="6612135" y="3559587"/>
                </a:lnTo>
                <a:lnTo>
                  <a:pt x="6614564" y="3645600"/>
                </a:lnTo>
                <a:lnTo>
                  <a:pt x="6624942" y="3731614"/>
                </a:lnTo>
                <a:lnTo>
                  <a:pt x="6626049" y="3817628"/>
                </a:lnTo>
                <a:lnTo>
                  <a:pt x="6611831" y="3903641"/>
                </a:lnTo>
                <a:lnTo>
                  <a:pt x="6622034" y="3989655"/>
                </a:lnTo>
                <a:lnTo>
                  <a:pt x="6613404" y="4075668"/>
                </a:lnTo>
                <a:lnTo>
                  <a:pt x="6602298" y="4161682"/>
                </a:lnTo>
                <a:lnTo>
                  <a:pt x="6590686" y="4247696"/>
                </a:lnTo>
                <a:lnTo>
                  <a:pt x="6631104" y="4333709"/>
                </a:lnTo>
                <a:lnTo>
                  <a:pt x="6609517" y="4419723"/>
                </a:lnTo>
                <a:lnTo>
                  <a:pt x="6617396" y="4505737"/>
                </a:lnTo>
                <a:lnTo>
                  <a:pt x="6608603" y="4591750"/>
                </a:lnTo>
                <a:lnTo>
                  <a:pt x="6641723" y="4677764"/>
                </a:lnTo>
                <a:lnTo>
                  <a:pt x="6643951" y="4763778"/>
                </a:lnTo>
                <a:lnTo>
                  <a:pt x="6629524" y="4849791"/>
                </a:lnTo>
                <a:lnTo>
                  <a:pt x="6617271" y="4935805"/>
                </a:lnTo>
                <a:lnTo>
                  <a:pt x="6621286" y="5021818"/>
                </a:lnTo>
                <a:lnTo>
                  <a:pt x="6619463" y="5107832"/>
                </a:lnTo>
                <a:lnTo>
                  <a:pt x="6633042" y="5193846"/>
                </a:lnTo>
                <a:lnTo>
                  <a:pt x="6627019" y="5279859"/>
                </a:lnTo>
                <a:lnTo>
                  <a:pt x="6623116" y="5365873"/>
                </a:lnTo>
                <a:lnTo>
                  <a:pt x="6646854" y="5451887"/>
                </a:lnTo>
                <a:lnTo>
                  <a:pt x="6621978" y="5537900"/>
                </a:lnTo>
                <a:lnTo>
                  <a:pt x="6646807" y="5623914"/>
                </a:lnTo>
                <a:lnTo>
                  <a:pt x="6604494" y="5722006"/>
                </a:lnTo>
                <a:lnTo>
                  <a:pt x="6518017" y="5706183"/>
                </a:lnTo>
                <a:lnTo>
                  <a:pt x="6431540" y="5720001"/>
                </a:lnTo>
                <a:lnTo>
                  <a:pt x="6345063" y="5713141"/>
                </a:lnTo>
                <a:lnTo>
                  <a:pt x="6258586" y="5697784"/>
                </a:lnTo>
                <a:lnTo>
                  <a:pt x="6172109" y="5708622"/>
                </a:lnTo>
                <a:lnTo>
                  <a:pt x="6085632" y="5698908"/>
                </a:lnTo>
                <a:lnTo>
                  <a:pt x="5999155" y="5680923"/>
                </a:lnTo>
                <a:lnTo>
                  <a:pt x="5912678" y="5663701"/>
                </a:lnTo>
                <a:lnTo>
                  <a:pt x="5826201" y="5672301"/>
                </a:lnTo>
                <a:lnTo>
                  <a:pt x="5739724" y="5674130"/>
                </a:lnTo>
                <a:lnTo>
                  <a:pt x="5653247" y="5672174"/>
                </a:lnTo>
                <a:lnTo>
                  <a:pt x="5566770" y="5680431"/>
                </a:lnTo>
                <a:lnTo>
                  <a:pt x="5480293" y="5697216"/>
                </a:lnTo>
                <a:lnTo>
                  <a:pt x="5393816" y="5683850"/>
                </a:lnTo>
                <a:lnTo>
                  <a:pt x="5307339" y="5700836"/>
                </a:lnTo>
                <a:lnTo>
                  <a:pt x="5220862" y="5710216"/>
                </a:lnTo>
                <a:lnTo>
                  <a:pt x="5134385" y="5692460"/>
                </a:lnTo>
                <a:lnTo>
                  <a:pt x="5047908" y="5692501"/>
                </a:lnTo>
                <a:lnTo>
                  <a:pt x="4961431" y="5727911"/>
                </a:lnTo>
                <a:lnTo>
                  <a:pt x="4874954" y="5718076"/>
                </a:lnTo>
                <a:lnTo>
                  <a:pt x="4788477" y="5695165"/>
                </a:lnTo>
                <a:lnTo>
                  <a:pt x="4702000" y="5696338"/>
                </a:lnTo>
                <a:lnTo>
                  <a:pt x="4615523" y="5729969"/>
                </a:lnTo>
                <a:lnTo>
                  <a:pt x="4529046" y="5714631"/>
                </a:lnTo>
                <a:lnTo>
                  <a:pt x="4442569" y="5686894"/>
                </a:lnTo>
                <a:lnTo>
                  <a:pt x="4356092" y="5704229"/>
                </a:lnTo>
                <a:lnTo>
                  <a:pt x="4269615" y="5717936"/>
                </a:lnTo>
                <a:lnTo>
                  <a:pt x="4183138" y="5710898"/>
                </a:lnTo>
                <a:lnTo>
                  <a:pt x="4096661" y="5701817"/>
                </a:lnTo>
                <a:lnTo>
                  <a:pt x="4010184" y="5699079"/>
                </a:lnTo>
                <a:lnTo>
                  <a:pt x="3923707" y="5701544"/>
                </a:lnTo>
                <a:lnTo>
                  <a:pt x="3837230" y="5698879"/>
                </a:lnTo>
                <a:lnTo>
                  <a:pt x="3750753" y="5729432"/>
                </a:lnTo>
                <a:lnTo>
                  <a:pt x="3664276" y="5721589"/>
                </a:lnTo>
                <a:lnTo>
                  <a:pt x="3577799" y="5724281"/>
                </a:lnTo>
                <a:lnTo>
                  <a:pt x="3491322" y="5738209"/>
                </a:lnTo>
                <a:lnTo>
                  <a:pt x="3404845" y="5712538"/>
                </a:lnTo>
                <a:lnTo>
                  <a:pt x="3318369" y="5727749"/>
                </a:lnTo>
                <a:lnTo>
                  <a:pt x="3231892" y="5757440"/>
                </a:lnTo>
                <a:lnTo>
                  <a:pt x="3145415" y="5755527"/>
                </a:lnTo>
                <a:lnTo>
                  <a:pt x="3058938" y="5746729"/>
                </a:lnTo>
                <a:lnTo>
                  <a:pt x="2972461" y="5731234"/>
                </a:lnTo>
                <a:lnTo>
                  <a:pt x="2885984" y="5731335"/>
                </a:lnTo>
                <a:lnTo>
                  <a:pt x="2799507" y="5740906"/>
                </a:lnTo>
                <a:lnTo>
                  <a:pt x="2713030" y="5749605"/>
                </a:lnTo>
                <a:lnTo>
                  <a:pt x="2626553" y="5727903"/>
                </a:lnTo>
                <a:lnTo>
                  <a:pt x="2540076" y="5751142"/>
                </a:lnTo>
                <a:lnTo>
                  <a:pt x="2453599" y="5743998"/>
                </a:lnTo>
                <a:lnTo>
                  <a:pt x="2367122" y="5739453"/>
                </a:lnTo>
                <a:lnTo>
                  <a:pt x="2280645" y="5747440"/>
                </a:lnTo>
                <a:lnTo>
                  <a:pt x="2194168" y="5735559"/>
                </a:lnTo>
                <a:lnTo>
                  <a:pt x="2107691" y="5736614"/>
                </a:lnTo>
                <a:lnTo>
                  <a:pt x="2021214" y="5745141"/>
                </a:lnTo>
                <a:lnTo>
                  <a:pt x="1934737" y="5731695"/>
                </a:lnTo>
                <a:lnTo>
                  <a:pt x="1848260" y="5732519"/>
                </a:lnTo>
                <a:lnTo>
                  <a:pt x="1761783" y="5748635"/>
                </a:lnTo>
                <a:lnTo>
                  <a:pt x="1675306" y="5727684"/>
                </a:lnTo>
                <a:lnTo>
                  <a:pt x="1588829" y="5736561"/>
                </a:lnTo>
                <a:lnTo>
                  <a:pt x="1502352" y="5717529"/>
                </a:lnTo>
                <a:lnTo>
                  <a:pt x="1415875" y="5731172"/>
                </a:lnTo>
                <a:lnTo>
                  <a:pt x="1329398" y="5736873"/>
                </a:lnTo>
                <a:lnTo>
                  <a:pt x="1242921" y="5751157"/>
                </a:lnTo>
                <a:lnTo>
                  <a:pt x="1156444" y="5722233"/>
                </a:lnTo>
                <a:lnTo>
                  <a:pt x="1069967" y="5729632"/>
                </a:lnTo>
                <a:lnTo>
                  <a:pt x="983490" y="5724806"/>
                </a:lnTo>
                <a:lnTo>
                  <a:pt x="897013" y="5737437"/>
                </a:lnTo>
                <a:lnTo>
                  <a:pt x="810536" y="5750991"/>
                </a:lnTo>
                <a:lnTo>
                  <a:pt x="724059" y="5730814"/>
                </a:lnTo>
                <a:lnTo>
                  <a:pt x="637582" y="5715920"/>
                </a:lnTo>
                <a:lnTo>
                  <a:pt x="551105" y="5707834"/>
                </a:lnTo>
                <a:lnTo>
                  <a:pt x="464628" y="5715060"/>
                </a:lnTo>
                <a:lnTo>
                  <a:pt x="378151" y="5746450"/>
                </a:lnTo>
                <a:lnTo>
                  <a:pt x="291674" y="5738946"/>
                </a:lnTo>
                <a:lnTo>
                  <a:pt x="205197" y="5727240"/>
                </a:lnTo>
                <a:lnTo>
                  <a:pt x="118720" y="5724928"/>
                </a:lnTo>
                <a:lnTo>
                  <a:pt x="25402" y="5709928"/>
                </a:lnTo>
                <a:lnTo>
                  <a:pt x="12120" y="5623914"/>
                </a:lnTo>
                <a:lnTo>
                  <a:pt x="45191" y="5537900"/>
                </a:lnTo>
                <a:lnTo>
                  <a:pt x="25839" y="5451887"/>
                </a:lnTo>
                <a:lnTo>
                  <a:pt x="52847" y="5365873"/>
                </a:lnTo>
                <a:lnTo>
                  <a:pt x="47200" y="5279859"/>
                </a:lnTo>
                <a:lnTo>
                  <a:pt x="67133" y="5193846"/>
                </a:lnTo>
                <a:lnTo>
                  <a:pt x="60628" y="5107832"/>
                </a:lnTo>
                <a:lnTo>
                  <a:pt x="51671" y="5021818"/>
                </a:lnTo>
                <a:lnTo>
                  <a:pt x="80003" y="4935805"/>
                </a:lnTo>
                <a:lnTo>
                  <a:pt x="47803" y="4849791"/>
                </a:lnTo>
                <a:lnTo>
                  <a:pt x="51606" y="4763778"/>
                </a:lnTo>
                <a:lnTo>
                  <a:pt x="65748" y="4677764"/>
                </a:lnTo>
                <a:lnTo>
                  <a:pt x="60771" y="4591750"/>
                </a:lnTo>
                <a:lnTo>
                  <a:pt x="74205" y="4505737"/>
                </a:lnTo>
                <a:lnTo>
                  <a:pt x="53375" y="4419723"/>
                </a:lnTo>
                <a:lnTo>
                  <a:pt x="80729" y="4333709"/>
                </a:lnTo>
                <a:lnTo>
                  <a:pt x="47101" y="4247696"/>
                </a:lnTo>
                <a:lnTo>
                  <a:pt x="63579" y="4161682"/>
                </a:lnTo>
                <a:lnTo>
                  <a:pt x="79031" y="4075668"/>
                </a:lnTo>
                <a:lnTo>
                  <a:pt x="59911" y="3989655"/>
                </a:lnTo>
                <a:lnTo>
                  <a:pt x="75781" y="3903641"/>
                </a:lnTo>
                <a:lnTo>
                  <a:pt x="67903" y="3817628"/>
                </a:lnTo>
                <a:lnTo>
                  <a:pt x="70325" y="3731614"/>
                </a:lnTo>
                <a:lnTo>
                  <a:pt x="45563" y="3645600"/>
                </a:lnTo>
                <a:lnTo>
                  <a:pt x="46811" y="3559587"/>
                </a:lnTo>
                <a:lnTo>
                  <a:pt x="41164" y="3473573"/>
                </a:lnTo>
                <a:lnTo>
                  <a:pt x="33954" y="3387559"/>
                </a:lnTo>
                <a:lnTo>
                  <a:pt x="8580" y="3301546"/>
                </a:lnTo>
                <a:lnTo>
                  <a:pt x="41084" y="3215532"/>
                </a:lnTo>
                <a:lnTo>
                  <a:pt x="54397" y="3129518"/>
                </a:lnTo>
                <a:lnTo>
                  <a:pt x="51711" y="3043505"/>
                </a:lnTo>
                <a:lnTo>
                  <a:pt x="58400" y="2957491"/>
                </a:lnTo>
                <a:lnTo>
                  <a:pt x="28590" y="2871478"/>
                </a:lnTo>
                <a:lnTo>
                  <a:pt x="52742" y="2785464"/>
                </a:lnTo>
                <a:lnTo>
                  <a:pt x="65585" y="2699450"/>
                </a:lnTo>
                <a:lnTo>
                  <a:pt x="68982" y="2613437"/>
                </a:lnTo>
                <a:lnTo>
                  <a:pt x="51297" y="2527423"/>
                </a:lnTo>
                <a:lnTo>
                  <a:pt x="53702" y="2441409"/>
                </a:lnTo>
                <a:lnTo>
                  <a:pt x="56677" y="2355396"/>
                </a:lnTo>
                <a:lnTo>
                  <a:pt x="44467" y="2269382"/>
                </a:lnTo>
                <a:lnTo>
                  <a:pt x="38542" y="2183368"/>
                </a:lnTo>
                <a:lnTo>
                  <a:pt x="57568" y="2097355"/>
                </a:lnTo>
                <a:lnTo>
                  <a:pt x="50599" y="2011341"/>
                </a:lnTo>
                <a:lnTo>
                  <a:pt x="41987" y="1925328"/>
                </a:lnTo>
                <a:lnTo>
                  <a:pt x="58438" y="1839314"/>
                </a:lnTo>
                <a:lnTo>
                  <a:pt x="62326" y="1753300"/>
                </a:lnTo>
                <a:lnTo>
                  <a:pt x="47621" y="1667287"/>
                </a:lnTo>
                <a:lnTo>
                  <a:pt x="67608" y="1581273"/>
                </a:lnTo>
                <a:lnTo>
                  <a:pt x="56041" y="1495259"/>
                </a:lnTo>
                <a:lnTo>
                  <a:pt x="57702" y="1409246"/>
                </a:lnTo>
                <a:lnTo>
                  <a:pt x="66417" y="1323232"/>
                </a:lnTo>
                <a:lnTo>
                  <a:pt x="62883" y="1237218"/>
                </a:lnTo>
                <a:lnTo>
                  <a:pt x="51152" y="1151205"/>
                </a:lnTo>
                <a:lnTo>
                  <a:pt x="52965" y="1065191"/>
                </a:lnTo>
                <a:lnTo>
                  <a:pt x="53198" y="979177"/>
                </a:lnTo>
                <a:lnTo>
                  <a:pt x="36218" y="893164"/>
                </a:lnTo>
                <a:lnTo>
                  <a:pt x="51293" y="807150"/>
                </a:lnTo>
                <a:lnTo>
                  <a:pt x="59278" y="721137"/>
                </a:lnTo>
                <a:lnTo>
                  <a:pt x="42758" y="635123"/>
                </a:lnTo>
                <a:lnTo>
                  <a:pt x="33670" y="549109"/>
                </a:lnTo>
                <a:lnTo>
                  <a:pt x="12737" y="463096"/>
                </a:lnTo>
                <a:lnTo>
                  <a:pt x="0" y="377082"/>
                </a:lnTo>
                <a:lnTo>
                  <a:pt x="38304" y="291068"/>
                </a:lnTo>
                <a:lnTo>
                  <a:pt x="29172" y="205055"/>
                </a:lnTo>
                <a:lnTo>
                  <a:pt x="20541" y="119041"/>
                </a:lnTo>
                <a:close/>
              </a:path>
            </a:pathLst>
          </a:custGeom>
          <a:blipFill rotWithShape="1">
            <a:blip r:embed="rId5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48000">
            <a:off x="5479005" y="993005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 rot="48000">
            <a:off x="6108969" y="1004737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연구 질문과 AI 유형</a:t>
            </a:r>
          </a:p>
        </p:txBody>
      </p:sp>
      <p:sp>
        <p:nvSpPr>
          <p:cNvPr id="11" name="TextBox 10"/>
          <p:cNvSpPr txBox="1"/>
          <p:nvPr/>
        </p:nvSpPr>
        <p:spPr>
          <a:xfrm rot="48000">
            <a:off x="6105246" y="1280936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세 가지 AI 유형과 노출도라는 잣대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71978" y="1713797"/>
            <a:ext cx="5581106" cy="77932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 rot="48000">
            <a:off x="5465174" y="1983508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 rot="48000">
            <a:off x="6095138" y="199524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직업별 · 지역별 AI 노출도</a:t>
            </a:r>
          </a:p>
        </p:txBody>
      </p:sp>
      <p:sp>
        <p:nvSpPr>
          <p:cNvPr id="15" name="TextBox 14"/>
          <p:cNvSpPr txBox="1"/>
          <p:nvPr/>
        </p:nvSpPr>
        <p:spPr>
          <a:xfrm rot="48000">
            <a:off x="6091415" y="2271439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누가, 어디서 AI에 더 많이 노출되는가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58147" y="2704300"/>
            <a:ext cx="5581106" cy="77932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 rot="48000">
            <a:off x="5451343" y="2974012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 rot="48000">
            <a:off x="6081308" y="2985744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AI 확산과 지역 노동시장 변화</a:t>
            </a:r>
          </a:p>
        </p:txBody>
      </p:sp>
      <p:sp>
        <p:nvSpPr>
          <p:cNvPr id="19" name="TextBox 18"/>
          <p:cNvSpPr txBox="1"/>
          <p:nvPr/>
        </p:nvSpPr>
        <p:spPr>
          <a:xfrm rot="48000">
            <a:off x="6077584" y="3261943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취업자수 · 인력부족 · 임금의 초기 징후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44316" y="3694804"/>
            <a:ext cx="5581106" cy="77932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 rot="48000">
            <a:off x="5437512" y="3964515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 rot="48000">
            <a:off x="6067477" y="3976247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위험요인과 기회요인</a:t>
            </a:r>
          </a:p>
        </p:txBody>
      </p:sp>
      <p:sp>
        <p:nvSpPr>
          <p:cNvPr id="23" name="TextBox 22"/>
          <p:cNvSpPr txBox="1"/>
          <p:nvPr/>
        </p:nvSpPr>
        <p:spPr>
          <a:xfrm rot="48000">
            <a:off x="6063753" y="4252446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격차를 키우는 힘과 줄이는 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30485" y="4685307"/>
            <a:ext cx="5581106" cy="77932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 rot="48000">
            <a:off x="5423681" y="4955019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 rot="48000">
            <a:off x="6053646" y="4966751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정책적 시사점</a:t>
            </a:r>
          </a:p>
        </p:txBody>
      </p:sp>
      <p:sp>
        <p:nvSpPr>
          <p:cNvPr id="27" name="TextBox 26"/>
          <p:cNvSpPr txBox="1"/>
          <p:nvPr/>
        </p:nvSpPr>
        <p:spPr>
          <a:xfrm rot="48000">
            <a:off x="6049922" y="52429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지역이 준비해야 할 세 가지 과제</a:t>
            </a:r>
          </a:p>
        </p:txBody>
      </p:sp>
      <p:pic>
        <p:nvPicPr>
          <p:cNvPr id="28" name="Picture 27" descr="sprig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760000">
            <a:off x="2190750" y="4000500"/>
            <a:ext cx="200025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21360000">
            <a:off x="-509432" y="-394143"/>
            <a:ext cx="4250674" cy="1295148"/>
          </a:xfrm>
          <a:custGeom>
            <a:avLst/>
            <a:gdLst/>
            <a:ahLst/>
            <a:cxnLst/>
            <a:rect l="l" t="t" r="r" b="b"/>
            <a:pathLst>
              <a:path w="4250674" h="1295148">
                <a:moveTo>
                  <a:pt x="33182" y="8390"/>
                </a:moveTo>
                <a:lnTo>
                  <a:pt x="120495" y="25583"/>
                </a:lnTo>
                <a:lnTo>
                  <a:pt x="207807" y="12292"/>
                </a:lnTo>
                <a:lnTo>
                  <a:pt x="295120" y="26481"/>
                </a:lnTo>
                <a:lnTo>
                  <a:pt x="382432" y="6851"/>
                </a:lnTo>
                <a:lnTo>
                  <a:pt x="469745" y="26505"/>
                </a:lnTo>
                <a:lnTo>
                  <a:pt x="557057" y="23233"/>
                </a:lnTo>
                <a:lnTo>
                  <a:pt x="644369" y="14144"/>
                </a:lnTo>
                <a:lnTo>
                  <a:pt x="731681" y="43752"/>
                </a:lnTo>
                <a:lnTo>
                  <a:pt x="818994" y="22283"/>
                </a:lnTo>
                <a:lnTo>
                  <a:pt x="906307" y="16078"/>
                </a:lnTo>
                <a:lnTo>
                  <a:pt x="993619" y="20976"/>
                </a:lnTo>
                <a:lnTo>
                  <a:pt x="1080932" y="2275"/>
                </a:lnTo>
                <a:lnTo>
                  <a:pt x="1168244" y="0"/>
                </a:lnTo>
                <a:lnTo>
                  <a:pt x="1255557" y="4004"/>
                </a:lnTo>
                <a:lnTo>
                  <a:pt x="1342869" y="13468"/>
                </a:lnTo>
                <a:lnTo>
                  <a:pt x="1430181" y="3398"/>
                </a:lnTo>
                <a:lnTo>
                  <a:pt x="1517494" y="31804"/>
                </a:lnTo>
                <a:lnTo>
                  <a:pt x="1604807" y="40577"/>
                </a:lnTo>
                <a:lnTo>
                  <a:pt x="1692119" y="25948"/>
                </a:lnTo>
                <a:lnTo>
                  <a:pt x="1779432" y="27643"/>
                </a:lnTo>
                <a:lnTo>
                  <a:pt x="1866744" y="38946"/>
                </a:lnTo>
                <a:lnTo>
                  <a:pt x="1954057" y="51803"/>
                </a:lnTo>
                <a:lnTo>
                  <a:pt x="2041369" y="49995"/>
                </a:lnTo>
                <a:lnTo>
                  <a:pt x="2128682" y="54570"/>
                </a:lnTo>
                <a:lnTo>
                  <a:pt x="2215994" y="54431"/>
                </a:lnTo>
                <a:lnTo>
                  <a:pt x="2303306" y="44073"/>
                </a:lnTo>
                <a:lnTo>
                  <a:pt x="2390619" y="34485"/>
                </a:lnTo>
                <a:lnTo>
                  <a:pt x="2477932" y="44680"/>
                </a:lnTo>
                <a:lnTo>
                  <a:pt x="2565244" y="38064"/>
                </a:lnTo>
                <a:lnTo>
                  <a:pt x="2652557" y="50381"/>
                </a:lnTo>
                <a:lnTo>
                  <a:pt x="2739869" y="60525"/>
                </a:lnTo>
                <a:lnTo>
                  <a:pt x="2827182" y="25154"/>
                </a:lnTo>
                <a:lnTo>
                  <a:pt x="2914494" y="37520"/>
                </a:lnTo>
                <a:lnTo>
                  <a:pt x="3001807" y="30908"/>
                </a:lnTo>
                <a:lnTo>
                  <a:pt x="3089119" y="49502"/>
                </a:lnTo>
                <a:lnTo>
                  <a:pt x="3176432" y="55337"/>
                </a:lnTo>
                <a:lnTo>
                  <a:pt x="3263744" y="59015"/>
                </a:lnTo>
                <a:lnTo>
                  <a:pt x="3351057" y="58829"/>
                </a:lnTo>
                <a:lnTo>
                  <a:pt x="3438369" y="59344"/>
                </a:lnTo>
                <a:lnTo>
                  <a:pt x="3525682" y="37623"/>
                </a:lnTo>
                <a:lnTo>
                  <a:pt x="3612994" y="49104"/>
                </a:lnTo>
                <a:lnTo>
                  <a:pt x="3700307" y="49904"/>
                </a:lnTo>
                <a:lnTo>
                  <a:pt x="3787619" y="26162"/>
                </a:lnTo>
                <a:lnTo>
                  <a:pt x="3874932" y="14386"/>
                </a:lnTo>
                <a:lnTo>
                  <a:pt x="3962244" y="1282"/>
                </a:lnTo>
                <a:lnTo>
                  <a:pt x="4049557" y="9325"/>
                </a:lnTo>
                <a:lnTo>
                  <a:pt x="4136869" y="17506"/>
                </a:lnTo>
                <a:lnTo>
                  <a:pt x="4222019" y="13143"/>
                </a:lnTo>
                <a:lnTo>
                  <a:pt x="4223296" y="101590"/>
                </a:lnTo>
                <a:lnTo>
                  <a:pt x="4228487" y="190036"/>
                </a:lnTo>
                <a:lnTo>
                  <a:pt x="4233662" y="278483"/>
                </a:lnTo>
                <a:lnTo>
                  <a:pt x="4220394" y="366929"/>
                </a:lnTo>
                <a:lnTo>
                  <a:pt x="4213353" y="455375"/>
                </a:lnTo>
                <a:lnTo>
                  <a:pt x="4232346" y="543821"/>
                </a:lnTo>
                <a:lnTo>
                  <a:pt x="4242875" y="632268"/>
                </a:lnTo>
                <a:lnTo>
                  <a:pt x="4250674" y="720714"/>
                </a:lnTo>
                <a:lnTo>
                  <a:pt x="4237150" y="809160"/>
                </a:lnTo>
                <a:lnTo>
                  <a:pt x="4244815" y="897607"/>
                </a:lnTo>
                <a:lnTo>
                  <a:pt x="4218983" y="986053"/>
                </a:lnTo>
                <a:lnTo>
                  <a:pt x="4225967" y="1074500"/>
                </a:lnTo>
                <a:lnTo>
                  <a:pt x="4236588" y="1162946"/>
                </a:lnTo>
                <a:lnTo>
                  <a:pt x="4224182" y="1253360"/>
                </a:lnTo>
                <a:lnTo>
                  <a:pt x="4136869" y="1262162"/>
                </a:lnTo>
                <a:lnTo>
                  <a:pt x="4049557" y="1260204"/>
                </a:lnTo>
                <a:lnTo>
                  <a:pt x="3962244" y="1275157"/>
                </a:lnTo>
                <a:lnTo>
                  <a:pt x="3874932" y="1284497"/>
                </a:lnTo>
                <a:lnTo>
                  <a:pt x="3787619" y="1269243"/>
                </a:lnTo>
                <a:lnTo>
                  <a:pt x="3700307" y="1245672"/>
                </a:lnTo>
                <a:lnTo>
                  <a:pt x="3612994" y="1261212"/>
                </a:lnTo>
                <a:lnTo>
                  <a:pt x="3525682" y="1244673"/>
                </a:lnTo>
                <a:lnTo>
                  <a:pt x="3438369" y="1243503"/>
                </a:lnTo>
                <a:lnTo>
                  <a:pt x="3351057" y="1237527"/>
                </a:lnTo>
                <a:lnTo>
                  <a:pt x="3263744" y="1239479"/>
                </a:lnTo>
                <a:lnTo>
                  <a:pt x="3176432" y="1229048"/>
                </a:lnTo>
                <a:lnTo>
                  <a:pt x="3089119" y="1237761"/>
                </a:lnTo>
                <a:lnTo>
                  <a:pt x="3001806" y="1231213"/>
                </a:lnTo>
                <a:lnTo>
                  <a:pt x="2914494" y="1212042"/>
                </a:lnTo>
                <a:lnTo>
                  <a:pt x="2827182" y="1203907"/>
                </a:lnTo>
                <a:lnTo>
                  <a:pt x="2739869" y="1229708"/>
                </a:lnTo>
                <a:lnTo>
                  <a:pt x="2652557" y="1222529"/>
                </a:lnTo>
                <a:lnTo>
                  <a:pt x="2565244" y="1242386"/>
                </a:lnTo>
                <a:lnTo>
                  <a:pt x="2477931" y="1223253"/>
                </a:lnTo>
                <a:lnTo>
                  <a:pt x="2390619" y="1242093"/>
                </a:lnTo>
                <a:lnTo>
                  <a:pt x="2303307" y="1259225"/>
                </a:lnTo>
                <a:lnTo>
                  <a:pt x="2215994" y="1236585"/>
                </a:lnTo>
                <a:lnTo>
                  <a:pt x="2128682" y="1247830"/>
                </a:lnTo>
                <a:lnTo>
                  <a:pt x="2041369" y="1247997"/>
                </a:lnTo>
                <a:lnTo>
                  <a:pt x="1954057" y="1262028"/>
                </a:lnTo>
                <a:lnTo>
                  <a:pt x="1866744" y="1235008"/>
                </a:lnTo>
                <a:lnTo>
                  <a:pt x="1779431" y="1241887"/>
                </a:lnTo>
                <a:lnTo>
                  <a:pt x="1692119" y="1251917"/>
                </a:lnTo>
                <a:lnTo>
                  <a:pt x="1604807" y="1263376"/>
                </a:lnTo>
                <a:lnTo>
                  <a:pt x="1517494" y="1284833"/>
                </a:lnTo>
                <a:lnTo>
                  <a:pt x="1430182" y="1261470"/>
                </a:lnTo>
                <a:lnTo>
                  <a:pt x="1342869" y="1282145"/>
                </a:lnTo>
                <a:lnTo>
                  <a:pt x="1255556" y="1284026"/>
                </a:lnTo>
                <a:lnTo>
                  <a:pt x="1168244" y="1270561"/>
                </a:lnTo>
                <a:lnTo>
                  <a:pt x="1080932" y="1283869"/>
                </a:lnTo>
                <a:lnTo>
                  <a:pt x="993619" y="1281351"/>
                </a:lnTo>
                <a:lnTo>
                  <a:pt x="906307" y="1288463"/>
                </a:lnTo>
                <a:lnTo>
                  <a:pt x="818994" y="1290099"/>
                </a:lnTo>
                <a:lnTo>
                  <a:pt x="731681" y="1271652"/>
                </a:lnTo>
                <a:lnTo>
                  <a:pt x="644369" y="1269130"/>
                </a:lnTo>
                <a:lnTo>
                  <a:pt x="557057" y="1274161"/>
                </a:lnTo>
                <a:lnTo>
                  <a:pt x="469745" y="1255334"/>
                </a:lnTo>
                <a:lnTo>
                  <a:pt x="382433" y="1272876"/>
                </a:lnTo>
                <a:lnTo>
                  <a:pt x="295120" y="1255514"/>
                </a:lnTo>
                <a:lnTo>
                  <a:pt x="207807" y="1259665"/>
                </a:lnTo>
                <a:lnTo>
                  <a:pt x="120495" y="1295148"/>
                </a:lnTo>
                <a:lnTo>
                  <a:pt x="38815" y="1251393"/>
                </a:lnTo>
                <a:lnTo>
                  <a:pt x="0" y="1162946"/>
                </a:lnTo>
                <a:lnTo>
                  <a:pt x="30937" y="1074500"/>
                </a:lnTo>
                <a:lnTo>
                  <a:pt x="14708" y="986053"/>
                </a:lnTo>
                <a:lnTo>
                  <a:pt x="19091" y="897607"/>
                </a:lnTo>
                <a:lnTo>
                  <a:pt x="6633" y="809160"/>
                </a:lnTo>
                <a:lnTo>
                  <a:pt x="15363" y="720714"/>
                </a:lnTo>
                <a:lnTo>
                  <a:pt x="8360" y="632268"/>
                </a:lnTo>
                <a:lnTo>
                  <a:pt x="50776" y="543821"/>
                </a:lnTo>
                <a:lnTo>
                  <a:pt x="33513" y="455375"/>
                </a:lnTo>
                <a:lnTo>
                  <a:pt x="74376" y="366929"/>
                </a:lnTo>
                <a:lnTo>
                  <a:pt x="48866" y="278483"/>
                </a:lnTo>
                <a:lnTo>
                  <a:pt x="36608" y="190036"/>
                </a:lnTo>
                <a:lnTo>
                  <a:pt x="34637" y="101590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04775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EFD6A0"/>
                </a:solidFill>
                <a:latin typeface="Arial"/>
                <a:ea typeface="맑은 고딕"/>
              </a:rPr>
              <a:t>01 · 연구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9540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93"/>
              </a:lnSpc>
            </a:pPr>
            <a:r>
              <a:rPr sz="4050" b="1">
                <a:solidFill>
                  <a:srgbClr val="F3EBDD"/>
                </a:solidFill>
                <a:latin typeface="Arial Black"/>
                <a:ea typeface="맑은 고딕"/>
              </a:rPr>
              <a:t>무엇을 </a:t>
            </a:r>
            <a:r>
              <a:rPr sz="3645" b="1">
                <a:solidFill>
                  <a:srgbClr val="EFD6A0"/>
                </a:solidFill>
                <a:latin typeface="Arial"/>
                <a:ea typeface="맑은 고딕"/>
              </a:rPr>
              <a:t>물</a:t>
            </a:r>
            <a:r>
              <a:rPr sz="4050" b="1">
                <a:solidFill>
                  <a:srgbClr val="F3EBDD"/>
                </a:solidFill>
                <a:latin typeface="Arial Black"/>
                <a:ea typeface="맑은 고딕"/>
              </a:rPr>
              <a:t>었나</a:t>
            </a:r>
          </a:p>
        </p:txBody>
      </p:sp>
      <p:sp>
        <p:nvSpPr>
          <p:cNvPr id="6" name="Freeform 5"/>
          <p:cNvSpPr/>
          <p:nvPr/>
        </p:nvSpPr>
        <p:spPr>
          <a:xfrm rot="30000">
            <a:off x="832618" y="2206085"/>
            <a:ext cx="10545027" cy="4220802"/>
          </a:xfrm>
          <a:custGeom>
            <a:avLst/>
            <a:gdLst/>
            <a:ahLst/>
            <a:cxnLst/>
            <a:rect l="l" t="t" r="r" b="b"/>
            <a:pathLst>
              <a:path w="10545027" h="4220802">
                <a:moveTo>
                  <a:pt x="24632" y="42097"/>
                </a:moveTo>
                <a:lnTo>
                  <a:pt x="110513" y="37946"/>
                </a:lnTo>
                <a:lnTo>
                  <a:pt x="196394" y="24215"/>
                </a:lnTo>
                <a:lnTo>
                  <a:pt x="282275" y="12134"/>
                </a:lnTo>
                <a:lnTo>
                  <a:pt x="368156" y="26424"/>
                </a:lnTo>
                <a:lnTo>
                  <a:pt x="454037" y="0"/>
                </a:lnTo>
                <a:lnTo>
                  <a:pt x="539918" y="39635"/>
                </a:lnTo>
                <a:lnTo>
                  <a:pt x="625800" y="5769"/>
                </a:lnTo>
                <a:lnTo>
                  <a:pt x="711681" y="23140"/>
                </a:lnTo>
                <a:lnTo>
                  <a:pt x="797562" y="38038"/>
                </a:lnTo>
                <a:lnTo>
                  <a:pt x="883443" y="19254"/>
                </a:lnTo>
                <a:lnTo>
                  <a:pt x="969324" y="53784"/>
                </a:lnTo>
                <a:lnTo>
                  <a:pt x="1055205" y="35082"/>
                </a:lnTo>
                <a:lnTo>
                  <a:pt x="1141086" y="65410"/>
                </a:lnTo>
                <a:lnTo>
                  <a:pt x="1226968" y="50090"/>
                </a:lnTo>
                <a:lnTo>
                  <a:pt x="1312849" y="68535"/>
                </a:lnTo>
                <a:lnTo>
                  <a:pt x="1398730" y="89505"/>
                </a:lnTo>
                <a:lnTo>
                  <a:pt x="1484611" y="86503"/>
                </a:lnTo>
                <a:lnTo>
                  <a:pt x="1570492" y="58086"/>
                </a:lnTo>
                <a:lnTo>
                  <a:pt x="1656373" y="85768"/>
                </a:lnTo>
                <a:lnTo>
                  <a:pt x="1742254" y="59102"/>
                </a:lnTo>
                <a:lnTo>
                  <a:pt x="1828136" y="59884"/>
                </a:lnTo>
                <a:lnTo>
                  <a:pt x="1914017" y="60678"/>
                </a:lnTo>
                <a:lnTo>
                  <a:pt x="1999898" y="74187"/>
                </a:lnTo>
                <a:lnTo>
                  <a:pt x="2085779" y="68544"/>
                </a:lnTo>
                <a:lnTo>
                  <a:pt x="2171660" y="79610"/>
                </a:lnTo>
                <a:lnTo>
                  <a:pt x="2257541" y="58444"/>
                </a:lnTo>
                <a:lnTo>
                  <a:pt x="2343422" y="55202"/>
                </a:lnTo>
                <a:lnTo>
                  <a:pt x="2429304" y="64460"/>
                </a:lnTo>
                <a:lnTo>
                  <a:pt x="2515185" y="30015"/>
                </a:lnTo>
                <a:lnTo>
                  <a:pt x="2601066" y="41621"/>
                </a:lnTo>
                <a:lnTo>
                  <a:pt x="2686947" y="17299"/>
                </a:lnTo>
                <a:lnTo>
                  <a:pt x="2772828" y="35744"/>
                </a:lnTo>
                <a:lnTo>
                  <a:pt x="2858709" y="45047"/>
                </a:lnTo>
                <a:lnTo>
                  <a:pt x="2944591" y="41226"/>
                </a:lnTo>
                <a:lnTo>
                  <a:pt x="3030472" y="31337"/>
                </a:lnTo>
                <a:lnTo>
                  <a:pt x="3116353" y="20544"/>
                </a:lnTo>
                <a:lnTo>
                  <a:pt x="3202234" y="24245"/>
                </a:lnTo>
                <a:lnTo>
                  <a:pt x="3288115" y="39467"/>
                </a:lnTo>
                <a:lnTo>
                  <a:pt x="3373996" y="16314"/>
                </a:lnTo>
                <a:lnTo>
                  <a:pt x="3459877" y="39622"/>
                </a:lnTo>
                <a:lnTo>
                  <a:pt x="3545759" y="48050"/>
                </a:lnTo>
                <a:lnTo>
                  <a:pt x="3631640" y="37458"/>
                </a:lnTo>
                <a:lnTo>
                  <a:pt x="3717521" y="28233"/>
                </a:lnTo>
                <a:lnTo>
                  <a:pt x="3803402" y="54205"/>
                </a:lnTo>
                <a:lnTo>
                  <a:pt x="3889283" y="47081"/>
                </a:lnTo>
                <a:lnTo>
                  <a:pt x="3975164" y="27195"/>
                </a:lnTo>
                <a:lnTo>
                  <a:pt x="4061045" y="23734"/>
                </a:lnTo>
                <a:lnTo>
                  <a:pt x="4146927" y="40020"/>
                </a:lnTo>
                <a:lnTo>
                  <a:pt x="4232808" y="53102"/>
                </a:lnTo>
                <a:lnTo>
                  <a:pt x="4318689" y="37701"/>
                </a:lnTo>
                <a:lnTo>
                  <a:pt x="4404570" y="43126"/>
                </a:lnTo>
                <a:lnTo>
                  <a:pt x="4490451" y="73734"/>
                </a:lnTo>
                <a:lnTo>
                  <a:pt x="4576332" y="58986"/>
                </a:lnTo>
                <a:lnTo>
                  <a:pt x="4662213" y="59622"/>
                </a:lnTo>
                <a:lnTo>
                  <a:pt x="4748095" y="42798"/>
                </a:lnTo>
                <a:lnTo>
                  <a:pt x="4833976" y="61270"/>
                </a:lnTo>
                <a:lnTo>
                  <a:pt x="4919857" y="57449"/>
                </a:lnTo>
                <a:lnTo>
                  <a:pt x="5005738" y="38885"/>
                </a:lnTo>
                <a:lnTo>
                  <a:pt x="5091619" y="33672"/>
                </a:lnTo>
                <a:lnTo>
                  <a:pt x="5177500" y="45851"/>
                </a:lnTo>
                <a:lnTo>
                  <a:pt x="5263382" y="32998"/>
                </a:lnTo>
                <a:lnTo>
                  <a:pt x="5349263" y="19078"/>
                </a:lnTo>
                <a:lnTo>
                  <a:pt x="5435144" y="35907"/>
                </a:lnTo>
                <a:lnTo>
                  <a:pt x="5521025" y="23974"/>
                </a:lnTo>
                <a:lnTo>
                  <a:pt x="5606906" y="32695"/>
                </a:lnTo>
                <a:lnTo>
                  <a:pt x="5692787" y="42188"/>
                </a:lnTo>
                <a:lnTo>
                  <a:pt x="5778668" y="47520"/>
                </a:lnTo>
                <a:lnTo>
                  <a:pt x="5864550" y="47561"/>
                </a:lnTo>
                <a:lnTo>
                  <a:pt x="5950431" y="47910"/>
                </a:lnTo>
                <a:lnTo>
                  <a:pt x="6036312" y="25872"/>
                </a:lnTo>
                <a:lnTo>
                  <a:pt x="6122193" y="47246"/>
                </a:lnTo>
                <a:lnTo>
                  <a:pt x="6208074" y="12873"/>
                </a:lnTo>
                <a:lnTo>
                  <a:pt x="6293955" y="18411"/>
                </a:lnTo>
                <a:lnTo>
                  <a:pt x="6379836" y="33161"/>
                </a:lnTo>
                <a:lnTo>
                  <a:pt x="6465718" y="26414"/>
                </a:lnTo>
                <a:lnTo>
                  <a:pt x="6551599" y="64894"/>
                </a:lnTo>
                <a:lnTo>
                  <a:pt x="6637480" y="46486"/>
                </a:lnTo>
                <a:lnTo>
                  <a:pt x="6723361" y="66585"/>
                </a:lnTo>
                <a:lnTo>
                  <a:pt x="6809242" y="53062"/>
                </a:lnTo>
                <a:lnTo>
                  <a:pt x="6895123" y="32244"/>
                </a:lnTo>
                <a:lnTo>
                  <a:pt x="6981004" y="61045"/>
                </a:lnTo>
                <a:lnTo>
                  <a:pt x="7066886" y="32990"/>
                </a:lnTo>
                <a:lnTo>
                  <a:pt x="7152767" y="76715"/>
                </a:lnTo>
                <a:lnTo>
                  <a:pt x="7238648" y="34360"/>
                </a:lnTo>
                <a:lnTo>
                  <a:pt x="7324529" y="56143"/>
                </a:lnTo>
                <a:lnTo>
                  <a:pt x="7410410" y="68452"/>
                </a:lnTo>
                <a:lnTo>
                  <a:pt x="7496291" y="81971"/>
                </a:lnTo>
                <a:lnTo>
                  <a:pt x="7582172" y="75665"/>
                </a:lnTo>
                <a:lnTo>
                  <a:pt x="7668054" y="54359"/>
                </a:lnTo>
                <a:lnTo>
                  <a:pt x="7753935" y="88872"/>
                </a:lnTo>
                <a:lnTo>
                  <a:pt x="7839816" y="62090"/>
                </a:lnTo>
                <a:lnTo>
                  <a:pt x="7925697" y="51387"/>
                </a:lnTo>
                <a:lnTo>
                  <a:pt x="8011578" y="83170"/>
                </a:lnTo>
                <a:lnTo>
                  <a:pt x="8097459" y="83604"/>
                </a:lnTo>
                <a:lnTo>
                  <a:pt x="8183341" y="75043"/>
                </a:lnTo>
                <a:lnTo>
                  <a:pt x="8269222" y="65855"/>
                </a:lnTo>
                <a:lnTo>
                  <a:pt x="8355103" y="69876"/>
                </a:lnTo>
                <a:lnTo>
                  <a:pt x="8440984" y="66947"/>
                </a:lnTo>
                <a:lnTo>
                  <a:pt x="8526865" y="70501"/>
                </a:lnTo>
                <a:lnTo>
                  <a:pt x="8612746" y="61075"/>
                </a:lnTo>
                <a:lnTo>
                  <a:pt x="8698627" y="73249"/>
                </a:lnTo>
                <a:lnTo>
                  <a:pt x="8784509" y="83007"/>
                </a:lnTo>
                <a:lnTo>
                  <a:pt x="8870390" y="60741"/>
                </a:lnTo>
                <a:lnTo>
                  <a:pt x="8956271" y="41522"/>
                </a:lnTo>
                <a:lnTo>
                  <a:pt x="9042152" y="77442"/>
                </a:lnTo>
                <a:lnTo>
                  <a:pt x="9128033" y="71338"/>
                </a:lnTo>
                <a:lnTo>
                  <a:pt x="9213914" y="81583"/>
                </a:lnTo>
                <a:lnTo>
                  <a:pt x="9299795" y="74955"/>
                </a:lnTo>
                <a:lnTo>
                  <a:pt x="9385677" y="74848"/>
                </a:lnTo>
                <a:lnTo>
                  <a:pt x="9471558" y="46779"/>
                </a:lnTo>
                <a:lnTo>
                  <a:pt x="9557439" y="79453"/>
                </a:lnTo>
                <a:lnTo>
                  <a:pt x="9643320" y="53322"/>
                </a:lnTo>
                <a:lnTo>
                  <a:pt x="9729201" y="36358"/>
                </a:lnTo>
                <a:lnTo>
                  <a:pt x="9815082" y="52870"/>
                </a:lnTo>
                <a:lnTo>
                  <a:pt x="9900963" y="59611"/>
                </a:lnTo>
                <a:lnTo>
                  <a:pt x="9986845" y="51971"/>
                </a:lnTo>
                <a:lnTo>
                  <a:pt x="10072726" y="53430"/>
                </a:lnTo>
                <a:lnTo>
                  <a:pt x="10158607" y="46142"/>
                </a:lnTo>
                <a:lnTo>
                  <a:pt x="10244488" y="36994"/>
                </a:lnTo>
                <a:lnTo>
                  <a:pt x="10330369" y="48821"/>
                </a:lnTo>
                <a:lnTo>
                  <a:pt x="10416250" y="25994"/>
                </a:lnTo>
                <a:lnTo>
                  <a:pt x="10486373" y="41815"/>
                </a:lnTo>
                <a:lnTo>
                  <a:pt x="10501097" y="127936"/>
                </a:lnTo>
                <a:lnTo>
                  <a:pt x="10537867" y="214058"/>
                </a:lnTo>
                <a:lnTo>
                  <a:pt x="10514121" y="300180"/>
                </a:lnTo>
                <a:lnTo>
                  <a:pt x="10507923" y="386302"/>
                </a:lnTo>
                <a:lnTo>
                  <a:pt x="10497478" y="472424"/>
                </a:lnTo>
                <a:lnTo>
                  <a:pt x="10503926" y="558546"/>
                </a:lnTo>
                <a:lnTo>
                  <a:pt x="10499922" y="644668"/>
                </a:lnTo>
                <a:lnTo>
                  <a:pt x="10513181" y="730790"/>
                </a:lnTo>
                <a:lnTo>
                  <a:pt x="10529987" y="816911"/>
                </a:lnTo>
                <a:lnTo>
                  <a:pt x="10530797" y="903033"/>
                </a:lnTo>
                <a:lnTo>
                  <a:pt x="10526966" y="989155"/>
                </a:lnTo>
                <a:lnTo>
                  <a:pt x="10532190" y="1075277"/>
                </a:lnTo>
                <a:lnTo>
                  <a:pt x="10531111" y="1161399"/>
                </a:lnTo>
                <a:lnTo>
                  <a:pt x="10507759" y="1247521"/>
                </a:lnTo>
                <a:lnTo>
                  <a:pt x="10512411" y="1333643"/>
                </a:lnTo>
                <a:lnTo>
                  <a:pt x="10494618" y="1419764"/>
                </a:lnTo>
                <a:lnTo>
                  <a:pt x="10490783" y="1505886"/>
                </a:lnTo>
                <a:lnTo>
                  <a:pt x="10499396" y="1592008"/>
                </a:lnTo>
                <a:lnTo>
                  <a:pt x="10521267" y="1678130"/>
                </a:lnTo>
                <a:lnTo>
                  <a:pt x="10510179" y="1764252"/>
                </a:lnTo>
                <a:lnTo>
                  <a:pt x="10534001" y="1850374"/>
                </a:lnTo>
                <a:lnTo>
                  <a:pt x="10535879" y="1936496"/>
                </a:lnTo>
                <a:lnTo>
                  <a:pt x="10538205" y="2022618"/>
                </a:lnTo>
                <a:lnTo>
                  <a:pt x="10526182" y="2108740"/>
                </a:lnTo>
                <a:lnTo>
                  <a:pt x="10519110" y="2194861"/>
                </a:lnTo>
                <a:lnTo>
                  <a:pt x="10532802" y="2280983"/>
                </a:lnTo>
                <a:lnTo>
                  <a:pt x="10502698" y="2367105"/>
                </a:lnTo>
                <a:lnTo>
                  <a:pt x="10507681" y="2453227"/>
                </a:lnTo>
                <a:lnTo>
                  <a:pt x="10545027" y="2539349"/>
                </a:lnTo>
                <a:lnTo>
                  <a:pt x="10540054" y="2625471"/>
                </a:lnTo>
                <a:lnTo>
                  <a:pt x="10526823" y="2711593"/>
                </a:lnTo>
                <a:lnTo>
                  <a:pt x="10519402" y="2797714"/>
                </a:lnTo>
                <a:lnTo>
                  <a:pt x="10533247" y="2883836"/>
                </a:lnTo>
                <a:lnTo>
                  <a:pt x="10519604" y="2969958"/>
                </a:lnTo>
                <a:lnTo>
                  <a:pt x="10518388" y="3056080"/>
                </a:lnTo>
                <a:lnTo>
                  <a:pt x="10542021" y="3142202"/>
                </a:lnTo>
                <a:lnTo>
                  <a:pt x="10510388" y="3228324"/>
                </a:lnTo>
                <a:lnTo>
                  <a:pt x="10525001" y="3314446"/>
                </a:lnTo>
                <a:lnTo>
                  <a:pt x="10515125" y="3400568"/>
                </a:lnTo>
                <a:lnTo>
                  <a:pt x="10524818" y="3486690"/>
                </a:lnTo>
                <a:lnTo>
                  <a:pt x="10505967" y="3572811"/>
                </a:lnTo>
                <a:lnTo>
                  <a:pt x="10529593" y="3658933"/>
                </a:lnTo>
                <a:lnTo>
                  <a:pt x="10528667" y="3745055"/>
                </a:lnTo>
                <a:lnTo>
                  <a:pt x="10539030" y="3831177"/>
                </a:lnTo>
                <a:lnTo>
                  <a:pt x="10518019" y="3917299"/>
                </a:lnTo>
                <a:lnTo>
                  <a:pt x="10515054" y="4003421"/>
                </a:lnTo>
                <a:lnTo>
                  <a:pt x="10529758" y="4089543"/>
                </a:lnTo>
                <a:lnTo>
                  <a:pt x="10502132" y="4170602"/>
                </a:lnTo>
                <a:lnTo>
                  <a:pt x="10416250" y="4181501"/>
                </a:lnTo>
                <a:lnTo>
                  <a:pt x="10330369" y="4180890"/>
                </a:lnTo>
                <a:lnTo>
                  <a:pt x="10244488" y="4170441"/>
                </a:lnTo>
                <a:lnTo>
                  <a:pt x="10158607" y="4185408"/>
                </a:lnTo>
                <a:lnTo>
                  <a:pt x="10072726" y="4155017"/>
                </a:lnTo>
                <a:lnTo>
                  <a:pt x="9986845" y="4178487"/>
                </a:lnTo>
                <a:lnTo>
                  <a:pt x="9900963" y="4184473"/>
                </a:lnTo>
                <a:lnTo>
                  <a:pt x="9815082" y="4198654"/>
                </a:lnTo>
                <a:lnTo>
                  <a:pt x="9729201" y="4191106"/>
                </a:lnTo>
                <a:lnTo>
                  <a:pt x="9643320" y="4220623"/>
                </a:lnTo>
                <a:lnTo>
                  <a:pt x="9557439" y="4183799"/>
                </a:lnTo>
                <a:lnTo>
                  <a:pt x="9471558" y="4188314"/>
                </a:lnTo>
                <a:lnTo>
                  <a:pt x="9385677" y="4191239"/>
                </a:lnTo>
                <a:lnTo>
                  <a:pt x="9299795" y="4220802"/>
                </a:lnTo>
                <a:lnTo>
                  <a:pt x="9213914" y="4210497"/>
                </a:lnTo>
                <a:lnTo>
                  <a:pt x="9128033" y="4215171"/>
                </a:lnTo>
                <a:lnTo>
                  <a:pt x="9042152" y="4187402"/>
                </a:lnTo>
                <a:lnTo>
                  <a:pt x="8956271" y="4158983"/>
                </a:lnTo>
                <a:lnTo>
                  <a:pt x="8870390" y="4143599"/>
                </a:lnTo>
                <a:lnTo>
                  <a:pt x="8784509" y="4164592"/>
                </a:lnTo>
                <a:lnTo>
                  <a:pt x="8698627" y="4164836"/>
                </a:lnTo>
                <a:lnTo>
                  <a:pt x="8612746" y="4171291"/>
                </a:lnTo>
                <a:lnTo>
                  <a:pt x="8526865" y="4175270"/>
                </a:lnTo>
                <a:lnTo>
                  <a:pt x="8440984" y="4177987"/>
                </a:lnTo>
                <a:lnTo>
                  <a:pt x="8355103" y="4171265"/>
                </a:lnTo>
                <a:lnTo>
                  <a:pt x="8269222" y="4157595"/>
                </a:lnTo>
                <a:lnTo>
                  <a:pt x="8183341" y="4170651"/>
                </a:lnTo>
                <a:lnTo>
                  <a:pt x="8097459" y="4190161"/>
                </a:lnTo>
                <a:lnTo>
                  <a:pt x="8011578" y="4203628"/>
                </a:lnTo>
                <a:lnTo>
                  <a:pt x="7925697" y="4179149"/>
                </a:lnTo>
                <a:lnTo>
                  <a:pt x="7839816" y="4187065"/>
                </a:lnTo>
                <a:lnTo>
                  <a:pt x="7753935" y="4153574"/>
                </a:lnTo>
                <a:lnTo>
                  <a:pt x="7668054" y="4142151"/>
                </a:lnTo>
                <a:lnTo>
                  <a:pt x="7582172" y="4151909"/>
                </a:lnTo>
                <a:lnTo>
                  <a:pt x="7496291" y="4127138"/>
                </a:lnTo>
                <a:lnTo>
                  <a:pt x="7410410" y="4152060"/>
                </a:lnTo>
                <a:lnTo>
                  <a:pt x="7324529" y="4129495"/>
                </a:lnTo>
                <a:lnTo>
                  <a:pt x="7238648" y="4158610"/>
                </a:lnTo>
                <a:lnTo>
                  <a:pt x="7152767" y="4161503"/>
                </a:lnTo>
                <a:lnTo>
                  <a:pt x="7066886" y="4152730"/>
                </a:lnTo>
                <a:lnTo>
                  <a:pt x="6981004" y="4158555"/>
                </a:lnTo>
                <a:lnTo>
                  <a:pt x="6895123" y="4182215"/>
                </a:lnTo>
                <a:lnTo>
                  <a:pt x="6809242" y="4171149"/>
                </a:lnTo>
                <a:lnTo>
                  <a:pt x="6723361" y="4158679"/>
                </a:lnTo>
                <a:lnTo>
                  <a:pt x="6637480" y="4155610"/>
                </a:lnTo>
                <a:lnTo>
                  <a:pt x="6551599" y="4163230"/>
                </a:lnTo>
                <a:lnTo>
                  <a:pt x="6465718" y="4166080"/>
                </a:lnTo>
                <a:lnTo>
                  <a:pt x="6379836" y="4173706"/>
                </a:lnTo>
                <a:lnTo>
                  <a:pt x="6293955" y="4165217"/>
                </a:lnTo>
                <a:lnTo>
                  <a:pt x="6208074" y="4167506"/>
                </a:lnTo>
                <a:lnTo>
                  <a:pt x="6122193" y="4165213"/>
                </a:lnTo>
                <a:lnTo>
                  <a:pt x="6036312" y="4158082"/>
                </a:lnTo>
                <a:lnTo>
                  <a:pt x="5950431" y="4145944"/>
                </a:lnTo>
                <a:lnTo>
                  <a:pt x="5864550" y="4130450"/>
                </a:lnTo>
                <a:lnTo>
                  <a:pt x="5778668" y="4171041"/>
                </a:lnTo>
                <a:lnTo>
                  <a:pt x="5692787" y="4145274"/>
                </a:lnTo>
                <a:lnTo>
                  <a:pt x="5606906" y="4129673"/>
                </a:lnTo>
                <a:lnTo>
                  <a:pt x="5521025" y="4128823"/>
                </a:lnTo>
                <a:lnTo>
                  <a:pt x="5435144" y="4131597"/>
                </a:lnTo>
                <a:lnTo>
                  <a:pt x="5349263" y="4132724"/>
                </a:lnTo>
                <a:lnTo>
                  <a:pt x="5263382" y="4143398"/>
                </a:lnTo>
                <a:lnTo>
                  <a:pt x="5177500" y="4135379"/>
                </a:lnTo>
                <a:lnTo>
                  <a:pt x="5091619" y="4163400"/>
                </a:lnTo>
                <a:lnTo>
                  <a:pt x="5005738" y="4128843"/>
                </a:lnTo>
                <a:lnTo>
                  <a:pt x="4919857" y="4129328"/>
                </a:lnTo>
                <a:lnTo>
                  <a:pt x="4833976" y="4139219"/>
                </a:lnTo>
                <a:lnTo>
                  <a:pt x="4748095" y="4147820"/>
                </a:lnTo>
                <a:lnTo>
                  <a:pt x="4662213" y="4170362"/>
                </a:lnTo>
                <a:lnTo>
                  <a:pt x="4576332" y="4170812"/>
                </a:lnTo>
                <a:lnTo>
                  <a:pt x="4490451" y="4176144"/>
                </a:lnTo>
                <a:lnTo>
                  <a:pt x="4404570" y="4189736"/>
                </a:lnTo>
                <a:lnTo>
                  <a:pt x="4318689" y="4155049"/>
                </a:lnTo>
                <a:lnTo>
                  <a:pt x="4232808" y="4163229"/>
                </a:lnTo>
                <a:lnTo>
                  <a:pt x="4146927" y="4188220"/>
                </a:lnTo>
                <a:lnTo>
                  <a:pt x="4061045" y="4161555"/>
                </a:lnTo>
                <a:lnTo>
                  <a:pt x="3975164" y="4189010"/>
                </a:lnTo>
                <a:lnTo>
                  <a:pt x="3889283" y="4176586"/>
                </a:lnTo>
                <a:lnTo>
                  <a:pt x="3803402" y="4189043"/>
                </a:lnTo>
                <a:lnTo>
                  <a:pt x="3717521" y="4176371"/>
                </a:lnTo>
                <a:lnTo>
                  <a:pt x="3631640" y="4159101"/>
                </a:lnTo>
                <a:lnTo>
                  <a:pt x="3545759" y="4157684"/>
                </a:lnTo>
                <a:lnTo>
                  <a:pt x="3459877" y="4154375"/>
                </a:lnTo>
                <a:lnTo>
                  <a:pt x="3373996" y="4169953"/>
                </a:lnTo>
                <a:lnTo>
                  <a:pt x="3288115" y="4130643"/>
                </a:lnTo>
                <a:lnTo>
                  <a:pt x="3202234" y="4138444"/>
                </a:lnTo>
                <a:lnTo>
                  <a:pt x="3116353" y="4127739"/>
                </a:lnTo>
                <a:lnTo>
                  <a:pt x="3030472" y="4133927"/>
                </a:lnTo>
                <a:lnTo>
                  <a:pt x="2944591" y="4145818"/>
                </a:lnTo>
                <a:lnTo>
                  <a:pt x="2858709" y="4139941"/>
                </a:lnTo>
                <a:lnTo>
                  <a:pt x="2772828" y="4153098"/>
                </a:lnTo>
                <a:lnTo>
                  <a:pt x="2686947" y="4161390"/>
                </a:lnTo>
                <a:lnTo>
                  <a:pt x="2601066" y="4156877"/>
                </a:lnTo>
                <a:lnTo>
                  <a:pt x="2515185" y="4136422"/>
                </a:lnTo>
                <a:lnTo>
                  <a:pt x="2429304" y="4169401"/>
                </a:lnTo>
                <a:lnTo>
                  <a:pt x="2343422" y="4155346"/>
                </a:lnTo>
                <a:lnTo>
                  <a:pt x="2257541" y="4175681"/>
                </a:lnTo>
                <a:lnTo>
                  <a:pt x="2171660" y="4152290"/>
                </a:lnTo>
                <a:lnTo>
                  <a:pt x="2085779" y="4149491"/>
                </a:lnTo>
                <a:lnTo>
                  <a:pt x="1999898" y="4146647"/>
                </a:lnTo>
                <a:lnTo>
                  <a:pt x="1914017" y="4154348"/>
                </a:lnTo>
                <a:lnTo>
                  <a:pt x="1828136" y="4174646"/>
                </a:lnTo>
                <a:lnTo>
                  <a:pt x="1742254" y="4150706"/>
                </a:lnTo>
                <a:lnTo>
                  <a:pt x="1656373" y="4135604"/>
                </a:lnTo>
                <a:lnTo>
                  <a:pt x="1570492" y="4131288"/>
                </a:lnTo>
                <a:lnTo>
                  <a:pt x="1484611" y="4150527"/>
                </a:lnTo>
                <a:lnTo>
                  <a:pt x="1398730" y="4149982"/>
                </a:lnTo>
                <a:lnTo>
                  <a:pt x="1312849" y="4154334"/>
                </a:lnTo>
                <a:lnTo>
                  <a:pt x="1226968" y="4161599"/>
                </a:lnTo>
                <a:lnTo>
                  <a:pt x="1141086" y="4133522"/>
                </a:lnTo>
                <a:lnTo>
                  <a:pt x="1055205" y="4147147"/>
                </a:lnTo>
                <a:lnTo>
                  <a:pt x="969324" y="4143659"/>
                </a:lnTo>
                <a:lnTo>
                  <a:pt x="883443" y="4153689"/>
                </a:lnTo>
                <a:lnTo>
                  <a:pt x="797562" y="4173380"/>
                </a:lnTo>
                <a:lnTo>
                  <a:pt x="711681" y="4180802"/>
                </a:lnTo>
                <a:lnTo>
                  <a:pt x="625800" y="4148065"/>
                </a:lnTo>
                <a:lnTo>
                  <a:pt x="539918" y="4179250"/>
                </a:lnTo>
                <a:lnTo>
                  <a:pt x="454037" y="4146362"/>
                </a:lnTo>
                <a:lnTo>
                  <a:pt x="368156" y="4166608"/>
                </a:lnTo>
                <a:lnTo>
                  <a:pt x="282275" y="4169740"/>
                </a:lnTo>
                <a:lnTo>
                  <a:pt x="196394" y="4156310"/>
                </a:lnTo>
                <a:lnTo>
                  <a:pt x="110513" y="4162119"/>
                </a:lnTo>
                <a:lnTo>
                  <a:pt x="28956" y="4175665"/>
                </a:lnTo>
                <a:lnTo>
                  <a:pt x="0" y="4089543"/>
                </a:lnTo>
                <a:lnTo>
                  <a:pt x="13114" y="4003421"/>
                </a:lnTo>
                <a:lnTo>
                  <a:pt x="14451" y="3917299"/>
                </a:lnTo>
                <a:lnTo>
                  <a:pt x="3107" y="3831177"/>
                </a:lnTo>
                <a:lnTo>
                  <a:pt x="30881" y="3745055"/>
                </a:lnTo>
                <a:lnTo>
                  <a:pt x="22006" y="3658933"/>
                </a:lnTo>
                <a:lnTo>
                  <a:pt x="29353" y="3572811"/>
                </a:lnTo>
                <a:lnTo>
                  <a:pt x="20344" y="3486690"/>
                </a:lnTo>
                <a:lnTo>
                  <a:pt x="479" y="3400568"/>
                </a:lnTo>
                <a:lnTo>
                  <a:pt x="7722" y="3314446"/>
                </a:lnTo>
                <a:lnTo>
                  <a:pt x="30606" y="3228324"/>
                </a:lnTo>
                <a:lnTo>
                  <a:pt x="15742" y="3142202"/>
                </a:lnTo>
                <a:lnTo>
                  <a:pt x="16805" y="3056080"/>
                </a:lnTo>
                <a:lnTo>
                  <a:pt x="54242" y="2969958"/>
                </a:lnTo>
                <a:lnTo>
                  <a:pt x="27129" y="2883836"/>
                </a:lnTo>
                <a:lnTo>
                  <a:pt x="35665" y="2797715"/>
                </a:lnTo>
                <a:lnTo>
                  <a:pt x="32705" y="2711593"/>
                </a:lnTo>
                <a:lnTo>
                  <a:pt x="72476" y="2625471"/>
                </a:lnTo>
                <a:lnTo>
                  <a:pt x="39545" y="2539349"/>
                </a:lnTo>
                <a:lnTo>
                  <a:pt x="59534" y="2453227"/>
                </a:lnTo>
                <a:lnTo>
                  <a:pt x="42498" y="2367105"/>
                </a:lnTo>
                <a:lnTo>
                  <a:pt x="24084" y="2280983"/>
                </a:lnTo>
                <a:lnTo>
                  <a:pt x="52950" y="2194861"/>
                </a:lnTo>
                <a:lnTo>
                  <a:pt x="23453" y="2108740"/>
                </a:lnTo>
                <a:lnTo>
                  <a:pt x="11201" y="2022618"/>
                </a:lnTo>
                <a:lnTo>
                  <a:pt x="19455" y="1936496"/>
                </a:lnTo>
                <a:lnTo>
                  <a:pt x="19296" y="1850374"/>
                </a:lnTo>
                <a:lnTo>
                  <a:pt x="15523" y="1764252"/>
                </a:lnTo>
                <a:lnTo>
                  <a:pt x="18010" y="1678130"/>
                </a:lnTo>
                <a:lnTo>
                  <a:pt x="58196" y="1592008"/>
                </a:lnTo>
                <a:lnTo>
                  <a:pt x="26440" y="1505886"/>
                </a:lnTo>
                <a:lnTo>
                  <a:pt x="44130" y="1419765"/>
                </a:lnTo>
                <a:lnTo>
                  <a:pt x="33950" y="1333643"/>
                </a:lnTo>
                <a:lnTo>
                  <a:pt x="60995" y="1247521"/>
                </a:lnTo>
                <a:lnTo>
                  <a:pt x="64183" y="1161399"/>
                </a:lnTo>
                <a:lnTo>
                  <a:pt x="64952" y="1075277"/>
                </a:lnTo>
                <a:lnTo>
                  <a:pt x="54533" y="989155"/>
                </a:lnTo>
                <a:lnTo>
                  <a:pt x="24981" y="903033"/>
                </a:lnTo>
                <a:lnTo>
                  <a:pt x="55269" y="816911"/>
                </a:lnTo>
                <a:lnTo>
                  <a:pt x="31306" y="730790"/>
                </a:lnTo>
                <a:lnTo>
                  <a:pt x="60918" y="644668"/>
                </a:lnTo>
                <a:lnTo>
                  <a:pt x="58844" y="558546"/>
                </a:lnTo>
                <a:lnTo>
                  <a:pt x="33692" y="472424"/>
                </a:lnTo>
                <a:lnTo>
                  <a:pt x="37172" y="386302"/>
                </a:lnTo>
                <a:lnTo>
                  <a:pt x="32732" y="300180"/>
                </a:lnTo>
                <a:lnTo>
                  <a:pt x="31758" y="214058"/>
                </a:lnTo>
                <a:lnTo>
                  <a:pt x="59543" y="127936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 rot="30000">
            <a:off x="1403450" y="2609905"/>
            <a:ext cx="94107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149"/>
              </a:lnSpc>
            </a:pPr>
            <a:r>
              <a:rPr sz="2250" b="1">
                <a:solidFill>
                  <a:srgbClr val="5C2E14"/>
                </a:solidFill>
                <a:latin typeface="Arial"/>
                <a:ea typeface="맑은 고딕"/>
              </a:rPr>
              <a:t>“AI 확산은 지역간 노동시장 격차를 키울까, 줄일까?”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99224" y="3311775"/>
            <a:ext cx="9410341" cy="82123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rot="30000">
            <a:off x="1395845" y="3609978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 rot="30000">
            <a:off x="1393185" y="3857617"/>
            <a:ext cx="2857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AI를 세 유형으로 구분</a:t>
            </a:r>
          </a:p>
        </p:txBody>
      </p:sp>
      <p:sp>
        <p:nvSpPr>
          <p:cNvPr id="11" name="TextBox 10"/>
          <p:cNvSpPr txBox="1"/>
          <p:nvPr/>
        </p:nvSpPr>
        <p:spPr>
          <a:xfrm rot="30000">
            <a:off x="1385371" y="4238583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생성형 · 에이전틱 · 피지컬. AI 유형에 따라 활용 방식과 영향이 다를 수 있기 때문입니다.</a:t>
            </a:r>
          </a:p>
        </p:txBody>
      </p:sp>
      <p:sp>
        <p:nvSpPr>
          <p:cNvPr id="12" name="TextBox 11"/>
          <p:cNvSpPr txBox="1"/>
          <p:nvPr/>
        </p:nvSpPr>
        <p:spPr>
          <a:xfrm rot="30000">
            <a:off x="4634221" y="3638239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 rot="30000">
            <a:off x="4631561" y="3885878"/>
            <a:ext cx="2857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직업별·지역별 노출도</a:t>
            </a:r>
          </a:p>
        </p:txBody>
      </p:sp>
      <p:sp>
        <p:nvSpPr>
          <p:cNvPr id="14" name="TextBox 13"/>
          <p:cNvSpPr txBox="1"/>
          <p:nvPr/>
        </p:nvSpPr>
        <p:spPr>
          <a:xfrm rot="30000">
            <a:off x="4623748" y="4266843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유형별 AI 활용가능성(노출도)을 </a:t>
            </a:r>
            <a:r>
              <a:rPr sz="1200" b="1">
                <a:solidFill>
                  <a:srgbClr val="3B2414"/>
                </a:solidFill>
                <a:latin typeface="Arial"/>
                <a:ea typeface="맑은 고딕"/>
              </a:rPr>
              <a:t>국내 최초로</a:t>
            </a: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 직업별 · 지역별로 산출했습니다.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427658" y="3624112"/>
            <a:ext cx="16956" cy="1943026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30000">
            <a:off x="7872598" y="36665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 rot="30000">
            <a:off x="7869938" y="3914138"/>
            <a:ext cx="2857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고용지표와의 관계</a:t>
            </a:r>
          </a:p>
        </p:txBody>
      </p:sp>
      <p:sp>
        <p:nvSpPr>
          <p:cNvPr id="18" name="TextBox 17"/>
          <p:cNvSpPr txBox="1"/>
          <p:nvPr/>
        </p:nvSpPr>
        <p:spPr>
          <a:xfrm rot="30000">
            <a:off x="7862125" y="4295104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AI 확산 이후 취업자수 등 지역별 고용지표가 노출도와 어떤 관계를 보이는지 초기 징후를 살폈습니다.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666034" y="3652373"/>
            <a:ext cx="16957" cy="1943026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 rot="30000">
            <a:off x="1375854" y="5905435"/>
            <a:ext cx="94107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* 초기 징후 분석으로, AI가 고용지표 변화의 원인이라고 인과관계를 단정하기는 어렵습니다.</a:t>
            </a:r>
          </a:p>
        </p:txBody>
      </p:sp>
      <p:pic>
        <p:nvPicPr>
          <p:cNvPr id="21" name="Picture 20" descr="fern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700000">
            <a:off x="0" y="4095750"/>
            <a:ext cx="857250" cy="3810000"/>
          </a:xfrm>
          <a:prstGeom prst="rect">
            <a:avLst/>
          </a:prstGeom>
        </p:spPr>
      </p:pic>
      <p:pic>
        <p:nvPicPr>
          <p:cNvPr id="22" name="Picture 21" descr="sprig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1400000">
            <a:off x="10191750" y="-571500"/>
            <a:ext cx="21907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300000">
            <a:off x="8545810" y="-498063"/>
            <a:ext cx="4445510" cy="2257710"/>
          </a:xfrm>
          <a:custGeom>
            <a:avLst/>
            <a:gdLst/>
            <a:ahLst/>
            <a:cxnLst/>
            <a:rect l="l" t="t" r="r" b="b"/>
            <a:pathLst>
              <a:path w="4445510" h="2257710">
                <a:moveTo>
                  <a:pt x="26690" y="13606"/>
                </a:moveTo>
                <a:lnTo>
                  <a:pt x="112601" y="1959"/>
                </a:lnTo>
                <a:lnTo>
                  <a:pt x="198513" y="33294"/>
                </a:lnTo>
                <a:lnTo>
                  <a:pt x="284425" y="19203"/>
                </a:lnTo>
                <a:lnTo>
                  <a:pt x="370337" y="25557"/>
                </a:lnTo>
                <a:lnTo>
                  <a:pt x="456248" y="32896"/>
                </a:lnTo>
                <a:lnTo>
                  <a:pt x="542160" y="24588"/>
                </a:lnTo>
                <a:lnTo>
                  <a:pt x="628072" y="23800"/>
                </a:lnTo>
                <a:lnTo>
                  <a:pt x="713984" y="6653"/>
                </a:lnTo>
                <a:lnTo>
                  <a:pt x="799895" y="22547"/>
                </a:lnTo>
                <a:lnTo>
                  <a:pt x="885807" y="24028"/>
                </a:lnTo>
                <a:lnTo>
                  <a:pt x="971719" y="16698"/>
                </a:lnTo>
                <a:lnTo>
                  <a:pt x="1057631" y="37017"/>
                </a:lnTo>
                <a:lnTo>
                  <a:pt x="1143542" y="26471"/>
                </a:lnTo>
                <a:lnTo>
                  <a:pt x="1229454" y="13456"/>
                </a:lnTo>
                <a:lnTo>
                  <a:pt x="1315366" y="29253"/>
                </a:lnTo>
                <a:lnTo>
                  <a:pt x="1401278" y="4937"/>
                </a:lnTo>
                <a:lnTo>
                  <a:pt x="1487190" y="26183"/>
                </a:lnTo>
                <a:lnTo>
                  <a:pt x="1573101" y="28078"/>
                </a:lnTo>
                <a:lnTo>
                  <a:pt x="1659013" y="30744"/>
                </a:lnTo>
                <a:lnTo>
                  <a:pt x="1744925" y="45143"/>
                </a:lnTo>
                <a:lnTo>
                  <a:pt x="1830837" y="22844"/>
                </a:lnTo>
                <a:lnTo>
                  <a:pt x="1916748" y="41432"/>
                </a:lnTo>
                <a:lnTo>
                  <a:pt x="2002660" y="59307"/>
                </a:lnTo>
                <a:lnTo>
                  <a:pt x="2088572" y="49153"/>
                </a:lnTo>
                <a:lnTo>
                  <a:pt x="2174484" y="61753"/>
                </a:lnTo>
                <a:lnTo>
                  <a:pt x="2260395" y="47206"/>
                </a:lnTo>
                <a:lnTo>
                  <a:pt x="2346307" y="53227"/>
                </a:lnTo>
                <a:lnTo>
                  <a:pt x="2432219" y="55133"/>
                </a:lnTo>
                <a:lnTo>
                  <a:pt x="2518131" y="49281"/>
                </a:lnTo>
                <a:lnTo>
                  <a:pt x="2604042" y="41329"/>
                </a:lnTo>
                <a:lnTo>
                  <a:pt x="2689954" y="59554"/>
                </a:lnTo>
                <a:lnTo>
                  <a:pt x="2775866" y="46382"/>
                </a:lnTo>
                <a:lnTo>
                  <a:pt x="2861778" y="30618"/>
                </a:lnTo>
                <a:lnTo>
                  <a:pt x="2947689" y="42343"/>
                </a:lnTo>
                <a:lnTo>
                  <a:pt x="3033601" y="47814"/>
                </a:lnTo>
                <a:lnTo>
                  <a:pt x="3119513" y="39500"/>
                </a:lnTo>
                <a:lnTo>
                  <a:pt x="3205425" y="45617"/>
                </a:lnTo>
                <a:lnTo>
                  <a:pt x="3291337" y="47326"/>
                </a:lnTo>
                <a:lnTo>
                  <a:pt x="3377248" y="23632"/>
                </a:lnTo>
                <a:lnTo>
                  <a:pt x="3463160" y="56047"/>
                </a:lnTo>
                <a:lnTo>
                  <a:pt x="3549072" y="59798"/>
                </a:lnTo>
                <a:lnTo>
                  <a:pt x="3634984" y="66073"/>
                </a:lnTo>
                <a:lnTo>
                  <a:pt x="3720895" y="23668"/>
                </a:lnTo>
                <a:lnTo>
                  <a:pt x="3806807" y="34061"/>
                </a:lnTo>
                <a:lnTo>
                  <a:pt x="3892719" y="32788"/>
                </a:lnTo>
                <a:lnTo>
                  <a:pt x="3978631" y="984"/>
                </a:lnTo>
                <a:lnTo>
                  <a:pt x="4064542" y="28921"/>
                </a:lnTo>
                <a:lnTo>
                  <a:pt x="4150454" y="0"/>
                </a:lnTo>
                <a:lnTo>
                  <a:pt x="4236366" y="35476"/>
                </a:lnTo>
                <a:lnTo>
                  <a:pt x="4322278" y="28846"/>
                </a:lnTo>
                <a:lnTo>
                  <a:pt x="4423734" y="21813"/>
                </a:lnTo>
                <a:lnTo>
                  <a:pt x="4404547" y="109443"/>
                </a:lnTo>
                <a:lnTo>
                  <a:pt x="4422026" y="197073"/>
                </a:lnTo>
                <a:lnTo>
                  <a:pt x="4425245" y="284703"/>
                </a:lnTo>
                <a:lnTo>
                  <a:pt x="4418665" y="372334"/>
                </a:lnTo>
                <a:lnTo>
                  <a:pt x="4438738" y="459963"/>
                </a:lnTo>
                <a:lnTo>
                  <a:pt x="4420161" y="547592"/>
                </a:lnTo>
                <a:lnTo>
                  <a:pt x="4422154" y="635223"/>
                </a:lnTo>
                <a:lnTo>
                  <a:pt x="4434409" y="722853"/>
                </a:lnTo>
                <a:lnTo>
                  <a:pt x="4416107" y="810483"/>
                </a:lnTo>
                <a:lnTo>
                  <a:pt x="4423784" y="898113"/>
                </a:lnTo>
                <a:lnTo>
                  <a:pt x="4445510" y="985743"/>
                </a:lnTo>
                <a:lnTo>
                  <a:pt x="4443260" y="1073372"/>
                </a:lnTo>
                <a:lnTo>
                  <a:pt x="4413577" y="1161003"/>
                </a:lnTo>
                <a:lnTo>
                  <a:pt x="4400462" y="1248633"/>
                </a:lnTo>
                <a:lnTo>
                  <a:pt x="4409238" y="1336263"/>
                </a:lnTo>
                <a:lnTo>
                  <a:pt x="4409366" y="1423893"/>
                </a:lnTo>
                <a:lnTo>
                  <a:pt x="4417539" y="1511523"/>
                </a:lnTo>
                <a:lnTo>
                  <a:pt x="4414363" y="1599153"/>
                </a:lnTo>
                <a:lnTo>
                  <a:pt x="4395772" y="1686783"/>
                </a:lnTo>
                <a:lnTo>
                  <a:pt x="4381572" y="1774413"/>
                </a:lnTo>
                <a:lnTo>
                  <a:pt x="4391567" y="1862043"/>
                </a:lnTo>
                <a:lnTo>
                  <a:pt x="4390139" y="1949673"/>
                </a:lnTo>
                <a:lnTo>
                  <a:pt x="4416205" y="2037303"/>
                </a:lnTo>
                <a:lnTo>
                  <a:pt x="4391793" y="2124932"/>
                </a:lnTo>
                <a:lnTo>
                  <a:pt x="4408190" y="2219897"/>
                </a:lnTo>
                <a:lnTo>
                  <a:pt x="4322278" y="2188252"/>
                </a:lnTo>
                <a:lnTo>
                  <a:pt x="4236366" y="2201152"/>
                </a:lnTo>
                <a:lnTo>
                  <a:pt x="4150454" y="2222343"/>
                </a:lnTo>
                <a:lnTo>
                  <a:pt x="4064542" y="2215708"/>
                </a:lnTo>
                <a:lnTo>
                  <a:pt x="3978631" y="2208546"/>
                </a:lnTo>
                <a:lnTo>
                  <a:pt x="3892719" y="2248869"/>
                </a:lnTo>
                <a:lnTo>
                  <a:pt x="3806807" y="2225708"/>
                </a:lnTo>
                <a:lnTo>
                  <a:pt x="3720895" y="2248792"/>
                </a:lnTo>
                <a:lnTo>
                  <a:pt x="3634984" y="2239777"/>
                </a:lnTo>
                <a:lnTo>
                  <a:pt x="3549072" y="2234961"/>
                </a:lnTo>
                <a:lnTo>
                  <a:pt x="3463160" y="2255038"/>
                </a:lnTo>
                <a:lnTo>
                  <a:pt x="3377248" y="2227165"/>
                </a:lnTo>
                <a:lnTo>
                  <a:pt x="3291337" y="2219595"/>
                </a:lnTo>
                <a:lnTo>
                  <a:pt x="3205425" y="2257710"/>
                </a:lnTo>
                <a:lnTo>
                  <a:pt x="3119513" y="2239346"/>
                </a:lnTo>
                <a:lnTo>
                  <a:pt x="3033601" y="2196745"/>
                </a:lnTo>
                <a:lnTo>
                  <a:pt x="2947690" y="2196568"/>
                </a:lnTo>
                <a:lnTo>
                  <a:pt x="2861778" y="2205522"/>
                </a:lnTo>
                <a:lnTo>
                  <a:pt x="2775866" y="2208578"/>
                </a:lnTo>
                <a:lnTo>
                  <a:pt x="2689954" y="2224340"/>
                </a:lnTo>
                <a:lnTo>
                  <a:pt x="2604042" y="2219990"/>
                </a:lnTo>
                <a:lnTo>
                  <a:pt x="2518131" y="2205424"/>
                </a:lnTo>
                <a:lnTo>
                  <a:pt x="2432219" y="2213546"/>
                </a:lnTo>
                <a:lnTo>
                  <a:pt x="2346307" y="2205880"/>
                </a:lnTo>
                <a:lnTo>
                  <a:pt x="2260395" y="2220664"/>
                </a:lnTo>
                <a:lnTo>
                  <a:pt x="2174484" y="2209773"/>
                </a:lnTo>
                <a:lnTo>
                  <a:pt x="2088572" y="2215476"/>
                </a:lnTo>
                <a:lnTo>
                  <a:pt x="2002660" y="2195326"/>
                </a:lnTo>
                <a:lnTo>
                  <a:pt x="1916748" y="2189864"/>
                </a:lnTo>
                <a:lnTo>
                  <a:pt x="1830837" y="2211152"/>
                </a:lnTo>
                <a:lnTo>
                  <a:pt x="1744925" y="2199399"/>
                </a:lnTo>
                <a:lnTo>
                  <a:pt x="1659013" y="2195085"/>
                </a:lnTo>
                <a:lnTo>
                  <a:pt x="1573101" y="2194533"/>
                </a:lnTo>
                <a:lnTo>
                  <a:pt x="1487190" y="2197931"/>
                </a:lnTo>
                <a:lnTo>
                  <a:pt x="1401278" y="2206432"/>
                </a:lnTo>
                <a:lnTo>
                  <a:pt x="1315366" y="2205461"/>
                </a:lnTo>
                <a:lnTo>
                  <a:pt x="1229454" y="2200424"/>
                </a:lnTo>
                <a:lnTo>
                  <a:pt x="1143542" y="2193953"/>
                </a:lnTo>
                <a:lnTo>
                  <a:pt x="1057631" y="2205178"/>
                </a:lnTo>
                <a:lnTo>
                  <a:pt x="971719" y="2191237"/>
                </a:lnTo>
                <a:lnTo>
                  <a:pt x="885807" y="2186213"/>
                </a:lnTo>
                <a:lnTo>
                  <a:pt x="799895" y="2174829"/>
                </a:lnTo>
                <a:lnTo>
                  <a:pt x="713984" y="2166737"/>
                </a:lnTo>
                <a:lnTo>
                  <a:pt x="628072" y="2173045"/>
                </a:lnTo>
                <a:lnTo>
                  <a:pt x="542160" y="2200643"/>
                </a:lnTo>
                <a:lnTo>
                  <a:pt x="456248" y="2172526"/>
                </a:lnTo>
                <a:lnTo>
                  <a:pt x="370337" y="2166000"/>
                </a:lnTo>
                <a:lnTo>
                  <a:pt x="284425" y="2200566"/>
                </a:lnTo>
                <a:lnTo>
                  <a:pt x="198513" y="2180823"/>
                </a:lnTo>
                <a:lnTo>
                  <a:pt x="112601" y="2193349"/>
                </a:lnTo>
                <a:lnTo>
                  <a:pt x="34707" y="2212563"/>
                </a:lnTo>
                <a:lnTo>
                  <a:pt x="0" y="2124933"/>
                </a:lnTo>
                <a:lnTo>
                  <a:pt x="18927" y="2037303"/>
                </a:lnTo>
                <a:lnTo>
                  <a:pt x="10775" y="1949673"/>
                </a:lnTo>
                <a:lnTo>
                  <a:pt x="26165" y="1862043"/>
                </a:lnTo>
                <a:lnTo>
                  <a:pt x="40871" y="1774413"/>
                </a:lnTo>
                <a:lnTo>
                  <a:pt x="69517" y="1686783"/>
                </a:lnTo>
                <a:lnTo>
                  <a:pt x="42137" y="1599153"/>
                </a:lnTo>
                <a:lnTo>
                  <a:pt x="66727" y="1511522"/>
                </a:lnTo>
                <a:lnTo>
                  <a:pt x="42080" y="1423892"/>
                </a:lnTo>
                <a:lnTo>
                  <a:pt x="55082" y="1336263"/>
                </a:lnTo>
                <a:lnTo>
                  <a:pt x="60008" y="1248633"/>
                </a:lnTo>
                <a:lnTo>
                  <a:pt x="58377" y="1161003"/>
                </a:lnTo>
                <a:lnTo>
                  <a:pt x="39973" y="1073372"/>
                </a:lnTo>
                <a:lnTo>
                  <a:pt x="54957" y="985742"/>
                </a:lnTo>
                <a:lnTo>
                  <a:pt x="25660" y="898113"/>
                </a:lnTo>
                <a:lnTo>
                  <a:pt x="54379" y="810482"/>
                </a:lnTo>
                <a:lnTo>
                  <a:pt x="19006" y="722852"/>
                </a:lnTo>
                <a:lnTo>
                  <a:pt x="36335" y="635223"/>
                </a:lnTo>
                <a:lnTo>
                  <a:pt x="38605" y="547592"/>
                </a:lnTo>
                <a:lnTo>
                  <a:pt x="56874" y="459963"/>
                </a:lnTo>
                <a:lnTo>
                  <a:pt x="46287" y="372334"/>
                </a:lnTo>
                <a:lnTo>
                  <a:pt x="64205" y="284703"/>
                </a:lnTo>
                <a:lnTo>
                  <a:pt x="48202" y="197073"/>
                </a:lnTo>
                <a:lnTo>
                  <a:pt x="43583" y="109444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 rot="21510000">
            <a:off x="-407454" y="5761877"/>
            <a:ext cx="13028753" cy="1982857"/>
          </a:xfrm>
          <a:custGeom>
            <a:avLst/>
            <a:gdLst/>
            <a:ahLst/>
            <a:cxnLst/>
            <a:rect l="l" t="t" r="r" b="b"/>
            <a:pathLst>
              <a:path w="13028753" h="1982857">
                <a:moveTo>
                  <a:pt x="26454" y="57514"/>
                </a:moveTo>
                <a:lnTo>
                  <a:pt x="112243" y="62187"/>
                </a:lnTo>
                <a:lnTo>
                  <a:pt x="198031" y="62586"/>
                </a:lnTo>
                <a:lnTo>
                  <a:pt x="283819" y="56601"/>
                </a:lnTo>
                <a:lnTo>
                  <a:pt x="369607" y="62881"/>
                </a:lnTo>
                <a:lnTo>
                  <a:pt x="455394" y="67134"/>
                </a:lnTo>
                <a:lnTo>
                  <a:pt x="541182" y="55375"/>
                </a:lnTo>
                <a:lnTo>
                  <a:pt x="626970" y="73241"/>
                </a:lnTo>
                <a:lnTo>
                  <a:pt x="712758" y="73204"/>
                </a:lnTo>
                <a:lnTo>
                  <a:pt x="798546" y="66687"/>
                </a:lnTo>
                <a:lnTo>
                  <a:pt x="884334" y="70901"/>
                </a:lnTo>
                <a:lnTo>
                  <a:pt x="970122" y="94609"/>
                </a:lnTo>
                <a:lnTo>
                  <a:pt x="1055910" y="77312"/>
                </a:lnTo>
                <a:lnTo>
                  <a:pt x="1141699" y="96368"/>
                </a:lnTo>
                <a:lnTo>
                  <a:pt x="1227487" y="67673"/>
                </a:lnTo>
                <a:lnTo>
                  <a:pt x="1313275" y="66171"/>
                </a:lnTo>
                <a:lnTo>
                  <a:pt x="1399063" y="87611"/>
                </a:lnTo>
                <a:lnTo>
                  <a:pt x="1484851" y="68257"/>
                </a:lnTo>
                <a:lnTo>
                  <a:pt x="1570639" y="51116"/>
                </a:lnTo>
                <a:lnTo>
                  <a:pt x="1656427" y="90646"/>
                </a:lnTo>
                <a:lnTo>
                  <a:pt x="1742215" y="60707"/>
                </a:lnTo>
                <a:lnTo>
                  <a:pt x="1828003" y="58624"/>
                </a:lnTo>
                <a:lnTo>
                  <a:pt x="1913791" y="59743"/>
                </a:lnTo>
                <a:lnTo>
                  <a:pt x="1999579" y="68483"/>
                </a:lnTo>
                <a:lnTo>
                  <a:pt x="2085367" y="74808"/>
                </a:lnTo>
                <a:lnTo>
                  <a:pt x="2171155" y="57696"/>
                </a:lnTo>
                <a:lnTo>
                  <a:pt x="2256944" y="76186"/>
                </a:lnTo>
                <a:lnTo>
                  <a:pt x="2342732" y="72403"/>
                </a:lnTo>
                <a:lnTo>
                  <a:pt x="2428520" y="84340"/>
                </a:lnTo>
                <a:lnTo>
                  <a:pt x="2514308" y="54054"/>
                </a:lnTo>
                <a:lnTo>
                  <a:pt x="2600096" y="94510"/>
                </a:lnTo>
                <a:lnTo>
                  <a:pt x="2685884" y="83468"/>
                </a:lnTo>
                <a:lnTo>
                  <a:pt x="2771672" y="42168"/>
                </a:lnTo>
                <a:lnTo>
                  <a:pt x="2857460" y="58786"/>
                </a:lnTo>
                <a:lnTo>
                  <a:pt x="2943248" y="50307"/>
                </a:lnTo>
                <a:lnTo>
                  <a:pt x="3029036" y="46811"/>
                </a:lnTo>
                <a:lnTo>
                  <a:pt x="3114824" y="25570"/>
                </a:lnTo>
                <a:lnTo>
                  <a:pt x="3200612" y="36078"/>
                </a:lnTo>
                <a:lnTo>
                  <a:pt x="3286401" y="3288"/>
                </a:lnTo>
                <a:lnTo>
                  <a:pt x="3372189" y="0"/>
                </a:lnTo>
                <a:lnTo>
                  <a:pt x="3457977" y="4599"/>
                </a:lnTo>
                <a:lnTo>
                  <a:pt x="3543765" y="11797"/>
                </a:lnTo>
                <a:lnTo>
                  <a:pt x="3629553" y="34696"/>
                </a:lnTo>
                <a:lnTo>
                  <a:pt x="3715341" y="2187"/>
                </a:lnTo>
                <a:lnTo>
                  <a:pt x="3801129" y="16409"/>
                </a:lnTo>
                <a:lnTo>
                  <a:pt x="3886917" y="19316"/>
                </a:lnTo>
                <a:lnTo>
                  <a:pt x="3972705" y="29583"/>
                </a:lnTo>
                <a:lnTo>
                  <a:pt x="4058493" y="9539"/>
                </a:lnTo>
                <a:lnTo>
                  <a:pt x="4144281" y="33762"/>
                </a:lnTo>
                <a:lnTo>
                  <a:pt x="4230069" y="61276"/>
                </a:lnTo>
                <a:lnTo>
                  <a:pt x="4315857" y="59712"/>
                </a:lnTo>
                <a:lnTo>
                  <a:pt x="4401646" y="54716"/>
                </a:lnTo>
                <a:lnTo>
                  <a:pt x="4487434" y="49450"/>
                </a:lnTo>
                <a:lnTo>
                  <a:pt x="4573222" y="32305"/>
                </a:lnTo>
                <a:lnTo>
                  <a:pt x="4659010" y="20265"/>
                </a:lnTo>
                <a:lnTo>
                  <a:pt x="4744798" y="4578"/>
                </a:lnTo>
                <a:lnTo>
                  <a:pt x="4830586" y="8556"/>
                </a:lnTo>
                <a:lnTo>
                  <a:pt x="4916374" y="38946"/>
                </a:lnTo>
                <a:lnTo>
                  <a:pt x="5002162" y="20422"/>
                </a:lnTo>
                <a:lnTo>
                  <a:pt x="5087950" y="40532"/>
                </a:lnTo>
                <a:lnTo>
                  <a:pt x="5173738" y="14429"/>
                </a:lnTo>
                <a:lnTo>
                  <a:pt x="5259526" y="5992"/>
                </a:lnTo>
                <a:lnTo>
                  <a:pt x="5345314" y="29438"/>
                </a:lnTo>
                <a:lnTo>
                  <a:pt x="5431103" y="14100"/>
                </a:lnTo>
                <a:lnTo>
                  <a:pt x="5516891" y="51508"/>
                </a:lnTo>
                <a:lnTo>
                  <a:pt x="5602679" y="28350"/>
                </a:lnTo>
                <a:lnTo>
                  <a:pt x="5688467" y="17357"/>
                </a:lnTo>
                <a:lnTo>
                  <a:pt x="5774255" y="17292"/>
                </a:lnTo>
                <a:lnTo>
                  <a:pt x="5860043" y="33015"/>
                </a:lnTo>
                <a:lnTo>
                  <a:pt x="5945831" y="56415"/>
                </a:lnTo>
                <a:lnTo>
                  <a:pt x="6031619" y="48262"/>
                </a:lnTo>
                <a:lnTo>
                  <a:pt x="6117407" y="62154"/>
                </a:lnTo>
                <a:lnTo>
                  <a:pt x="6203195" y="69477"/>
                </a:lnTo>
                <a:lnTo>
                  <a:pt x="6288983" y="78230"/>
                </a:lnTo>
                <a:lnTo>
                  <a:pt x="6374771" y="38884"/>
                </a:lnTo>
                <a:lnTo>
                  <a:pt x="6460559" y="50023"/>
                </a:lnTo>
                <a:lnTo>
                  <a:pt x="6546348" y="65289"/>
                </a:lnTo>
                <a:lnTo>
                  <a:pt x="6632136" y="57241"/>
                </a:lnTo>
                <a:lnTo>
                  <a:pt x="6717924" y="81129"/>
                </a:lnTo>
                <a:lnTo>
                  <a:pt x="6803712" y="57071"/>
                </a:lnTo>
                <a:lnTo>
                  <a:pt x="6889500" y="77717"/>
                </a:lnTo>
                <a:lnTo>
                  <a:pt x="6975288" y="84086"/>
                </a:lnTo>
                <a:lnTo>
                  <a:pt x="7061076" y="46191"/>
                </a:lnTo>
                <a:lnTo>
                  <a:pt x="7146864" y="76074"/>
                </a:lnTo>
                <a:lnTo>
                  <a:pt x="7232652" y="74972"/>
                </a:lnTo>
                <a:lnTo>
                  <a:pt x="7318440" y="86911"/>
                </a:lnTo>
                <a:lnTo>
                  <a:pt x="7404228" y="54930"/>
                </a:lnTo>
                <a:lnTo>
                  <a:pt x="7490016" y="59799"/>
                </a:lnTo>
                <a:lnTo>
                  <a:pt x="7575804" y="60994"/>
                </a:lnTo>
                <a:lnTo>
                  <a:pt x="7661593" y="65646"/>
                </a:lnTo>
                <a:lnTo>
                  <a:pt x="7747381" y="88806"/>
                </a:lnTo>
                <a:lnTo>
                  <a:pt x="7833169" y="90577"/>
                </a:lnTo>
                <a:lnTo>
                  <a:pt x="7918957" y="71269"/>
                </a:lnTo>
                <a:lnTo>
                  <a:pt x="8004745" y="62560"/>
                </a:lnTo>
                <a:lnTo>
                  <a:pt x="8090533" y="50614"/>
                </a:lnTo>
                <a:lnTo>
                  <a:pt x="8176321" y="80019"/>
                </a:lnTo>
                <a:lnTo>
                  <a:pt x="8262109" y="61471"/>
                </a:lnTo>
                <a:lnTo>
                  <a:pt x="8347897" y="75339"/>
                </a:lnTo>
                <a:lnTo>
                  <a:pt x="8433685" y="73976"/>
                </a:lnTo>
                <a:lnTo>
                  <a:pt x="8519473" y="59722"/>
                </a:lnTo>
                <a:lnTo>
                  <a:pt x="8605261" y="82019"/>
                </a:lnTo>
                <a:lnTo>
                  <a:pt x="8691050" y="78710"/>
                </a:lnTo>
                <a:lnTo>
                  <a:pt x="8776838" y="49661"/>
                </a:lnTo>
                <a:lnTo>
                  <a:pt x="8862626" y="45011"/>
                </a:lnTo>
                <a:lnTo>
                  <a:pt x="8948414" y="44958"/>
                </a:lnTo>
                <a:lnTo>
                  <a:pt x="9034202" y="69283"/>
                </a:lnTo>
                <a:lnTo>
                  <a:pt x="9119990" y="46574"/>
                </a:lnTo>
                <a:lnTo>
                  <a:pt x="9205778" y="68126"/>
                </a:lnTo>
                <a:lnTo>
                  <a:pt x="9291566" y="47989"/>
                </a:lnTo>
                <a:lnTo>
                  <a:pt x="9377354" y="42096"/>
                </a:lnTo>
                <a:lnTo>
                  <a:pt x="9463142" y="66096"/>
                </a:lnTo>
                <a:lnTo>
                  <a:pt x="9548930" y="77218"/>
                </a:lnTo>
                <a:lnTo>
                  <a:pt x="9634718" y="48273"/>
                </a:lnTo>
                <a:lnTo>
                  <a:pt x="9720506" y="44345"/>
                </a:lnTo>
                <a:lnTo>
                  <a:pt x="9806295" y="53695"/>
                </a:lnTo>
                <a:lnTo>
                  <a:pt x="9892083" y="50977"/>
                </a:lnTo>
                <a:lnTo>
                  <a:pt x="9977871" y="73025"/>
                </a:lnTo>
                <a:lnTo>
                  <a:pt x="10063659" y="58936"/>
                </a:lnTo>
                <a:lnTo>
                  <a:pt x="10149447" y="37290"/>
                </a:lnTo>
                <a:lnTo>
                  <a:pt x="10235235" y="51311"/>
                </a:lnTo>
                <a:lnTo>
                  <a:pt x="10321023" y="94438"/>
                </a:lnTo>
                <a:lnTo>
                  <a:pt x="10406811" y="70459"/>
                </a:lnTo>
                <a:lnTo>
                  <a:pt x="10492599" y="78181"/>
                </a:lnTo>
                <a:lnTo>
                  <a:pt x="10578387" y="62735"/>
                </a:lnTo>
                <a:lnTo>
                  <a:pt x="10664175" y="51394"/>
                </a:lnTo>
                <a:lnTo>
                  <a:pt x="10749963" y="36423"/>
                </a:lnTo>
                <a:lnTo>
                  <a:pt x="10835752" y="37539"/>
                </a:lnTo>
                <a:lnTo>
                  <a:pt x="10921540" y="49525"/>
                </a:lnTo>
                <a:lnTo>
                  <a:pt x="11007328" y="54284"/>
                </a:lnTo>
                <a:lnTo>
                  <a:pt x="11093116" y="72148"/>
                </a:lnTo>
                <a:lnTo>
                  <a:pt x="11178904" y="61595"/>
                </a:lnTo>
                <a:lnTo>
                  <a:pt x="11264692" y="85221"/>
                </a:lnTo>
                <a:lnTo>
                  <a:pt x="11350480" y="63060"/>
                </a:lnTo>
                <a:lnTo>
                  <a:pt x="11436268" y="58722"/>
                </a:lnTo>
                <a:lnTo>
                  <a:pt x="11522056" y="74335"/>
                </a:lnTo>
                <a:lnTo>
                  <a:pt x="11607844" y="83855"/>
                </a:lnTo>
                <a:lnTo>
                  <a:pt x="11693632" y="68441"/>
                </a:lnTo>
                <a:lnTo>
                  <a:pt x="11779420" y="83570"/>
                </a:lnTo>
                <a:lnTo>
                  <a:pt x="11865208" y="82313"/>
                </a:lnTo>
                <a:lnTo>
                  <a:pt x="11950997" y="61468"/>
                </a:lnTo>
                <a:lnTo>
                  <a:pt x="12036785" y="73009"/>
                </a:lnTo>
                <a:lnTo>
                  <a:pt x="12122573" y="58880"/>
                </a:lnTo>
                <a:lnTo>
                  <a:pt x="12208361" y="60030"/>
                </a:lnTo>
                <a:lnTo>
                  <a:pt x="12294149" y="68964"/>
                </a:lnTo>
                <a:lnTo>
                  <a:pt x="12379937" y="46981"/>
                </a:lnTo>
                <a:lnTo>
                  <a:pt x="12465725" y="41349"/>
                </a:lnTo>
                <a:lnTo>
                  <a:pt x="12551513" y="77701"/>
                </a:lnTo>
                <a:lnTo>
                  <a:pt x="12637301" y="83513"/>
                </a:lnTo>
                <a:lnTo>
                  <a:pt x="12723089" y="91859"/>
                </a:lnTo>
                <a:lnTo>
                  <a:pt x="12808877" y="58589"/>
                </a:lnTo>
                <a:lnTo>
                  <a:pt x="12894665" y="45020"/>
                </a:lnTo>
                <a:lnTo>
                  <a:pt x="13003444" y="48373"/>
                </a:lnTo>
                <a:lnTo>
                  <a:pt x="12990216" y="134963"/>
                </a:lnTo>
                <a:lnTo>
                  <a:pt x="13009547" y="221554"/>
                </a:lnTo>
                <a:lnTo>
                  <a:pt x="13001194" y="308145"/>
                </a:lnTo>
                <a:lnTo>
                  <a:pt x="12996705" y="394736"/>
                </a:lnTo>
                <a:lnTo>
                  <a:pt x="13028753" y="481327"/>
                </a:lnTo>
                <a:lnTo>
                  <a:pt x="13001572" y="567918"/>
                </a:lnTo>
                <a:lnTo>
                  <a:pt x="12982962" y="654509"/>
                </a:lnTo>
                <a:lnTo>
                  <a:pt x="12992956" y="741100"/>
                </a:lnTo>
                <a:lnTo>
                  <a:pt x="12994065" y="827691"/>
                </a:lnTo>
                <a:lnTo>
                  <a:pt x="12953985" y="914282"/>
                </a:lnTo>
                <a:lnTo>
                  <a:pt x="12977016" y="1000873"/>
                </a:lnTo>
                <a:lnTo>
                  <a:pt x="12973208" y="1087463"/>
                </a:lnTo>
                <a:lnTo>
                  <a:pt x="12965900" y="1174054"/>
                </a:lnTo>
                <a:lnTo>
                  <a:pt x="12970601" y="1260645"/>
                </a:lnTo>
                <a:lnTo>
                  <a:pt x="12977685" y="1347236"/>
                </a:lnTo>
                <a:lnTo>
                  <a:pt x="12964839" y="1433827"/>
                </a:lnTo>
                <a:lnTo>
                  <a:pt x="12957263" y="1520418"/>
                </a:lnTo>
                <a:lnTo>
                  <a:pt x="12973990" y="1607009"/>
                </a:lnTo>
                <a:lnTo>
                  <a:pt x="12962239" y="1693600"/>
                </a:lnTo>
                <a:lnTo>
                  <a:pt x="12982578" y="1780191"/>
                </a:lnTo>
                <a:lnTo>
                  <a:pt x="12969081" y="1866782"/>
                </a:lnTo>
                <a:lnTo>
                  <a:pt x="12980454" y="1945577"/>
                </a:lnTo>
                <a:lnTo>
                  <a:pt x="12894665" y="1938442"/>
                </a:lnTo>
                <a:lnTo>
                  <a:pt x="12808877" y="1957827"/>
                </a:lnTo>
                <a:lnTo>
                  <a:pt x="12723089" y="1956448"/>
                </a:lnTo>
                <a:lnTo>
                  <a:pt x="12637301" y="1938830"/>
                </a:lnTo>
                <a:lnTo>
                  <a:pt x="12551513" y="1926762"/>
                </a:lnTo>
                <a:lnTo>
                  <a:pt x="12465725" y="1934260"/>
                </a:lnTo>
                <a:lnTo>
                  <a:pt x="12379937" y="1921989"/>
                </a:lnTo>
                <a:lnTo>
                  <a:pt x="12294149" y="1928368"/>
                </a:lnTo>
                <a:lnTo>
                  <a:pt x="12208361" y="1930574"/>
                </a:lnTo>
                <a:lnTo>
                  <a:pt x="12122573" y="1905897"/>
                </a:lnTo>
                <a:lnTo>
                  <a:pt x="12036785" y="1921198"/>
                </a:lnTo>
                <a:lnTo>
                  <a:pt x="11950997" y="1912071"/>
                </a:lnTo>
                <a:lnTo>
                  <a:pt x="11865208" y="1927092"/>
                </a:lnTo>
                <a:lnTo>
                  <a:pt x="11779420" y="1940986"/>
                </a:lnTo>
                <a:lnTo>
                  <a:pt x="11693632" y="1922546"/>
                </a:lnTo>
                <a:lnTo>
                  <a:pt x="11607844" y="1917894"/>
                </a:lnTo>
                <a:lnTo>
                  <a:pt x="11522056" y="1927704"/>
                </a:lnTo>
                <a:lnTo>
                  <a:pt x="11436268" y="1920685"/>
                </a:lnTo>
                <a:lnTo>
                  <a:pt x="11350480" y="1940554"/>
                </a:lnTo>
                <a:lnTo>
                  <a:pt x="11264692" y="1923334"/>
                </a:lnTo>
                <a:lnTo>
                  <a:pt x="11178904" y="1919921"/>
                </a:lnTo>
                <a:lnTo>
                  <a:pt x="11093116" y="1915568"/>
                </a:lnTo>
                <a:lnTo>
                  <a:pt x="11007328" y="1904689"/>
                </a:lnTo>
                <a:lnTo>
                  <a:pt x="10921540" y="1908434"/>
                </a:lnTo>
                <a:lnTo>
                  <a:pt x="10835752" y="1925334"/>
                </a:lnTo>
                <a:lnTo>
                  <a:pt x="10749963" y="1936168"/>
                </a:lnTo>
                <a:lnTo>
                  <a:pt x="10664175" y="1955465"/>
                </a:lnTo>
                <a:lnTo>
                  <a:pt x="10578387" y="1946860"/>
                </a:lnTo>
                <a:lnTo>
                  <a:pt x="10492599" y="1953961"/>
                </a:lnTo>
                <a:lnTo>
                  <a:pt x="10406811" y="1947216"/>
                </a:lnTo>
                <a:lnTo>
                  <a:pt x="10321023" y="1958076"/>
                </a:lnTo>
                <a:lnTo>
                  <a:pt x="10235235" y="1966158"/>
                </a:lnTo>
                <a:lnTo>
                  <a:pt x="10149447" y="1918018"/>
                </a:lnTo>
                <a:lnTo>
                  <a:pt x="10063659" y="1945445"/>
                </a:lnTo>
                <a:lnTo>
                  <a:pt x="9977871" y="1922231"/>
                </a:lnTo>
                <a:lnTo>
                  <a:pt x="9892083" y="1950830"/>
                </a:lnTo>
                <a:lnTo>
                  <a:pt x="9806295" y="1924992"/>
                </a:lnTo>
                <a:lnTo>
                  <a:pt x="9720506" y="1948874"/>
                </a:lnTo>
                <a:lnTo>
                  <a:pt x="9634718" y="1929170"/>
                </a:lnTo>
                <a:lnTo>
                  <a:pt x="9548930" y="1907502"/>
                </a:lnTo>
                <a:lnTo>
                  <a:pt x="9463142" y="1909105"/>
                </a:lnTo>
                <a:lnTo>
                  <a:pt x="9377354" y="1934418"/>
                </a:lnTo>
                <a:lnTo>
                  <a:pt x="9291566" y="1935936"/>
                </a:lnTo>
                <a:lnTo>
                  <a:pt x="9205778" y="1926564"/>
                </a:lnTo>
                <a:lnTo>
                  <a:pt x="9119990" y="1938315"/>
                </a:lnTo>
                <a:lnTo>
                  <a:pt x="9034202" y="1929900"/>
                </a:lnTo>
                <a:lnTo>
                  <a:pt x="8948414" y="1948699"/>
                </a:lnTo>
                <a:lnTo>
                  <a:pt x="8862626" y="1932496"/>
                </a:lnTo>
                <a:lnTo>
                  <a:pt x="8776838" y="1949715"/>
                </a:lnTo>
                <a:lnTo>
                  <a:pt x="8691050" y="1958776"/>
                </a:lnTo>
                <a:lnTo>
                  <a:pt x="8605261" y="1932797"/>
                </a:lnTo>
                <a:lnTo>
                  <a:pt x="8519473" y="1950336"/>
                </a:lnTo>
                <a:lnTo>
                  <a:pt x="8433685" y="1958350"/>
                </a:lnTo>
                <a:lnTo>
                  <a:pt x="8347897" y="1935653"/>
                </a:lnTo>
                <a:lnTo>
                  <a:pt x="8262109" y="1953217"/>
                </a:lnTo>
                <a:lnTo>
                  <a:pt x="8176321" y="1957623"/>
                </a:lnTo>
                <a:lnTo>
                  <a:pt x="8090533" y="1963491"/>
                </a:lnTo>
                <a:lnTo>
                  <a:pt x="8004745" y="1948022"/>
                </a:lnTo>
                <a:lnTo>
                  <a:pt x="7918957" y="1934881"/>
                </a:lnTo>
                <a:lnTo>
                  <a:pt x="7833169" y="1929397"/>
                </a:lnTo>
                <a:lnTo>
                  <a:pt x="7747381" y="1941961"/>
                </a:lnTo>
                <a:lnTo>
                  <a:pt x="7661593" y="1926124"/>
                </a:lnTo>
                <a:lnTo>
                  <a:pt x="7575804" y="1941195"/>
                </a:lnTo>
                <a:lnTo>
                  <a:pt x="7490016" y="1945847"/>
                </a:lnTo>
                <a:lnTo>
                  <a:pt x="7404228" y="1915079"/>
                </a:lnTo>
                <a:lnTo>
                  <a:pt x="7318440" y="1915830"/>
                </a:lnTo>
                <a:lnTo>
                  <a:pt x="7232652" y="1918506"/>
                </a:lnTo>
                <a:lnTo>
                  <a:pt x="7146864" y="1927526"/>
                </a:lnTo>
                <a:lnTo>
                  <a:pt x="7061076" y="1933628"/>
                </a:lnTo>
                <a:lnTo>
                  <a:pt x="6975288" y="1936174"/>
                </a:lnTo>
                <a:lnTo>
                  <a:pt x="6889500" y="1935234"/>
                </a:lnTo>
                <a:lnTo>
                  <a:pt x="6803712" y="1932037"/>
                </a:lnTo>
                <a:lnTo>
                  <a:pt x="6717924" y="1925296"/>
                </a:lnTo>
                <a:lnTo>
                  <a:pt x="6632136" y="1924963"/>
                </a:lnTo>
                <a:lnTo>
                  <a:pt x="6546348" y="1918703"/>
                </a:lnTo>
                <a:lnTo>
                  <a:pt x="6460559" y="1935600"/>
                </a:lnTo>
                <a:lnTo>
                  <a:pt x="6374771" y="1904797"/>
                </a:lnTo>
                <a:lnTo>
                  <a:pt x="6288983" y="1923532"/>
                </a:lnTo>
                <a:lnTo>
                  <a:pt x="6203195" y="1935357"/>
                </a:lnTo>
                <a:lnTo>
                  <a:pt x="6117407" y="1935203"/>
                </a:lnTo>
                <a:lnTo>
                  <a:pt x="6031619" y="1942059"/>
                </a:lnTo>
                <a:lnTo>
                  <a:pt x="5945831" y="1924173"/>
                </a:lnTo>
                <a:lnTo>
                  <a:pt x="5860043" y="1948320"/>
                </a:lnTo>
                <a:lnTo>
                  <a:pt x="5774255" y="1934171"/>
                </a:lnTo>
                <a:lnTo>
                  <a:pt x="5688467" y="1938547"/>
                </a:lnTo>
                <a:lnTo>
                  <a:pt x="5602679" y="1922160"/>
                </a:lnTo>
                <a:lnTo>
                  <a:pt x="5516891" y="1940581"/>
                </a:lnTo>
                <a:lnTo>
                  <a:pt x="5431103" y="1940168"/>
                </a:lnTo>
                <a:lnTo>
                  <a:pt x="5345314" y="1922304"/>
                </a:lnTo>
                <a:lnTo>
                  <a:pt x="5259526" y="1931873"/>
                </a:lnTo>
                <a:lnTo>
                  <a:pt x="5173738" y="1945576"/>
                </a:lnTo>
                <a:lnTo>
                  <a:pt x="5087950" y="1938975"/>
                </a:lnTo>
                <a:lnTo>
                  <a:pt x="5002162" y="1960149"/>
                </a:lnTo>
                <a:lnTo>
                  <a:pt x="4916374" y="1972395"/>
                </a:lnTo>
                <a:lnTo>
                  <a:pt x="4830586" y="1970277"/>
                </a:lnTo>
                <a:lnTo>
                  <a:pt x="4744798" y="1937466"/>
                </a:lnTo>
                <a:lnTo>
                  <a:pt x="4659010" y="1974489"/>
                </a:lnTo>
                <a:lnTo>
                  <a:pt x="4573222" y="1972963"/>
                </a:lnTo>
                <a:lnTo>
                  <a:pt x="4487434" y="1974282"/>
                </a:lnTo>
                <a:lnTo>
                  <a:pt x="4401646" y="1958008"/>
                </a:lnTo>
                <a:lnTo>
                  <a:pt x="4315857" y="1954548"/>
                </a:lnTo>
                <a:lnTo>
                  <a:pt x="4230069" y="1945469"/>
                </a:lnTo>
                <a:lnTo>
                  <a:pt x="4144281" y="1937730"/>
                </a:lnTo>
                <a:lnTo>
                  <a:pt x="4058493" y="1926368"/>
                </a:lnTo>
                <a:lnTo>
                  <a:pt x="3972705" y="1920458"/>
                </a:lnTo>
                <a:lnTo>
                  <a:pt x="3886917" y="1909530"/>
                </a:lnTo>
                <a:lnTo>
                  <a:pt x="3801129" y="1920472"/>
                </a:lnTo>
                <a:lnTo>
                  <a:pt x="3715341" y="1924640"/>
                </a:lnTo>
                <a:lnTo>
                  <a:pt x="3629553" y="1941436"/>
                </a:lnTo>
                <a:lnTo>
                  <a:pt x="3543765" y="1931958"/>
                </a:lnTo>
                <a:lnTo>
                  <a:pt x="3457977" y="1939303"/>
                </a:lnTo>
                <a:lnTo>
                  <a:pt x="3372189" y="1937346"/>
                </a:lnTo>
                <a:lnTo>
                  <a:pt x="3286401" y="1948992"/>
                </a:lnTo>
                <a:lnTo>
                  <a:pt x="3200612" y="1941519"/>
                </a:lnTo>
                <a:lnTo>
                  <a:pt x="3114824" y="1962113"/>
                </a:lnTo>
                <a:lnTo>
                  <a:pt x="3029036" y="1926613"/>
                </a:lnTo>
                <a:lnTo>
                  <a:pt x="2943248" y="1953390"/>
                </a:lnTo>
                <a:lnTo>
                  <a:pt x="2857460" y="1935013"/>
                </a:lnTo>
                <a:lnTo>
                  <a:pt x="2771672" y="1963586"/>
                </a:lnTo>
                <a:lnTo>
                  <a:pt x="2685884" y="1971498"/>
                </a:lnTo>
                <a:lnTo>
                  <a:pt x="2600096" y="1974696"/>
                </a:lnTo>
                <a:lnTo>
                  <a:pt x="2514308" y="1962244"/>
                </a:lnTo>
                <a:lnTo>
                  <a:pt x="2428520" y="1982243"/>
                </a:lnTo>
                <a:lnTo>
                  <a:pt x="2342732" y="1965996"/>
                </a:lnTo>
                <a:lnTo>
                  <a:pt x="2256944" y="1977004"/>
                </a:lnTo>
                <a:lnTo>
                  <a:pt x="2171155" y="1964024"/>
                </a:lnTo>
                <a:lnTo>
                  <a:pt x="2085367" y="1963336"/>
                </a:lnTo>
                <a:lnTo>
                  <a:pt x="1999579" y="1953543"/>
                </a:lnTo>
                <a:lnTo>
                  <a:pt x="1913791" y="1982857"/>
                </a:lnTo>
                <a:lnTo>
                  <a:pt x="1828003" y="1976142"/>
                </a:lnTo>
                <a:lnTo>
                  <a:pt x="1742215" y="1974612"/>
                </a:lnTo>
                <a:lnTo>
                  <a:pt x="1656427" y="1976511"/>
                </a:lnTo>
                <a:lnTo>
                  <a:pt x="1570639" y="1968053"/>
                </a:lnTo>
                <a:lnTo>
                  <a:pt x="1484851" y="1964251"/>
                </a:lnTo>
                <a:lnTo>
                  <a:pt x="1399063" y="1959995"/>
                </a:lnTo>
                <a:lnTo>
                  <a:pt x="1313275" y="1981531"/>
                </a:lnTo>
                <a:lnTo>
                  <a:pt x="1227487" y="1962875"/>
                </a:lnTo>
                <a:lnTo>
                  <a:pt x="1141699" y="1953194"/>
                </a:lnTo>
                <a:lnTo>
                  <a:pt x="1055910" y="1947825"/>
                </a:lnTo>
                <a:lnTo>
                  <a:pt x="970122" y="1952091"/>
                </a:lnTo>
                <a:lnTo>
                  <a:pt x="884334" y="1979812"/>
                </a:lnTo>
                <a:lnTo>
                  <a:pt x="798546" y="1935422"/>
                </a:lnTo>
                <a:lnTo>
                  <a:pt x="712758" y="1952164"/>
                </a:lnTo>
                <a:lnTo>
                  <a:pt x="626970" y="1959390"/>
                </a:lnTo>
                <a:lnTo>
                  <a:pt x="541182" y="1927604"/>
                </a:lnTo>
                <a:lnTo>
                  <a:pt x="455394" y="1946716"/>
                </a:lnTo>
                <a:lnTo>
                  <a:pt x="369607" y="1971535"/>
                </a:lnTo>
                <a:lnTo>
                  <a:pt x="283819" y="1966669"/>
                </a:lnTo>
                <a:lnTo>
                  <a:pt x="198031" y="1954088"/>
                </a:lnTo>
                <a:lnTo>
                  <a:pt x="112243" y="1955277"/>
                </a:lnTo>
                <a:lnTo>
                  <a:pt x="44345" y="1953373"/>
                </a:lnTo>
                <a:lnTo>
                  <a:pt x="39642" y="1866782"/>
                </a:lnTo>
                <a:lnTo>
                  <a:pt x="5239" y="1780191"/>
                </a:lnTo>
                <a:lnTo>
                  <a:pt x="42704" y="1693600"/>
                </a:lnTo>
                <a:lnTo>
                  <a:pt x="26119" y="1607009"/>
                </a:lnTo>
                <a:lnTo>
                  <a:pt x="35095" y="1520418"/>
                </a:lnTo>
                <a:lnTo>
                  <a:pt x="20130" y="1433827"/>
                </a:lnTo>
                <a:lnTo>
                  <a:pt x="24061" y="1347236"/>
                </a:lnTo>
                <a:lnTo>
                  <a:pt x="43826" y="1260645"/>
                </a:lnTo>
                <a:lnTo>
                  <a:pt x="0" y="1174054"/>
                </a:lnTo>
                <a:lnTo>
                  <a:pt x="46254" y="1087463"/>
                </a:lnTo>
                <a:lnTo>
                  <a:pt x="54559" y="1000873"/>
                </a:lnTo>
                <a:lnTo>
                  <a:pt x="42730" y="914282"/>
                </a:lnTo>
                <a:lnTo>
                  <a:pt x="71733" y="827691"/>
                </a:lnTo>
                <a:lnTo>
                  <a:pt x="64627" y="741100"/>
                </a:lnTo>
                <a:lnTo>
                  <a:pt x="45652" y="654509"/>
                </a:lnTo>
                <a:lnTo>
                  <a:pt x="59199" y="567918"/>
                </a:lnTo>
                <a:lnTo>
                  <a:pt x="24654" y="481327"/>
                </a:lnTo>
                <a:lnTo>
                  <a:pt x="38716" y="394736"/>
                </a:lnTo>
                <a:lnTo>
                  <a:pt x="37161" y="308145"/>
                </a:lnTo>
                <a:lnTo>
                  <a:pt x="71879" y="221554"/>
                </a:lnTo>
                <a:lnTo>
                  <a:pt x="43211" y="134963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 rot="21564000">
            <a:off x="1018619" y="586938"/>
            <a:ext cx="10170532" cy="5479557"/>
          </a:xfrm>
          <a:custGeom>
            <a:avLst/>
            <a:gdLst/>
            <a:ahLst/>
            <a:cxnLst/>
            <a:rect l="l" t="t" r="r" b="b"/>
            <a:pathLst>
              <a:path w="10170532" h="5479557">
                <a:moveTo>
                  <a:pt x="29131" y="41178"/>
                </a:moveTo>
                <a:lnTo>
                  <a:pt x="115425" y="64949"/>
                </a:lnTo>
                <a:lnTo>
                  <a:pt x="201720" y="66336"/>
                </a:lnTo>
                <a:lnTo>
                  <a:pt x="288015" y="40774"/>
                </a:lnTo>
                <a:lnTo>
                  <a:pt x="374310" y="39706"/>
                </a:lnTo>
                <a:lnTo>
                  <a:pt x="460605" y="51723"/>
                </a:lnTo>
                <a:lnTo>
                  <a:pt x="546900" y="43108"/>
                </a:lnTo>
                <a:lnTo>
                  <a:pt x="633195" y="50634"/>
                </a:lnTo>
                <a:lnTo>
                  <a:pt x="719489" y="49519"/>
                </a:lnTo>
                <a:lnTo>
                  <a:pt x="805784" y="57429"/>
                </a:lnTo>
                <a:lnTo>
                  <a:pt x="892079" y="62637"/>
                </a:lnTo>
                <a:lnTo>
                  <a:pt x="978374" y="68806"/>
                </a:lnTo>
                <a:lnTo>
                  <a:pt x="1064669" y="81749"/>
                </a:lnTo>
                <a:lnTo>
                  <a:pt x="1150964" y="45581"/>
                </a:lnTo>
                <a:lnTo>
                  <a:pt x="1237259" y="48605"/>
                </a:lnTo>
                <a:lnTo>
                  <a:pt x="1323554" y="67530"/>
                </a:lnTo>
                <a:lnTo>
                  <a:pt x="1409848" y="46813"/>
                </a:lnTo>
                <a:lnTo>
                  <a:pt x="1496143" y="54543"/>
                </a:lnTo>
                <a:lnTo>
                  <a:pt x="1582438" y="77751"/>
                </a:lnTo>
                <a:lnTo>
                  <a:pt x="1668733" y="78184"/>
                </a:lnTo>
                <a:lnTo>
                  <a:pt x="1755028" y="68526"/>
                </a:lnTo>
                <a:lnTo>
                  <a:pt x="1841323" y="57836"/>
                </a:lnTo>
                <a:lnTo>
                  <a:pt x="1927618" y="80220"/>
                </a:lnTo>
                <a:lnTo>
                  <a:pt x="2013913" y="71590"/>
                </a:lnTo>
                <a:lnTo>
                  <a:pt x="2100207" y="68715"/>
                </a:lnTo>
                <a:lnTo>
                  <a:pt x="2186502" y="58031"/>
                </a:lnTo>
                <a:lnTo>
                  <a:pt x="2272797" y="79535"/>
                </a:lnTo>
                <a:lnTo>
                  <a:pt x="2359092" y="47326"/>
                </a:lnTo>
                <a:lnTo>
                  <a:pt x="2445387" y="78671"/>
                </a:lnTo>
                <a:lnTo>
                  <a:pt x="2531682" y="63102"/>
                </a:lnTo>
                <a:lnTo>
                  <a:pt x="2617977" y="56903"/>
                </a:lnTo>
                <a:lnTo>
                  <a:pt x="2704272" y="65835"/>
                </a:lnTo>
                <a:lnTo>
                  <a:pt x="2790566" y="68742"/>
                </a:lnTo>
                <a:lnTo>
                  <a:pt x="2876861" y="52200"/>
                </a:lnTo>
                <a:lnTo>
                  <a:pt x="2963156" y="81643"/>
                </a:lnTo>
                <a:lnTo>
                  <a:pt x="3049451" y="64172"/>
                </a:lnTo>
                <a:lnTo>
                  <a:pt x="3135746" y="37811"/>
                </a:lnTo>
                <a:lnTo>
                  <a:pt x="3222041" y="35867"/>
                </a:lnTo>
                <a:lnTo>
                  <a:pt x="3308336" y="36653"/>
                </a:lnTo>
                <a:lnTo>
                  <a:pt x="3394631" y="68545"/>
                </a:lnTo>
                <a:lnTo>
                  <a:pt x="3480925" y="58718"/>
                </a:lnTo>
                <a:lnTo>
                  <a:pt x="3567220" y="63135"/>
                </a:lnTo>
                <a:lnTo>
                  <a:pt x="3653515" y="70621"/>
                </a:lnTo>
                <a:lnTo>
                  <a:pt x="3739810" y="39419"/>
                </a:lnTo>
                <a:lnTo>
                  <a:pt x="3826105" y="29514"/>
                </a:lnTo>
                <a:lnTo>
                  <a:pt x="3912400" y="42886"/>
                </a:lnTo>
                <a:lnTo>
                  <a:pt x="3998695" y="28028"/>
                </a:lnTo>
                <a:lnTo>
                  <a:pt x="4084989" y="22698"/>
                </a:lnTo>
                <a:lnTo>
                  <a:pt x="4171284" y="347"/>
                </a:lnTo>
                <a:lnTo>
                  <a:pt x="4257579" y="21368"/>
                </a:lnTo>
                <a:lnTo>
                  <a:pt x="4343874" y="19363"/>
                </a:lnTo>
                <a:lnTo>
                  <a:pt x="4430169" y="14174"/>
                </a:lnTo>
                <a:lnTo>
                  <a:pt x="4516464" y="3953"/>
                </a:lnTo>
                <a:lnTo>
                  <a:pt x="4602759" y="21840"/>
                </a:lnTo>
                <a:lnTo>
                  <a:pt x="4689054" y="14098"/>
                </a:lnTo>
                <a:lnTo>
                  <a:pt x="4775348" y="9663"/>
                </a:lnTo>
                <a:lnTo>
                  <a:pt x="4861643" y="15652"/>
                </a:lnTo>
                <a:lnTo>
                  <a:pt x="4947938" y="41259"/>
                </a:lnTo>
                <a:lnTo>
                  <a:pt x="5034233" y="22316"/>
                </a:lnTo>
                <a:lnTo>
                  <a:pt x="5120528" y="23282"/>
                </a:lnTo>
                <a:lnTo>
                  <a:pt x="5206823" y="15620"/>
                </a:lnTo>
                <a:lnTo>
                  <a:pt x="5293118" y="0"/>
                </a:lnTo>
                <a:lnTo>
                  <a:pt x="5379413" y="7727"/>
                </a:lnTo>
                <a:lnTo>
                  <a:pt x="5465707" y="15659"/>
                </a:lnTo>
                <a:lnTo>
                  <a:pt x="5552002" y="36431"/>
                </a:lnTo>
                <a:lnTo>
                  <a:pt x="5638297" y="35549"/>
                </a:lnTo>
                <a:lnTo>
                  <a:pt x="5724592" y="46613"/>
                </a:lnTo>
                <a:lnTo>
                  <a:pt x="5810887" y="19989"/>
                </a:lnTo>
                <a:lnTo>
                  <a:pt x="5897182" y="14882"/>
                </a:lnTo>
                <a:lnTo>
                  <a:pt x="5983477" y="3160"/>
                </a:lnTo>
                <a:lnTo>
                  <a:pt x="6069772" y="30119"/>
                </a:lnTo>
                <a:lnTo>
                  <a:pt x="6156066" y="36305"/>
                </a:lnTo>
                <a:lnTo>
                  <a:pt x="6242361" y="47254"/>
                </a:lnTo>
                <a:lnTo>
                  <a:pt x="6328656" y="19542"/>
                </a:lnTo>
                <a:lnTo>
                  <a:pt x="6414951" y="6288"/>
                </a:lnTo>
                <a:lnTo>
                  <a:pt x="6501246" y="2879"/>
                </a:lnTo>
                <a:lnTo>
                  <a:pt x="6587541" y="4198"/>
                </a:lnTo>
                <a:lnTo>
                  <a:pt x="6673836" y="6900"/>
                </a:lnTo>
                <a:lnTo>
                  <a:pt x="6760131" y="12739"/>
                </a:lnTo>
                <a:lnTo>
                  <a:pt x="6846425" y="29845"/>
                </a:lnTo>
                <a:lnTo>
                  <a:pt x="6932720" y="41991"/>
                </a:lnTo>
                <a:lnTo>
                  <a:pt x="7019015" y="11511"/>
                </a:lnTo>
                <a:lnTo>
                  <a:pt x="7105310" y="25532"/>
                </a:lnTo>
                <a:lnTo>
                  <a:pt x="7191605" y="22372"/>
                </a:lnTo>
                <a:lnTo>
                  <a:pt x="7277900" y="21556"/>
                </a:lnTo>
                <a:lnTo>
                  <a:pt x="7364195" y="34014"/>
                </a:lnTo>
                <a:lnTo>
                  <a:pt x="7450489" y="29103"/>
                </a:lnTo>
                <a:lnTo>
                  <a:pt x="7536784" y="53198"/>
                </a:lnTo>
                <a:lnTo>
                  <a:pt x="7623079" y="44893"/>
                </a:lnTo>
                <a:lnTo>
                  <a:pt x="7709374" y="67333"/>
                </a:lnTo>
                <a:lnTo>
                  <a:pt x="7795669" y="53172"/>
                </a:lnTo>
                <a:lnTo>
                  <a:pt x="7881964" y="69378"/>
                </a:lnTo>
                <a:lnTo>
                  <a:pt x="7968259" y="61796"/>
                </a:lnTo>
                <a:lnTo>
                  <a:pt x="8054554" y="25099"/>
                </a:lnTo>
                <a:lnTo>
                  <a:pt x="8140848" y="48927"/>
                </a:lnTo>
                <a:lnTo>
                  <a:pt x="8227143" y="28054"/>
                </a:lnTo>
                <a:lnTo>
                  <a:pt x="8313438" y="46868"/>
                </a:lnTo>
                <a:lnTo>
                  <a:pt x="8399733" y="32779"/>
                </a:lnTo>
                <a:lnTo>
                  <a:pt x="8486028" y="43840"/>
                </a:lnTo>
                <a:lnTo>
                  <a:pt x="8572323" y="48803"/>
                </a:lnTo>
                <a:lnTo>
                  <a:pt x="8658618" y="33742"/>
                </a:lnTo>
                <a:lnTo>
                  <a:pt x="8744913" y="38589"/>
                </a:lnTo>
                <a:lnTo>
                  <a:pt x="8831207" y="32360"/>
                </a:lnTo>
                <a:lnTo>
                  <a:pt x="8917502" y="30686"/>
                </a:lnTo>
                <a:lnTo>
                  <a:pt x="9003797" y="40287"/>
                </a:lnTo>
                <a:lnTo>
                  <a:pt x="9090092" y="17797"/>
                </a:lnTo>
                <a:lnTo>
                  <a:pt x="9176387" y="27772"/>
                </a:lnTo>
                <a:lnTo>
                  <a:pt x="9262682" y="38881"/>
                </a:lnTo>
                <a:lnTo>
                  <a:pt x="9348977" y="6855"/>
                </a:lnTo>
                <a:lnTo>
                  <a:pt x="9435272" y="6672"/>
                </a:lnTo>
                <a:lnTo>
                  <a:pt x="9521566" y="16085"/>
                </a:lnTo>
                <a:lnTo>
                  <a:pt x="9607861" y="10627"/>
                </a:lnTo>
                <a:lnTo>
                  <a:pt x="9694156" y="21323"/>
                </a:lnTo>
                <a:lnTo>
                  <a:pt x="9780451" y="18574"/>
                </a:lnTo>
                <a:lnTo>
                  <a:pt x="9866746" y="19322"/>
                </a:lnTo>
                <a:lnTo>
                  <a:pt x="9953041" y="27740"/>
                </a:lnTo>
                <a:lnTo>
                  <a:pt x="10039336" y="23941"/>
                </a:lnTo>
                <a:lnTo>
                  <a:pt x="10150096" y="41712"/>
                </a:lnTo>
                <a:lnTo>
                  <a:pt x="10142601" y="128666"/>
                </a:lnTo>
                <a:lnTo>
                  <a:pt x="10133064" y="215620"/>
                </a:lnTo>
                <a:lnTo>
                  <a:pt x="10100881" y="302574"/>
                </a:lnTo>
                <a:lnTo>
                  <a:pt x="10118556" y="389528"/>
                </a:lnTo>
                <a:lnTo>
                  <a:pt x="10122685" y="476482"/>
                </a:lnTo>
                <a:lnTo>
                  <a:pt x="10145637" y="563436"/>
                </a:lnTo>
                <a:lnTo>
                  <a:pt x="10109215" y="650390"/>
                </a:lnTo>
                <a:lnTo>
                  <a:pt x="10095625" y="737344"/>
                </a:lnTo>
                <a:lnTo>
                  <a:pt x="10107927" y="824298"/>
                </a:lnTo>
                <a:lnTo>
                  <a:pt x="10099466" y="911252"/>
                </a:lnTo>
                <a:lnTo>
                  <a:pt x="10102913" y="998206"/>
                </a:lnTo>
                <a:lnTo>
                  <a:pt x="10090838" y="1085160"/>
                </a:lnTo>
                <a:lnTo>
                  <a:pt x="10082313" y="1172114"/>
                </a:lnTo>
                <a:lnTo>
                  <a:pt x="10094785" y="1259068"/>
                </a:lnTo>
                <a:lnTo>
                  <a:pt x="10116317" y="1346022"/>
                </a:lnTo>
                <a:lnTo>
                  <a:pt x="10114274" y="1432976"/>
                </a:lnTo>
                <a:lnTo>
                  <a:pt x="10144682" y="1519930"/>
                </a:lnTo>
                <a:lnTo>
                  <a:pt x="10118136" y="1606884"/>
                </a:lnTo>
                <a:lnTo>
                  <a:pt x="10146269" y="1693838"/>
                </a:lnTo>
                <a:lnTo>
                  <a:pt x="10117829" y="1780792"/>
                </a:lnTo>
                <a:lnTo>
                  <a:pt x="10125272" y="1867746"/>
                </a:lnTo>
                <a:lnTo>
                  <a:pt x="10124238" y="1954700"/>
                </a:lnTo>
                <a:lnTo>
                  <a:pt x="10124667" y="2041654"/>
                </a:lnTo>
                <a:lnTo>
                  <a:pt x="10136796" y="2128608"/>
                </a:lnTo>
                <a:lnTo>
                  <a:pt x="10131405" y="2215562"/>
                </a:lnTo>
                <a:lnTo>
                  <a:pt x="10142679" y="2302516"/>
                </a:lnTo>
                <a:lnTo>
                  <a:pt x="10144554" y="2389470"/>
                </a:lnTo>
                <a:lnTo>
                  <a:pt x="10130093" y="2476424"/>
                </a:lnTo>
                <a:lnTo>
                  <a:pt x="10167753" y="2563378"/>
                </a:lnTo>
                <a:lnTo>
                  <a:pt x="10162618" y="2650332"/>
                </a:lnTo>
                <a:lnTo>
                  <a:pt x="10152456" y="2737287"/>
                </a:lnTo>
                <a:lnTo>
                  <a:pt x="10154317" y="2824241"/>
                </a:lnTo>
                <a:lnTo>
                  <a:pt x="10144857" y="2911195"/>
                </a:lnTo>
                <a:lnTo>
                  <a:pt x="10148948" y="2998149"/>
                </a:lnTo>
                <a:lnTo>
                  <a:pt x="10153179" y="3085103"/>
                </a:lnTo>
                <a:lnTo>
                  <a:pt x="10137329" y="3172057"/>
                </a:lnTo>
                <a:lnTo>
                  <a:pt x="10101291" y="3259011"/>
                </a:lnTo>
                <a:lnTo>
                  <a:pt x="10108782" y="3345965"/>
                </a:lnTo>
                <a:lnTo>
                  <a:pt x="10139097" y="3432919"/>
                </a:lnTo>
                <a:lnTo>
                  <a:pt x="10122372" y="3519873"/>
                </a:lnTo>
                <a:lnTo>
                  <a:pt x="10127562" y="3606827"/>
                </a:lnTo>
                <a:lnTo>
                  <a:pt x="10134094" y="3693781"/>
                </a:lnTo>
                <a:lnTo>
                  <a:pt x="10127726" y="3780735"/>
                </a:lnTo>
                <a:lnTo>
                  <a:pt x="10132631" y="3867689"/>
                </a:lnTo>
                <a:lnTo>
                  <a:pt x="10138052" y="3954643"/>
                </a:lnTo>
                <a:lnTo>
                  <a:pt x="10140233" y="4041597"/>
                </a:lnTo>
                <a:lnTo>
                  <a:pt x="10118506" y="4128551"/>
                </a:lnTo>
                <a:lnTo>
                  <a:pt x="10144831" y="4215505"/>
                </a:lnTo>
                <a:lnTo>
                  <a:pt x="10130359" y="4302459"/>
                </a:lnTo>
                <a:lnTo>
                  <a:pt x="10115060" y="4389413"/>
                </a:lnTo>
                <a:lnTo>
                  <a:pt x="10121791" y="4476367"/>
                </a:lnTo>
                <a:lnTo>
                  <a:pt x="10124567" y="4563321"/>
                </a:lnTo>
                <a:lnTo>
                  <a:pt x="10121613" y="4650275"/>
                </a:lnTo>
                <a:lnTo>
                  <a:pt x="10118507" y="4737229"/>
                </a:lnTo>
                <a:lnTo>
                  <a:pt x="10112502" y="4824183"/>
                </a:lnTo>
                <a:lnTo>
                  <a:pt x="10132728" y="4911137"/>
                </a:lnTo>
                <a:lnTo>
                  <a:pt x="10142177" y="4998091"/>
                </a:lnTo>
                <a:lnTo>
                  <a:pt x="10127446" y="5085045"/>
                </a:lnTo>
                <a:lnTo>
                  <a:pt x="10170532" y="5171999"/>
                </a:lnTo>
                <a:lnTo>
                  <a:pt x="10127315" y="5258953"/>
                </a:lnTo>
                <a:lnTo>
                  <a:pt x="10148566" y="5345907"/>
                </a:lnTo>
                <a:lnTo>
                  <a:pt x="10125631" y="5418998"/>
                </a:lnTo>
                <a:lnTo>
                  <a:pt x="10039336" y="5430234"/>
                </a:lnTo>
                <a:lnTo>
                  <a:pt x="9953041" y="5423316"/>
                </a:lnTo>
                <a:lnTo>
                  <a:pt x="9866746" y="5410804"/>
                </a:lnTo>
                <a:lnTo>
                  <a:pt x="9780451" y="5433402"/>
                </a:lnTo>
                <a:lnTo>
                  <a:pt x="9694156" y="5432794"/>
                </a:lnTo>
                <a:lnTo>
                  <a:pt x="9607861" y="5430533"/>
                </a:lnTo>
                <a:lnTo>
                  <a:pt x="9521566" y="5447009"/>
                </a:lnTo>
                <a:lnTo>
                  <a:pt x="9435272" y="5447808"/>
                </a:lnTo>
                <a:lnTo>
                  <a:pt x="9348977" y="5441634"/>
                </a:lnTo>
                <a:lnTo>
                  <a:pt x="9262682" y="5476651"/>
                </a:lnTo>
                <a:lnTo>
                  <a:pt x="9176387" y="5456736"/>
                </a:lnTo>
                <a:lnTo>
                  <a:pt x="9090092" y="5479557"/>
                </a:lnTo>
                <a:lnTo>
                  <a:pt x="9003797" y="5445637"/>
                </a:lnTo>
                <a:lnTo>
                  <a:pt x="8917502" y="5470086"/>
                </a:lnTo>
                <a:lnTo>
                  <a:pt x="8831207" y="5440865"/>
                </a:lnTo>
                <a:lnTo>
                  <a:pt x="8744913" y="5471913"/>
                </a:lnTo>
                <a:lnTo>
                  <a:pt x="8658618" y="5466419"/>
                </a:lnTo>
                <a:lnTo>
                  <a:pt x="8572323" y="5464253"/>
                </a:lnTo>
                <a:lnTo>
                  <a:pt x="8486028" y="5443331"/>
                </a:lnTo>
                <a:lnTo>
                  <a:pt x="8399733" y="5428057"/>
                </a:lnTo>
                <a:lnTo>
                  <a:pt x="8313438" y="5424559"/>
                </a:lnTo>
                <a:lnTo>
                  <a:pt x="8227143" y="5457631"/>
                </a:lnTo>
                <a:lnTo>
                  <a:pt x="8140848" y="5452087"/>
                </a:lnTo>
                <a:lnTo>
                  <a:pt x="8054554" y="5445565"/>
                </a:lnTo>
                <a:lnTo>
                  <a:pt x="7968259" y="5453170"/>
                </a:lnTo>
                <a:lnTo>
                  <a:pt x="7881964" y="5462097"/>
                </a:lnTo>
                <a:lnTo>
                  <a:pt x="7795669" y="5447919"/>
                </a:lnTo>
                <a:lnTo>
                  <a:pt x="7709374" y="5443676"/>
                </a:lnTo>
                <a:lnTo>
                  <a:pt x="7623079" y="5434967"/>
                </a:lnTo>
                <a:lnTo>
                  <a:pt x="7536784" y="5479256"/>
                </a:lnTo>
                <a:lnTo>
                  <a:pt x="7450489" y="5474303"/>
                </a:lnTo>
                <a:lnTo>
                  <a:pt x="7364195" y="5468654"/>
                </a:lnTo>
                <a:lnTo>
                  <a:pt x="7277900" y="5448280"/>
                </a:lnTo>
                <a:lnTo>
                  <a:pt x="7191605" y="5446716"/>
                </a:lnTo>
                <a:lnTo>
                  <a:pt x="7105310" y="5445023"/>
                </a:lnTo>
                <a:lnTo>
                  <a:pt x="7019015" y="5442203"/>
                </a:lnTo>
                <a:lnTo>
                  <a:pt x="6932720" y="5432509"/>
                </a:lnTo>
                <a:lnTo>
                  <a:pt x="6846425" y="5448469"/>
                </a:lnTo>
                <a:lnTo>
                  <a:pt x="6760131" y="5434206"/>
                </a:lnTo>
                <a:lnTo>
                  <a:pt x="6673836" y="5455466"/>
                </a:lnTo>
                <a:lnTo>
                  <a:pt x="6587541" y="5458531"/>
                </a:lnTo>
                <a:lnTo>
                  <a:pt x="6501246" y="5442306"/>
                </a:lnTo>
                <a:lnTo>
                  <a:pt x="6414951" y="5461026"/>
                </a:lnTo>
                <a:lnTo>
                  <a:pt x="6328656" y="5434699"/>
                </a:lnTo>
                <a:lnTo>
                  <a:pt x="6242361" y="5432303"/>
                </a:lnTo>
                <a:lnTo>
                  <a:pt x="6156066" y="5470912"/>
                </a:lnTo>
                <a:lnTo>
                  <a:pt x="6069772" y="5471574"/>
                </a:lnTo>
                <a:lnTo>
                  <a:pt x="5983477" y="5465587"/>
                </a:lnTo>
                <a:lnTo>
                  <a:pt x="5897182" y="5451148"/>
                </a:lnTo>
                <a:lnTo>
                  <a:pt x="5810887" y="5454157"/>
                </a:lnTo>
                <a:lnTo>
                  <a:pt x="5724592" y="5445353"/>
                </a:lnTo>
                <a:lnTo>
                  <a:pt x="5638297" y="5468850"/>
                </a:lnTo>
                <a:lnTo>
                  <a:pt x="5552002" y="5441024"/>
                </a:lnTo>
                <a:lnTo>
                  <a:pt x="5465707" y="5460704"/>
                </a:lnTo>
                <a:lnTo>
                  <a:pt x="5379413" y="5466324"/>
                </a:lnTo>
                <a:lnTo>
                  <a:pt x="5293118" y="5475582"/>
                </a:lnTo>
                <a:lnTo>
                  <a:pt x="5206823" y="5445841"/>
                </a:lnTo>
                <a:lnTo>
                  <a:pt x="5120528" y="5462051"/>
                </a:lnTo>
                <a:lnTo>
                  <a:pt x="5034233" y="5449261"/>
                </a:lnTo>
                <a:lnTo>
                  <a:pt x="4947938" y="5432005"/>
                </a:lnTo>
                <a:lnTo>
                  <a:pt x="4861643" y="5431714"/>
                </a:lnTo>
                <a:lnTo>
                  <a:pt x="4775348" y="5446577"/>
                </a:lnTo>
                <a:lnTo>
                  <a:pt x="4689054" y="5458584"/>
                </a:lnTo>
                <a:lnTo>
                  <a:pt x="4602759" y="5469213"/>
                </a:lnTo>
                <a:lnTo>
                  <a:pt x="4516464" y="5437169"/>
                </a:lnTo>
                <a:lnTo>
                  <a:pt x="4430169" y="5440170"/>
                </a:lnTo>
                <a:lnTo>
                  <a:pt x="4343874" y="5457016"/>
                </a:lnTo>
                <a:lnTo>
                  <a:pt x="4257579" y="5429136"/>
                </a:lnTo>
                <a:lnTo>
                  <a:pt x="4171284" y="5444057"/>
                </a:lnTo>
                <a:lnTo>
                  <a:pt x="4084989" y="5439709"/>
                </a:lnTo>
                <a:lnTo>
                  <a:pt x="3998695" y="5427776"/>
                </a:lnTo>
                <a:lnTo>
                  <a:pt x="3912400" y="5441975"/>
                </a:lnTo>
                <a:lnTo>
                  <a:pt x="3826105" y="5416222"/>
                </a:lnTo>
                <a:lnTo>
                  <a:pt x="3739810" y="5406688"/>
                </a:lnTo>
                <a:lnTo>
                  <a:pt x="3653515" y="5411060"/>
                </a:lnTo>
                <a:lnTo>
                  <a:pt x="3567220" y="5415685"/>
                </a:lnTo>
                <a:lnTo>
                  <a:pt x="3480925" y="5394189"/>
                </a:lnTo>
                <a:lnTo>
                  <a:pt x="3394631" y="5425810"/>
                </a:lnTo>
                <a:lnTo>
                  <a:pt x="3308336" y="5429750"/>
                </a:lnTo>
                <a:lnTo>
                  <a:pt x="3222041" y="5420487"/>
                </a:lnTo>
                <a:lnTo>
                  <a:pt x="3135746" y="5410031"/>
                </a:lnTo>
                <a:lnTo>
                  <a:pt x="3049451" y="5414137"/>
                </a:lnTo>
                <a:lnTo>
                  <a:pt x="2963156" y="5403655"/>
                </a:lnTo>
                <a:lnTo>
                  <a:pt x="2876861" y="5396868"/>
                </a:lnTo>
                <a:lnTo>
                  <a:pt x="2790566" y="5404165"/>
                </a:lnTo>
                <a:lnTo>
                  <a:pt x="2704272" y="5398659"/>
                </a:lnTo>
                <a:lnTo>
                  <a:pt x="2617977" y="5420540"/>
                </a:lnTo>
                <a:lnTo>
                  <a:pt x="2531682" y="5405927"/>
                </a:lnTo>
                <a:lnTo>
                  <a:pt x="2445387" y="5415987"/>
                </a:lnTo>
                <a:lnTo>
                  <a:pt x="2359092" y="5390918"/>
                </a:lnTo>
                <a:lnTo>
                  <a:pt x="2272797" y="5412095"/>
                </a:lnTo>
                <a:lnTo>
                  <a:pt x="2186502" y="5422946"/>
                </a:lnTo>
                <a:lnTo>
                  <a:pt x="2100207" y="5427445"/>
                </a:lnTo>
                <a:lnTo>
                  <a:pt x="2013913" y="5423815"/>
                </a:lnTo>
                <a:lnTo>
                  <a:pt x="1927618" y="5414053"/>
                </a:lnTo>
                <a:lnTo>
                  <a:pt x="1841323" y="5449383"/>
                </a:lnTo>
                <a:lnTo>
                  <a:pt x="1755028" y="5427254"/>
                </a:lnTo>
                <a:lnTo>
                  <a:pt x="1668733" y="5430129"/>
                </a:lnTo>
                <a:lnTo>
                  <a:pt x="1582438" y="5443601"/>
                </a:lnTo>
                <a:lnTo>
                  <a:pt x="1496143" y="5406591"/>
                </a:lnTo>
                <a:lnTo>
                  <a:pt x="1409848" y="5440204"/>
                </a:lnTo>
                <a:lnTo>
                  <a:pt x="1323554" y="5407205"/>
                </a:lnTo>
                <a:lnTo>
                  <a:pt x="1237259" y="5418990"/>
                </a:lnTo>
                <a:lnTo>
                  <a:pt x="1150964" y="5411233"/>
                </a:lnTo>
                <a:lnTo>
                  <a:pt x="1064669" y="5408961"/>
                </a:lnTo>
                <a:lnTo>
                  <a:pt x="978374" y="5393192"/>
                </a:lnTo>
                <a:lnTo>
                  <a:pt x="892079" y="5405920"/>
                </a:lnTo>
                <a:lnTo>
                  <a:pt x="805784" y="5414922"/>
                </a:lnTo>
                <a:lnTo>
                  <a:pt x="719489" y="5437305"/>
                </a:lnTo>
                <a:lnTo>
                  <a:pt x="633195" y="5446191"/>
                </a:lnTo>
                <a:lnTo>
                  <a:pt x="546900" y="5416616"/>
                </a:lnTo>
                <a:lnTo>
                  <a:pt x="460605" y="5433156"/>
                </a:lnTo>
                <a:lnTo>
                  <a:pt x="374310" y="5436336"/>
                </a:lnTo>
                <a:lnTo>
                  <a:pt x="288015" y="5423439"/>
                </a:lnTo>
                <a:lnTo>
                  <a:pt x="201720" y="5442336"/>
                </a:lnTo>
                <a:lnTo>
                  <a:pt x="115425" y="5422019"/>
                </a:lnTo>
                <a:lnTo>
                  <a:pt x="51169" y="5432862"/>
                </a:lnTo>
                <a:lnTo>
                  <a:pt x="34908" y="5345907"/>
                </a:lnTo>
                <a:lnTo>
                  <a:pt x="37244" y="5258953"/>
                </a:lnTo>
                <a:lnTo>
                  <a:pt x="32722" y="5171999"/>
                </a:lnTo>
                <a:lnTo>
                  <a:pt x="40680" y="5085045"/>
                </a:lnTo>
                <a:lnTo>
                  <a:pt x="38470" y="4998091"/>
                </a:lnTo>
                <a:lnTo>
                  <a:pt x="67016" y="4911137"/>
                </a:lnTo>
                <a:lnTo>
                  <a:pt x="56575" y="4824183"/>
                </a:lnTo>
                <a:lnTo>
                  <a:pt x="48486" y="4737229"/>
                </a:lnTo>
                <a:lnTo>
                  <a:pt x="32460" y="4650275"/>
                </a:lnTo>
                <a:lnTo>
                  <a:pt x="50727" y="4563321"/>
                </a:lnTo>
                <a:lnTo>
                  <a:pt x="21598" y="4476367"/>
                </a:lnTo>
                <a:lnTo>
                  <a:pt x="34273" y="4389413"/>
                </a:lnTo>
                <a:lnTo>
                  <a:pt x="67532" y="4302459"/>
                </a:lnTo>
                <a:lnTo>
                  <a:pt x="66738" y="4215505"/>
                </a:lnTo>
                <a:lnTo>
                  <a:pt x="59072" y="4128551"/>
                </a:lnTo>
                <a:lnTo>
                  <a:pt x="45199" y="4041597"/>
                </a:lnTo>
                <a:lnTo>
                  <a:pt x="61572" y="3954643"/>
                </a:lnTo>
                <a:lnTo>
                  <a:pt x="62914" y="3867689"/>
                </a:lnTo>
                <a:lnTo>
                  <a:pt x="61195" y="3780735"/>
                </a:lnTo>
                <a:lnTo>
                  <a:pt x="69939" y="3693781"/>
                </a:lnTo>
                <a:lnTo>
                  <a:pt x="72410" y="3606827"/>
                </a:lnTo>
                <a:lnTo>
                  <a:pt x="54051" y="3519873"/>
                </a:lnTo>
                <a:lnTo>
                  <a:pt x="41892" y="3432919"/>
                </a:lnTo>
                <a:lnTo>
                  <a:pt x="53325" y="3345965"/>
                </a:lnTo>
                <a:lnTo>
                  <a:pt x="55453" y="3259011"/>
                </a:lnTo>
                <a:lnTo>
                  <a:pt x="36915" y="3172057"/>
                </a:lnTo>
                <a:lnTo>
                  <a:pt x="63227" y="3085103"/>
                </a:lnTo>
                <a:lnTo>
                  <a:pt x="29858" y="2998149"/>
                </a:lnTo>
                <a:lnTo>
                  <a:pt x="22001" y="2911195"/>
                </a:lnTo>
                <a:lnTo>
                  <a:pt x="24491" y="2824241"/>
                </a:lnTo>
                <a:lnTo>
                  <a:pt x="40171" y="2737287"/>
                </a:lnTo>
                <a:lnTo>
                  <a:pt x="8329" y="2650332"/>
                </a:lnTo>
                <a:lnTo>
                  <a:pt x="14880" y="2563378"/>
                </a:lnTo>
                <a:lnTo>
                  <a:pt x="28512" y="2476424"/>
                </a:lnTo>
                <a:lnTo>
                  <a:pt x="19857" y="2389470"/>
                </a:lnTo>
                <a:lnTo>
                  <a:pt x="9078" y="2302516"/>
                </a:lnTo>
                <a:lnTo>
                  <a:pt x="24376" y="2215562"/>
                </a:lnTo>
                <a:lnTo>
                  <a:pt x="43897" y="2128608"/>
                </a:lnTo>
                <a:lnTo>
                  <a:pt x="7801" y="2041654"/>
                </a:lnTo>
                <a:lnTo>
                  <a:pt x="15802" y="1954700"/>
                </a:lnTo>
                <a:lnTo>
                  <a:pt x="33646" y="1867746"/>
                </a:lnTo>
                <a:lnTo>
                  <a:pt x="25725" y="1780792"/>
                </a:lnTo>
                <a:lnTo>
                  <a:pt x="18715" y="1693838"/>
                </a:lnTo>
                <a:lnTo>
                  <a:pt x="48101" y="1606884"/>
                </a:lnTo>
                <a:lnTo>
                  <a:pt x="33682" y="1519930"/>
                </a:lnTo>
                <a:lnTo>
                  <a:pt x="19266" y="1432976"/>
                </a:lnTo>
                <a:lnTo>
                  <a:pt x="10622" y="1346022"/>
                </a:lnTo>
                <a:lnTo>
                  <a:pt x="23187" y="1259068"/>
                </a:lnTo>
                <a:lnTo>
                  <a:pt x="25885" y="1172114"/>
                </a:lnTo>
                <a:lnTo>
                  <a:pt x="6387" y="1085160"/>
                </a:lnTo>
                <a:lnTo>
                  <a:pt x="16086" y="998206"/>
                </a:lnTo>
                <a:lnTo>
                  <a:pt x="0" y="911252"/>
                </a:lnTo>
                <a:lnTo>
                  <a:pt x="30684" y="824298"/>
                </a:lnTo>
                <a:lnTo>
                  <a:pt x="24418" y="737344"/>
                </a:lnTo>
                <a:lnTo>
                  <a:pt x="23916" y="650390"/>
                </a:lnTo>
                <a:lnTo>
                  <a:pt x="8677" y="563436"/>
                </a:lnTo>
                <a:lnTo>
                  <a:pt x="34811" y="476482"/>
                </a:lnTo>
                <a:lnTo>
                  <a:pt x="29633" y="389528"/>
                </a:lnTo>
                <a:lnTo>
                  <a:pt x="42504" y="302574"/>
                </a:lnTo>
                <a:lnTo>
                  <a:pt x="6525" y="215620"/>
                </a:lnTo>
                <a:lnTo>
                  <a:pt x="35133" y="128666"/>
                </a:lnTo>
                <a:close/>
              </a:path>
            </a:pathLst>
          </a:custGeom>
          <a:blipFill rotWithShape="1">
            <a:blip r:embed="rId5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564000">
            <a:off x="1026105" y="952613"/>
            <a:ext cx="100965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3"/>
              </a:lnSpc>
            </a:pPr>
            <a:r>
              <a:rPr sz="3645" b="1">
                <a:solidFill>
                  <a:srgbClr val="7A4A2A"/>
                </a:solidFill>
                <a:latin typeface="Arial"/>
                <a:ea typeface="맑은 고딕"/>
              </a:rPr>
              <a:t>세</a:t>
            </a:r>
            <a:r>
              <a:rPr sz="4050" b="1">
                <a:solidFill>
                  <a:srgbClr val="5C2E14"/>
                </a:solidFill>
                <a:latin typeface="Arial Black"/>
                <a:ea typeface="맑은 고딕"/>
              </a:rPr>
              <a:t> 가지 AI, 다른 일자리</a:t>
            </a:r>
          </a:p>
        </p:txBody>
      </p:sp>
      <p:sp>
        <p:nvSpPr>
          <p:cNvPr id="7" name="TextBox 6"/>
          <p:cNvSpPr txBox="1"/>
          <p:nvPr/>
        </p:nvSpPr>
        <p:spPr>
          <a:xfrm rot="21564000">
            <a:off x="1031192" y="1619336"/>
            <a:ext cx="10096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직업별 AI노출도 = 그 직업의 업무에 AI를 활용할 수 있는 가능성</a:t>
            </a:r>
          </a:p>
        </p:txBody>
      </p:sp>
      <p:sp>
        <p:nvSpPr>
          <p:cNvPr id="8" name="Oval 7"/>
          <p:cNvSpPr/>
          <p:nvPr/>
        </p:nvSpPr>
        <p:spPr>
          <a:xfrm rot="21564000">
            <a:off x="2090391" y="2091340"/>
            <a:ext cx="1524000" cy="1524000"/>
          </a:xfrm>
          <a:prstGeom prst="ellipse">
            <a:avLst/>
          </a:prstGeom>
          <a:solidFill>
            <a:srgbClr val="FFFDF8"/>
          </a:solidFill>
          <a:ln w="57150">
            <a:solidFill>
              <a:srgbClr val="F3EBDD"/>
            </a:solidFill>
          </a:ln>
          <a:effectLst>
            <a:outerShdw blurRad="133350" dist="57150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gen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564000">
            <a:off x="2357091" y="2358040"/>
            <a:ext cx="990600" cy="990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rot="21564000">
            <a:off x="1435311" y="3805779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30"/>
              </a:lnSpc>
            </a:pPr>
            <a:r>
              <a:rPr sz="1800" b="1">
                <a:solidFill>
                  <a:srgbClr val="5C2E14"/>
                </a:solidFill>
                <a:latin typeface="Arial"/>
                <a:ea typeface="맑은 고딕"/>
              </a:rPr>
              <a:t>생성형 AI</a:t>
            </a:r>
          </a:p>
        </p:txBody>
      </p:sp>
      <p:sp>
        <p:nvSpPr>
          <p:cNvPr id="11" name="TextBox 10"/>
          <p:cNvSpPr txBox="1"/>
          <p:nvPr/>
        </p:nvSpPr>
        <p:spPr>
          <a:xfrm rot="21564000">
            <a:off x="1438403" y="4167713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GENERATIVE</a:t>
            </a:r>
          </a:p>
        </p:txBody>
      </p:sp>
      <p:sp>
        <p:nvSpPr>
          <p:cNvPr id="12" name="TextBox 11"/>
          <p:cNvSpPr txBox="1"/>
          <p:nvPr/>
        </p:nvSpPr>
        <p:spPr>
          <a:xfrm rot="21564000">
            <a:off x="1441694" y="4453446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문서작성 · 정보처리 비중이 높은 일</a:t>
            </a:r>
          </a:p>
        </p:txBody>
      </p:sp>
      <p:sp>
        <p:nvSpPr>
          <p:cNvPr id="13" name="Rounded Rectangle 12"/>
          <p:cNvSpPr/>
          <p:nvPr/>
        </p:nvSpPr>
        <p:spPr>
          <a:xfrm rot="21564000">
            <a:off x="1544226" y="4853457"/>
            <a:ext cx="2667000" cy="838200"/>
          </a:xfrm>
          <a:prstGeom prst="roundRect">
            <a:avLst>
              <a:gd name="adj" fmla="val 11363"/>
            </a:avLst>
          </a:prstGeom>
          <a:solidFill>
            <a:srgbClr val="E1D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21564000">
            <a:off x="1637281" y="4967769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노출도 높은 직군</a:t>
            </a:r>
          </a:p>
        </p:txBody>
      </p:sp>
      <p:sp>
        <p:nvSpPr>
          <p:cNvPr id="15" name="TextBox 14"/>
          <p:cNvSpPr txBox="1"/>
          <p:nvPr/>
        </p:nvSpPr>
        <p:spPr>
          <a:xfrm rot="21564000">
            <a:off x="1640672" y="5196351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사무직 · 판매직 · 전문가</a:t>
            </a:r>
          </a:p>
        </p:txBody>
      </p:sp>
      <p:sp>
        <p:nvSpPr>
          <p:cNvPr id="16" name="Oval 15"/>
          <p:cNvSpPr/>
          <p:nvPr/>
        </p:nvSpPr>
        <p:spPr>
          <a:xfrm rot="21564000">
            <a:off x="5328713" y="2057427"/>
            <a:ext cx="1524000" cy="1524000"/>
          </a:xfrm>
          <a:prstGeom prst="ellipse">
            <a:avLst/>
          </a:prstGeom>
          <a:solidFill>
            <a:srgbClr val="FFFDF8"/>
          </a:solidFill>
          <a:ln w="57150">
            <a:solidFill>
              <a:srgbClr val="F3EBDD"/>
            </a:solidFill>
          </a:ln>
          <a:effectLst>
            <a:outerShdw blurRad="133350" dist="57150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agent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1564000">
            <a:off x="5595413" y="2324127"/>
            <a:ext cx="990600" cy="990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21564000">
            <a:off x="4673633" y="3771866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30"/>
              </a:lnSpc>
            </a:pPr>
            <a:r>
              <a:rPr sz="1800" b="1">
                <a:solidFill>
                  <a:srgbClr val="5C2E14"/>
                </a:solidFill>
                <a:latin typeface="Arial"/>
                <a:ea typeface="맑은 고딕"/>
              </a:rPr>
              <a:t>에이전틱 AI</a:t>
            </a:r>
          </a:p>
        </p:txBody>
      </p:sp>
      <p:sp>
        <p:nvSpPr>
          <p:cNvPr id="19" name="TextBox 18"/>
          <p:cNvSpPr txBox="1"/>
          <p:nvPr/>
        </p:nvSpPr>
        <p:spPr>
          <a:xfrm rot="21564000">
            <a:off x="4676725" y="41338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AGENTIC</a:t>
            </a:r>
          </a:p>
        </p:txBody>
      </p:sp>
      <p:sp>
        <p:nvSpPr>
          <p:cNvPr id="20" name="TextBox 19"/>
          <p:cNvSpPr txBox="1"/>
          <p:nvPr/>
        </p:nvSpPr>
        <p:spPr>
          <a:xfrm rot="21564000">
            <a:off x="4680017" y="4419533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여러 단계의 업무를 스스로 수행</a:t>
            </a:r>
          </a:p>
        </p:txBody>
      </p:sp>
      <p:sp>
        <p:nvSpPr>
          <p:cNvPr id="21" name="Rounded Rectangle 20"/>
          <p:cNvSpPr/>
          <p:nvPr/>
        </p:nvSpPr>
        <p:spPr>
          <a:xfrm rot="21564000">
            <a:off x="4782548" y="4819545"/>
            <a:ext cx="2667000" cy="838200"/>
          </a:xfrm>
          <a:prstGeom prst="roundRect">
            <a:avLst>
              <a:gd name="adj" fmla="val 11363"/>
            </a:avLst>
          </a:prstGeom>
          <a:solidFill>
            <a:srgbClr val="E1D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 rot="21564000">
            <a:off x="4875604" y="4933856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노출도 높은 직군</a:t>
            </a:r>
          </a:p>
        </p:txBody>
      </p:sp>
      <p:sp>
        <p:nvSpPr>
          <p:cNvPr id="23" name="TextBox 22"/>
          <p:cNvSpPr txBox="1"/>
          <p:nvPr/>
        </p:nvSpPr>
        <p:spPr>
          <a:xfrm rot="21564000">
            <a:off x="4878995" y="5162438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관리직 &gt; 사무직 &gt; 판매직</a:t>
            </a:r>
          </a:p>
        </p:txBody>
      </p:sp>
      <p:sp>
        <p:nvSpPr>
          <p:cNvPr id="24" name="Oval 23"/>
          <p:cNvSpPr/>
          <p:nvPr/>
        </p:nvSpPr>
        <p:spPr>
          <a:xfrm rot="21564000">
            <a:off x="8567036" y="2023514"/>
            <a:ext cx="1524000" cy="1524000"/>
          </a:xfrm>
          <a:prstGeom prst="ellipse">
            <a:avLst/>
          </a:prstGeom>
          <a:solidFill>
            <a:srgbClr val="FFFDF8"/>
          </a:solidFill>
          <a:ln w="57150">
            <a:solidFill>
              <a:srgbClr val="F3EBDD"/>
            </a:solidFill>
          </a:ln>
          <a:effectLst>
            <a:outerShdw blurRad="133350" dist="57150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_physical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1564000">
            <a:off x="8833736" y="2290214"/>
            <a:ext cx="990600" cy="990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 rot="21564000">
            <a:off x="7911956" y="3737953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30"/>
              </a:lnSpc>
            </a:pPr>
            <a:r>
              <a:rPr sz="1800" b="1">
                <a:solidFill>
                  <a:srgbClr val="5C2E14"/>
                </a:solidFill>
                <a:latin typeface="Arial"/>
                <a:ea typeface="맑은 고딕"/>
              </a:rPr>
              <a:t>피지컬 AI</a:t>
            </a:r>
          </a:p>
        </p:txBody>
      </p:sp>
      <p:sp>
        <p:nvSpPr>
          <p:cNvPr id="27" name="TextBox 26"/>
          <p:cNvSpPr txBox="1"/>
          <p:nvPr/>
        </p:nvSpPr>
        <p:spPr>
          <a:xfrm rot="21564000">
            <a:off x="7915048" y="4099887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PHYSICAL</a:t>
            </a:r>
          </a:p>
        </p:txBody>
      </p:sp>
      <p:sp>
        <p:nvSpPr>
          <p:cNvPr id="28" name="TextBox 27"/>
          <p:cNvSpPr txBox="1"/>
          <p:nvPr/>
        </p:nvSpPr>
        <p:spPr>
          <a:xfrm rot="21564000">
            <a:off x="7918339" y="438562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로봇 · 기계로 물리적 작업을 수행</a:t>
            </a:r>
          </a:p>
        </p:txBody>
      </p:sp>
      <p:sp>
        <p:nvSpPr>
          <p:cNvPr id="29" name="Rounded Rectangle 28"/>
          <p:cNvSpPr/>
          <p:nvPr/>
        </p:nvSpPr>
        <p:spPr>
          <a:xfrm rot="21564000">
            <a:off x="8020870" y="4785632"/>
            <a:ext cx="2667000" cy="838200"/>
          </a:xfrm>
          <a:prstGeom prst="roundRect">
            <a:avLst>
              <a:gd name="adj" fmla="val 11363"/>
            </a:avLst>
          </a:prstGeom>
          <a:solidFill>
            <a:srgbClr val="E1D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 rot="21564000">
            <a:off x="8113926" y="4899943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노출도 높은 직군</a:t>
            </a:r>
          </a:p>
        </p:txBody>
      </p:sp>
      <p:sp>
        <p:nvSpPr>
          <p:cNvPr id="31" name="TextBox 30"/>
          <p:cNvSpPr txBox="1"/>
          <p:nvPr/>
        </p:nvSpPr>
        <p:spPr>
          <a:xfrm rot="21564000">
            <a:off x="8117317" y="5128525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장치·기계조작 · 단순노무</a:t>
            </a:r>
          </a:p>
        </p:txBody>
      </p:sp>
      <p:pic>
        <p:nvPicPr>
          <p:cNvPr id="32" name="Picture 31" descr="sprig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960000">
            <a:off x="-381000" y="3524250"/>
            <a:ext cx="1905000" cy="4000500"/>
          </a:xfrm>
          <a:prstGeom prst="rect">
            <a:avLst/>
          </a:prstGeom>
        </p:spPr>
      </p:pic>
      <p:pic>
        <p:nvPicPr>
          <p:cNvPr id="33" name="Picture 32" descr="sprig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0520000">
            <a:off x="10953750" y="3619500"/>
            <a:ext cx="1905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21510000">
            <a:off x="3490017" y="323769"/>
            <a:ext cx="5218259" cy="1186063"/>
          </a:xfrm>
          <a:custGeom>
            <a:avLst/>
            <a:gdLst/>
            <a:ahLst/>
            <a:cxnLst/>
            <a:rect l="l" t="t" r="r" b="b"/>
            <a:pathLst>
              <a:path w="5218259" h="1186063">
                <a:moveTo>
                  <a:pt x="34233" y="24634"/>
                </a:moveTo>
                <a:lnTo>
                  <a:pt x="119958" y="29506"/>
                </a:lnTo>
                <a:lnTo>
                  <a:pt x="205683" y="43683"/>
                </a:lnTo>
                <a:lnTo>
                  <a:pt x="291408" y="13980"/>
                </a:lnTo>
                <a:lnTo>
                  <a:pt x="377133" y="18791"/>
                </a:lnTo>
                <a:lnTo>
                  <a:pt x="462858" y="45287"/>
                </a:lnTo>
                <a:lnTo>
                  <a:pt x="548583" y="30527"/>
                </a:lnTo>
                <a:lnTo>
                  <a:pt x="634308" y="31407"/>
                </a:lnTo>
                <a:lnTo>
                  <a:pt x="720033" y="28400"/>
                </a:lnTo>
                <a:lnTo>
                  <a:pt x="805758" y="33433"/>
                </a:lnTo>
                <a:lnTo>
                  <a:pt x="891483" y="33461"/>
                </a:lnTo>
                <a:lnTo>
                  <a:pt x="977208" y="35655"/>
                </a:lnTo>
                <a:lnTo>
                  <a:pt x="1062933" y="28697"/>
                </a:lnTo>
                <a:lnTo>
                  <a:pt x="1148658" y="38726"/>
                </a:lnTo>
                <a:lnTo>
                  <a:pt x="1234383" y="59366"/>
                </a:lnTo>
                <a:lnTo>
                  <a:pt x="1320108" y="25673"/>
                </a:lnTo>
                <a:lnTo>
                  <a:pt x="1405833" y="39140"/>
                </a:lnTo>
                <a:lnTo>
                  <a:pt x="1491558" y="36596"/>
                </a:lnTo>
                <a:lnTo>
                  <a:pt x="1577283" y="27016"/>
                </a:lnTo>
                <a:lnTo>
                  <a:pt x="1663008" y="18020"/>
                </a:lnTo>
                <a:lnTo>
                  <a:pt x="1748733" y="18493"/>
                </a:lnTo>
                <a:lnTo>
                  <a:pt x="1834458" y="52743"/>
                </a:lnTo>
                <a:lnTo>
                  <a:pt x="1920183" y="19348"/>
                </a:lnTo>
                <a:lnTo>
                  <a:pt x="2005908" y="43992"/>
                </a:lnTo>
                <a:lnTo>
                  <a:pt x="2091633" y="16180"/>
                </a:lnTo>
                <a:lnTo>
                  <a:pt x="2177358" y="11090"/>
                </a:lnTo>
                <a:lnTo>
                  <a:pt x="2263083" y="19291"/>
                </a:lnTo>
                <a:lnTo>
                  <a:pt x="2348808" y="16887"/>
                </a:lnTo>
                <a:lnTo>
                  <a:pt x="2434533" y="819"/>
                </a:lnTo>
                <a:lnTo>
                  <a:pt x="2520258" y="14282"/>
                </a:lnTo>
                <a:lnTo>
                  <a:pt x="2605983" y="2876"/>
                </a:lnTo>
                <a:lnTo>
                  <a:pt x="2691708" y="2617"/>
                </a:lnTo>
                <a:lnTo>
                  <a:pt x="2777433" y="14129"/>
                </a:lnTo>
                <a:lnTo>
                  <a:pt x="2863158" y="16613"/>
                </a:lnTo>
                <a:lnTo>
                  <a:pt x="2948883" y="11797"/>
                </a:lnTo>
                <a:lnTo>
                  <a:pt x="3034608" y="24351"/>
                </a:lnTo>
                <a:lnTo>
                  <a:pt x="3120333" y="14345"/>
                </a:lnTo>
                <a:lnTo>
                  <a:pt x="3206058" y="41315"/>
                </a:lnTo>
                <a:lnTo>
                  <a:pt x="3291783" y="36625"/>
                </a:lnTo>
                <a:lnTo>
                  <a:pt x="3377508" y="19600"/>
                </a:lnTo>
                <a:lnTo>
                  <a:pt x="3463233" y="39209"/>
                </a:lnTo>
                <a:lnTo>
                  <a:pt x="3548958" y="14029"/>
                </a:lnTo>
                <a:lnTo>
                  <a:pt x="3634683" y="0"/>
                </a:lnTo>
                <a:lnTo>
                  <a:pt x="3720408" y="25366"/>
                </a:lnTo>
                <a:lnTo>
                  <a:pt x="3806133" y="46156"/>
                </a:lnTo>
                <a:lnTo>
                  <a:pt x="3891858" y="29342"/>
                </a:lnTo>
                <a:lnTo>
                  <a:pt x="3977583" y="61515"/>
                </a:lnTo>
                <a:lnTo>
                  <a:pt x="4063308" y="47493"/>
                </a:lnTo>
                <a:lnTo>
                  <a:pt x="4149033" y="65021"/>
                </a:lnTo>
                <a:lnTo>
                  <a:pt x="4234758" y="43052"/>
                </a:lnTo>
                <a:lnTo>
                  <a:pt x="4320483" y="55429"/>
                </a:lnTo>
                <a:lnTo>
                  <a:pt x="4406208" y="61166"/>
                </a:lnTo>
                <a:lnTo>
                  <a:pt x="4491933" y="64091"/>
                </a:lnTo>
                <a:lnTo>
                  <a:pt x="4577658" y="51718"/>
                </a:lnTo>
                <a:lnTo>
                  <a:pt x="4663383" y="47402"/>
                </a:lnTo>
                <a:lnTo>
                  <a:pt x="4749108" y="50326"/>
                </a:lnTo>
                <a:lnTo>
                  <a:pt x="4834833" y="37816"/>
                </a:lnTo>
                <a:lnTo>
                  <a:pt x="4920558" y="32830"/>
                </a:lnTo>
                <a:lnTo>
                  <a:pt x="5006283" y="41777"/>
                </a:lnTo>
                <a:lnTo>
                  <a:pt x="5092008" y="46558"/>
                </a:lnTo>
                <a:lnTo>
                  <a:pt x="5184902" y="19131"/>
                </a:lnTo>
                <a:lnTo>
                  <a:pt x="5192909" y="105588"/>
                </a:lnTo>
                <a:lnTo>
                  <a:pt x="5191653" y="192046"/>
                </a:lnTo>
                <a:lnTo>
                  <a:pt x="5197235" y="278504"/>
                </a:lnTo>
                <a:lnTo>
                  <a:pt x="5218259" y="364961"/>
                </a:lnTo>
                <a:lnTo>
                  <a:pt x="5184720" y="451419"/>
                </a:lnTo>
                <a:lnTo>
                  <a:pt x="5177667" y="537877"/>
                </a:lnTo>
                <a:lnTo>
                  <a:pt x="5214675" y="624334"/>
                </a:lnTo>
                <a:lnTo>
                  <a:pt x="5200765" y="710792"/>
                </a:lnTo>
                <a:lnTo>
                  <a:pt x="5187671" y="797250"/>
                </a:lnTo>
                <a:lnTo>
                  <a:pt x="5192051" y="883707"/>
                </a:lnTo>
                <a:lnTo>
                  <a:pt x="5205044" y="970165"/>
                </a:lnTo>
                <a:lnTo>
                  <a:pt x="5201255" y="1056623"/>
                </a:lnTo>
                <a:lnTo>
                  <a:pt x="5177733" y="1143909"/>
                </a:lnTo>
                <a:lnTo>
                  <a:pt x="5092008" y="1139161"/>
                </a:lnTo>
                <a:lnTo>
                  <a:pt x="5006283" y="1147400"/>
                </a:lnTo>
                <a:lnTo>
                  <a:pt x="4920558" y="1125581"/>
                </a:lnTo>
                <a:lnTo>
                  <a:pt x="4834833" y="1170665"/>
                </a:lnTo>
                <a:lnTo>
                  <a:pt x="4749108" y="1163488"/>
                </a:lnTo>
                <a:lnTo>
                  <a:pt x="4663383" y="1152014"/>
                </a:lnTo>
                <a:lnTo>
                  <a:pt x="4577658" y="1155948"/>
                </a:lnTo>
                <a:lnTo>
                  <a:pt x="4491933" y="1161466"/>
                </a:lnTo>
                <a:lnTo>
                  <a:pt x="4406208" y="1122749"/>
                </a:lnTo>
                <a:lnTo>
                  <a:pt x="4320483" y="1154875"/>
                </a:lnTo>
                <a:lnTo>
                  <a:pt x="4234758" y="1169359"/>
                </a:lnTo>
                <a:lnTo>
                  <a:pt x="4149033" y="1126524"/>
                </a:lnTo>
                <a:lnTo>
                  <a:pt x="4063308" y="1141808"/>
                </a:lnTo>
                <a:lnTo>
                  <a:pt x="3977583" y="1124998"/>
                </a:lnTo>
                <a:lnTo>
                  <a:pt x="3891858" y="1122273"/>
                </a:lnTo>
                <a:lnTo>
                  <a:pt x="3806133" y="1110624"/>
                </a:lnTo>
                <a:lnTo>
                  <a:pt x="3720408" y="1125499"/>
                </a:lnTo>
                <a:lnTo>
                  <a:pt x="3634683" y="1119342"/>
                </a:lnTo>
                <a:lnTo>
                  <a:pt x="3548958" y="1150147"/>
                </a:lnTo>
                <a:lnTo>
                  <a:pt x="3463233" y="1148013"/>
                </a:lnTo>
                <a:lnTo>
                  <a:pt x="3377508" y="1141575"/>
                </a:lnTo>
                <a:lnTo>
                  <a:pt x="3291783" y="1142623"/>
                </a:lnTo>
                <a:lnTo>
                  <a:pt x="3206058" y="1173296"/>
                </a:lnTo>
                <a:lnTo>
                  <a:pt x="3120333" y="1186063"/>
                </a:lnTo>
                <a:lnTo>
                  <a:pt x="3034608" y="1165011"/>
                </a:lnTo>
                <a:lnTo>
                  <a:pt x="2948883" y="1148704"/>
                </a:lnTo>
                <a:lnTo>
                  <a:pt x="2863158" y="1168889"/>
                </a:lnTo>
                <a:lnTo>
                  <a:pt x="2777433" y="1172651"/>
                </a:lnTo>
                <a:lnTo>
                  <a:pt x="2691708" y="1185975"/>
                </a:lnTo>
                <a:lnTo>
                  <a:pt x="2605983" y="1156008"/>
                </a:lnTo>
                <a:lnTo>
                  <a:pt x="2520258" y="1164040"/>
                </a:lnTo>
                <a:lnTo>
                  <a:pt x="2434533" y="1161209"/>
                </a:lnTo>
                <a:lnTo>
                  <a:pt x="2348808" y="1155539"/>
                </a:lnTo>
                <a:lnTo>
                  <a:pt x="2263083" y="1152805"/>
                </a:lnTo>
                <a:lnTo>
                  <a:pt x="2177358" y="1171552"/>
                </a:lnTo>
                <a:lnTo>
                  <a:pt x="2091633" y="1155713"/>
                </a:lnTo>
                <a:lnTo>
                  <a:pt x="2005908" y="1140424"/>
                </a:lnTo>
                <a:lnTo>
                  <a:pt x="1920183" y="1117133"/>
                </a:lnTo>
                <a:lnTo>
                  <a:pt x="1834458" y="1143692"/>
                </a:lnTo>
                <a:lnTo>
                  <a:pt x="1748733" y="1132041"/>
                </a:lnTo>
                <a:lnTo>
                  <a:pt x="1663008" y="1155932"/>
                </a:lnTo>
                <a:lnTo>
                  <a:pt x="1577283" y="1111825"/>
                </a:lnTo>
                <a:lnTo>
                  <a:pt x="1491558" y="1136006"/>
                </a:lnTo>
                <a:lnTo>
                  <a:pt x="1405833" y="1132810"/>
                </a:lnTo>
                <a:lnTo>
                  <a:pt x="1320108" y="1124398"/>
                </a:lnTo>
                <a:lnTo>
                  <a:pt x="1234383" y="1134513"/>
                </a:lnTo>
                <a:lnTo>
                  <a:pt x="1148658" y="1172581"/>
                </a:lnTo>
                <a:lnTo>
                  <a:pt x="1062933" y="1143557"/>
                </a:lnTo>
                <a:lnTo>
                  <a:pt x="977208" y="1141028"/>
                </a:lnTo>
                <a:lnTo>
                  <a:pt x="891483" y="1135687"/>
                </a:lnTo>
                <a:lnTo>
                  <a:pt x="805758" y="1122571"/>
                </a:lnTo>
                <a:lnTo>
                  <a:pt x="720033" y="1128675"/>
                </a:lnTo>
                <a:lnTo>
                  <a:pt x="634308" y="1117319"/>
                </a:lnTo>
                <a:lnTo>
                  <a:pt x="548583" y="1115877"/>
                </a:lnTo>
                <a:lnTo>
                  <a:pt x="462858" y="1140831"/>
                </a:lnTo>
                <a:lnTo>
                  <a:pt x="377133" y="1136451"/>
                </a:lnTo>
                <a:lnTo>
                  <a:pt x="291408" y="1101017"/>
                </a:lnTo>
                <a:lnTo>
                  <a:pt x="205683" y="1111181"/>
                </a:lnTo>
                <a:lnTo>
                  <a:pt x="119958" y="1113212"/>
                </a:lnTo>
                <a:lnTo>
                  <a:pt x="38865" y="1143081"/>
                </a:lnTo>
                <a:lnTo>
                  <a:pt x="0" y="1056623"/>
                </a:lnTo>
                <a:lnTo>
                  <a:pt x="40561" y="970165"/>
                </a:lnTo>
                <a:lnTo>
                  <a:pt x="39182" y="883707"/>
                </a:lnTo>
                <a:lnTo>
                  <a:pt x="45283" y="797250"/>
                </a:lnTo>
                <a:lnTo>
                  <a:pt x="35167" y="710792"/>
                </a:lnTo>
                <a:lnTo>
                  <a:pt x="32255" y="624334"/>
                </a:lnTo>
                <a:lnTo>
                  <a:pt x="47392" y="537877"/>
                </a:lnTo>
                <a:lnTo>
                  <a:pt x="45998" y="451419"/>
                </a:lnTo>
                <a:lnTo>
                  <a:pt x="48002" y="364961"/>
                </a:lnTo>
                <a:lnTo>
                  <a:pt x="44754" y="278504"/>
                </a:lnTo>
                <a:lnTo>
                  <a:pt x="21422" y="192046"/>
                </a:lnTo>
                <a:lnTo>
                  <a:pt x="53680" y="105588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21510000">
            <a:off x="3524250" y="342900"/>
            <a:ext cx="5143500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657"/>
              </a:lnSpc>
            </a:pPr>
            <a:r>
              <a:rPr sz="3450" b="1">
                <a:solidFill>
                  <a:srgbClr val="5C2E14"/>
                </a:solidFill>
                <a:latin typeface="Arial Black"/>
                <a:ea typeface="맑은 고딕"/>
              </a:rPr>
              <a:t>지역별 </a:t>
            </a:r>
            <a:r>
              <a:rPr sz="3104" b="1">
                <a:solidFill>
                  <a:srgbClr val="7A4A2A"/>
                </a:solidFill>
                <a:latin typeface="Arial"/>
                <a:ea typeface="맑은 고딕"/>
              </a:rPr>
              <a:t>A</a:t>
            </a:r>
            <a:r>
              <a:rPr sz="3450" b="1">
                <a:solidFill>
                  <a:srgbClr val="5C2E14"/>
                </a:solidFill>
                <a:latin typeface="Arial Black"/>
                <a:ea typeface="맑은 고딕"/>
              </a:rPr>
              <a:t>I 노출도</a:t>
            </a:r>
          </a:p>
        </p:txBody>
      </p:sp>
      <p:sp>
        <p:nvSpPr>
          <p:cNvPr id="5" name="Freeform 4"/>
          <p:cNvSpPr/>
          <p:nvPr/>
        </p:nvSpPr>
        <p:spPr>
          <a:xfrm rot="21540000">
            <a:off x="809810" y="1774636"/>
            <a:ext cx="4858603" cy="4613102"/>
          </a:xfrm>
          <a:custGeom>
            <a:avLst/>
            <a:gdLst/>
            <a:ahLst/>
            <a:cxnLst/>
            <a:rect l="l" t="t" r="r" b="b"/>
            <a:pathLst>
              <a:path w="4858603" h="4613102">
                <a:moveTo>
                  <a:pt x="47440" y="34251"/>
                </a:moveTo>
                <a:lnTo>
                  <a:pt x="134030" y="9939"/>
                </a:lnTo>
                <a:lnTo>
                  <a:pt x="220621" y="19538"/>
                </a:lnTo>
                <a:lnTo>
                  <a:pt x="307212" y="53663"/>
                </a:lnTo>
                <a:lnTo>
                  <a:pt x="393803" y="38290"/>
                </a:lnTo>
                <a:lnTo>
                  <a:pt x="480394" y="26539"/>
                </a:lnTo>
                <a:lnTo>
                  <a:pt x="566985" y="28642"/>
                </a:lnTo>
                <a:lnTo>
                  <a:pt x="653576" y="48034"/>
                </a:lnTo>
                <a:lnTo>
                  <a:pt x="740167" y="21646"/>
                </a:lnTo>
                <a:lnTo>
                  <a:pt x="826758" y="51150"/>
                </a:lnTo>
                <a:lnTo>
                  <a:pt x="913349" y="45875"/>
                </a:lnTo>
                <a:lnTo>
                  <a:pt x="999940" y="53191"/>
                </a:lnTo>
                <a:lnTo>
                  <a:pt x="1086530" y="32806"/>
                </a:lnTo>
                <a:lnTo>
                  <a:pt x="1173121" y="18177"/>
                </a:lnTo>
                <a:lnTo>
                  <a:pt x="1259712" y="18227"/>
                </a:lnTo>
                <a:lnTo>
                  <a:pt x="1346303" y="33108"/>
                </a:lnTo>
                <a:lnTo>
                  <a:pt x="1432894" y="30230"/>
                </a:lnTo>
                <a:lnTo>
                  <a:pt x="1519485" y="60358"/>
                </a:lnTo>
                <a:lnTo>
                  <a:pt x="1606076" y="52807"/>
                </a:lnTo>
                <a:lnTo>
                  <a:pt x="1692667" y="26471"/>
                </a:lnTo>
                <a:lnTo>
                  <a:pt x="1779258" y="0"/>
                </a:lnTo>
                <a:lnTo>
                  <a:pt x="1865849" y="32241"/>
                </a:lnTo>
                <a:lnTo>
                  <a:pt x="1952440" y="1672"/>
                </a:lnTo>
                <a:lnTo>
                  <a:pt x="2039030" y="14812"/>
                </a:lnTo>
                <a:lnTo>
                  <a:pt x="2125621" y="11732"/>
                </a:lnTo>
                <a:lnTo>
                  <a:pt x="2212212" y="20476"/>
                </a:lnTo>
                <a:lnTo>
                  <a:pt x="2298803" y="15674"/>
                </a:lnTo>
                <a:lnTo>
                  <a:pt x="2385394" y="12948"/>
                </a:lnTo>
                <a:lnTo>
                  <a:pt x="2471985" y="18120"/>
                </a:lnTo>
                <a:lnTo>
                  <a:pt x="2558576" y="41291"/>
                </a:lnTo>
                <a:lnTo>
                  <a:pt x="2645167" y="38244"/>
                </a:lnTo>
                <a:lnTo>
                  <a:pt x="2731758" y="40750"/>
                </a:lnTo>
                <a:lnTo>
                  <a:pt x="2818349" y="48192"/>
                </a:lnTo>
                <a:lnTo>
                  <a:pt x="2904940" y="41814"/>
                </a:lnTo>
                <a:lnTo>
                  <a:pt x="2991530" y="35781"/>
                </a:lnTo>
                <a:lnTo>
                  <a:pt x="3078121" y="49716"/>
                </a:lnTo>
                <a:lnTo>
                  <a:pt x="3164712" y="29009"/>
                </a:lnTo>
                <a:lnTo>
                  <a:pt x="3251303" y="34349"/>
                </a:lnTo>
                <a:lnTo>
                  <a:pt x="3337894" y="34035"/>
                </a:lnTo>
                <a:lnTo>
                  <a:pt x="3424485" y="51943"/>
                </a:lnTo>
                <a:lnTo>
                  <a:pt x="3511076" y="30139"/>
                </a:lnTo>
                <a:lnTo>
                  <a:pt x="3597667" y="39195"/>
                </a:lnTo>
                <a:lnTo>
                  <a:pt x="3684258" y="34249"/>
                </a:lnTo>
                <a:lnTo>
                  <a:pt x="3770849" y="68873"/>
                </a:lnTo>
                <a:lnTo>
                  <a:pt x="3857440" y="53599"/>
                </a:lnTo>
                <a:lnTo>
                  <a:pt x="3944030" y="53507"/>
                </a:lnTo>
                <a:lnTo>
                  <a:pt x="4030621" y="33172"/>
                </a:lnTo>
                <a:lnTo>
                  <a:pt x="4117212" y="54778"/>
                </a:lnTo>
                <a:lnTo>
                  <a:pt x="4203803" y="74332"/>
                </a:lnTo>
                <a:lnTo>
                  <a:pt x="4290394" y="49255"/>
                </a:lnTo>
                <a:lnTo>
                  <a:pt x="4376985" y="58093"/>
                </a:lnTo>
                <a:lnTo>
                  <a:pt x="4463576" y="69970"/>
                </a:lnTo>
                <a:lnTo>
                  <a:pt x="4550167" y="68618"/>
                </a:lnTo>
                <a:lnTo>
                  <a:pt x="4636758" y="65148"/>
                </a:lnTo>
                <a:lnTo>
                  <a:pt x="4723349" y="51554"/>
                </a:lnTo>
                <a:lnTo>
                  <a:pt x="4806032" y="35114"/>
                </a:lnTo>
                <a:lnTo>
                  <a:pt x="4816505" y="122304"/>
                </a:lnTo>
                <a:lnTo>
                  <a:pt x="4818311" y="209494"/>
                </a:lnTo>
                <a:lnTo>
                  <a:pt x="4807848" y="296685"/>
                </a:lnTo>
                <a:lnTo>
                  <a:pt x="4835914" y="383875"/>
                </a:lnTo>
                <a:lnTo>
                  <a:pt x="4822139" y="471065"/>
                </a:lnTo>
                <a:lnTo>
                  <a:pt x="4824833" y="558256"/>
                </a:lnTo>
                <a:lnTo>
                  <a:pt x="4840135" y="645446"/>
                </a:lnTo>
                <a:lnTo>
                  <a:pt x="4832413" y="732637"/>
                </a:lnTo>
                <a:lnTo>
                  <a:pt x="4830767" y="819827"/>
                </a:lnTo>
                <a:lnTo>
                  <a:pt x="4840546" y="907017"/>
                </a:lnTo>
                <a:lnTo>
                  <a:pt x="4858603" y="994208"/>
                </a:lnTo>
                <a:lnTo>
                  <a:pt x="4829633" y="1081398"/>
                </a:lnTo>
                <a:lnTo>
                  <a:pt x="4827525" y="1168589"/>
                </a:lnTo>
                <a:lnTo>
                  <a:pt x="4817460" y="1255779"/>
                </a:lnTo>
                <a:lnTo>
                  <a:pt x="4844660" y="1342969"/>
                </a:lnTo>
                <a:lnTo>
                  <a:pt x="4830133" y="1430160"/>
                </a:lnTo>
                <a:lnTo>
                  <a:pt x="4831916" y="1517350"/>
                </a:lnTo>
                <a:lnTo>
                  <a:pt x="4844091" y="1604540"/>
                </a:lnTo>
                <a:lnTo>
                  <a:pt x="4856801" y="1691731"/>
                </a:lnTo>
                <a:lnTo>
                  <a:pt x="4824793" y="1778921"/>
                </a:lnTo>
                <a:lnTo>
                  <a:pt x="4843089" y="1866112"/>
                </a:lnTo>
                <a:lnTo>
                  <a:pt x="4833629" y="1953302"/>
                </a:lnTo>
                <a:lnTo>
                  <a:pt x="4807890" y="2040492"/>
                </a:lnTo>
                <a:lnTo>
                  <a:pt x="4824109" y="2127683"/>
                </a:lnTo>
                <a:lnTo>
                  <a:pt x="4822642" y="2214873"/>
                </a:lnTo>
                <a:lnTo>
                  <a:pt x="4827897" y="2302064"/>
                </a:lnTo>
                <a:lnTo>
                  <a:pt x="4836418" y="2389254"/>
                </a:lnTo>
                <a:lnTo>
                  <a:pt x="4833121" y="2476444"/>
                </a:lnTo>
                <a:lnTo>
                  <a:pt x="4823519" y="2563635"/>
                </a:lnTo>
                <a:lnTo>
                  <a:pt x="4837030" y="2650825"/>
                </a:lnTo>
                <a:lnTo>
                  <a:pt x="4847445" y="2738015"/>
                </a:lnTo>
                <a:lnTo>
                  <a:pt x="4826584" y="2825206"/>
                </a:lnTo>
                <a:lnTo>
                  <a:pt x="4835952" y="2912396"/>
                </a:lnTo>
                <a:lnTo>
                  <a:pt x="4832330" y="2999587"/>
                </a:lnTo>
                <a:lnTo>
                  <a:pt x="4811335" y="3086777"/>
                </a:lnTo>
                <a:lnTo>
                  <a:pt x="4834112" y="3173967"/>
                </a:lnTo>
                <a:lnTo>
                  <a:pt x="4851619" y="3261158"/>
                </a:lnTo>
                <a:lnTo>
                  <a:pt x="4837532" y="3348348"/>
                </a:lnTo>
                <a:lnTo>
                  <a:pt x="4828951" y="3435539"/>
                </a:lnTo>
                <a:lnTo>
                  <a:pt x="4847601" y="3522729"/>
                </a:lnTo>
                <a:lnTo>
                  <a:pt x="4843688" y="3609919"/>
                </a:lnTo>
                <a:lnTo>
                  <a:pt x="4847556" y="3697110"/>
                </a:lnTo>
                <a:lnTo>
                  <a:pt x="4849198" y="3784300"/>
                </a:lnTo>
                <a:lnTo>
                  <a:pt x="4829558" y="3871490"/>
                </a:lnTo>
                <a:lnTo>
                  <a:pt x="4843177" y="3958681"/>
                </a:lnTo>
                <a:lnTo>
                  <a:pt x="4823228" y="4045871"/>
                </a:lnTo>
                <a:lnTo>
                  <a:pt x="4819320" y="4133062"/>
                </a:lnTo>
                <a:lnTo>
                  <a:pt x="4815209" y="4220252"/>
                </a:lnTo>
                <a:lnTo>
                  <a:pt x="4826186" y="4307442"/>
                </a:lnTo>
                <a:lnTo>
                  <a:pt x="4830871" y="4394633"/>
                </a:lnTo>
                <a:lnTo>
                  <a:pt x="4810200" y="4481823"/>
                </a:lnTo>
                <a:lnTo>
                  <a:pt x="4809940" y="4568883"/>
                </a:lnTo>
                <a:lnTo>
                  <a:pt x="4723349" y="4560965"/>
                </a:lnTo>
                <a:lnTo>
                  <a:pt x="4636758" y="4559805"/>
                </a:lnTo>
                <a:lnTo>
                  <a:pt x="4550167" y="4563762"/>
                </a:lnTo>
                <a:lnTo>
                  <a:pt x="4463576" y="4576726"/>
                </a:lnTo>
                <a:lnTo>
                  <a:pt x="4376985" y="4583164"/>
                </a:lnTo>
                <a:lnTo>
                  <a:pt x="4290394" y="4597850"/>
                </a:lnTo>
                <a:lnTo>
                  <a:pt x="4203803" y="4600560"/>
                </a:lnTo>
                <a:lnTo>
                  <a:pt x="4117212" y="4580666"/>
                </a:lnTo>
                <a:lnTo>
                  <a:pt x="4030621" y="4576112"/>
                </a:lnTo>
                <a:lnTo>
                  <a:pt x="3944030" y="4549354"/>
                </a:lnTo>
                <a:lnTo>
                  <a:pt x="3857440" y="4566041"/>
                </a:lnTo>
                <a:lnTo>
                  <a:pt x="3770849" y="4573500"/>
                </a:lnTo>
                <a:lnTo>
                  <a:pt x="3684258" y="4575622"/>
                </a:lnTo>
                <a:lnTo>
                  <a:pt x="3597667" y="4550004"/>
                </a:lnTo>
                <a:lnTo>
                  <a:pt x="3511076" y="4552111"/>
                </a:lnTo>
                <a:lnTo>
                  <a:pt x="3424485" y="4552841"/>
                </a:lnTo>
                <a:lnTo>
                  <a:pt x="3337894" y="4551570"/>
                </a:lnTo>
                <a:lnTo>
                  <a:pt x="3251303" y="4552487"/>
                </a:lnTo>
                <a:lnTo>
                  <a:pt x="3164712" y="4520383"/>
                </a:lnTo>
                <a:lnTo>
                  <a:pt x="3078121" y="4532685"/>
                </a:lnTo>
                <a:lnTo>
                  <a:pt x="2991530" y="4547171"/>
                </a:lnTo>
                <a:lnTo>
                  <a:pt x="2904940" y="4547202"/>
                </a:lnTo>
                <a:lnTo>
                  <a:pt x="2818349" y="4551242"/>
                </a:lnTo>
                <a:lnTo>
                  <a:pt x="2731758" y="4565545"/>
                </a:lnTo>
                <a:lnTo>
                  <a:pt x="2645167" y="4553616"/>
                </a:lnTo>
                <a:lnTo>
                  <a:pt x="2558576" y="4558481"/>
                </a:lnTo>
                <a:lnTo>
                  <a:pt x="2471985" y="4572063"/>
                </a:lnTo>
                <a:lnTo>
                  <a:pt x="2385394" y="4554013"/>
                </a:lnTo>
                <a:lnTo>
                  <a:pt x="2298803" y="4589053"/>
                </a:lnTo>
                <a:lnTo>
                  <a:pt x="2212212" y="4569254"/>
                </a:lnTo>
                <a:lnTo>
                  <a:pt x="2125621" y="4563092"/>
                </a:lnTo>
                <a:lnTo>
                  <a:pt x="2039030" y="4576925"/>
                </a:lnTo>
                <a:lnTo>
                  <a:pt x="1952440" y="4564505"/>
                </a:lnTo>
                <a:lnTo>
                  <a:pt x="1865849" y="4539409"/>
                </a:lnTo>
                <a:lnTo>
                  <a:pt x="1779258" y="4538118"/>
                </a:lnTo>
                <a:lnTo>
                  <a:pt x="1692667" y="4534903"/>
                </a:lnTo>
                <a:lnTo>
                  <a:pt x="1606076" y="4530512"/>
                </a:lnTo>
                <a:lnTo>
                  <a:pt x="1519485" y="4536858"/>
                </a:lnTo>
                <a:lnTo>
                  <a:pt x="1432894" y="4530302"/>
                </a:lnTo>
                <a:lnTo>
                  <a:pt x="1346303" y="4547494"/>
                </a:lnTo>
                <a:lnTo>
                  <a:pt x="1259712" y="4539704"/>
                </a:lnTo>
                <a:lnTo>
                  <a:pt x="1173121" y="4541268"/>
                </a:lnTo>
                <a:lnTo>
                  <a:pt x="1086530" y="4528229"/>
                </a:lnTo>
                <a:lnTo>
                  <a:pt x="999940" y="4537104"/>
                </a:lnTo>
                <a:lnTo>
                  <a:pt x="913349" y="4529275"/>
                </a:lnTo>
                <a:lnTo>
                  <a:pt x="826758" y="4536609"/>
                </a:lnTo>
                <a:lnTo>
                  <a:pt x="740167" y="4566004"/>
                </a:lnTo>
                <a:lnTo>
                  <a:pt x="653576" y="4553432"/>
                </a:lnTo>
                <a:lnTo>
                  <a:pt x="566985" y="4565982"/>
                </a:lnTo>
                <a:lnTo>
                  <a:pt x="480394" y="4587816"/>
                </a:lnTo>
                <a:lnTo>
                  <a:pt x="393803" y="4592318"/>
                </a:lnTo>
                <a:lnTo>
                  <a:pt x="307212" y="4613102"/>
                </a:lnTo>
                <a:lnTo>
                  <a:pt x="220621" y="4596384"/>
                </a:lnTo>
                <a:lnTo>
                  <a:pt x="134030" y="4597307"/>
                </a:lnTo>
                <a:lnTo>
                  <a:pt x="27583" y="4569014"/>
                </a:lnTo>
                <a:lnTo>
                  <a:pt x="10497" y="4481823"/>
                </a:lnTo>
                <a:lnTo>
                  <a:pt x="2453" y="4394633"/>
                </a:lnTo>
                <a:lnTo>
                  <a:pt x="36762" y="4307442"/>
                </a:lnTo>
                <a:lnTo>
                  <a:pt x="6544" y="4220252"/>
                </a:lnTo>
                <a:lnTo>
                  <a:pt x="16986" y="4133062"/>
                </a:lnTo>
                <a:lnTo>
                  <a:pt x="29155" y="4045871"/>
                </a:lnTo>
                <a:lnTo>
                  <a:pt x="13924" y="3958681"/>
                </a:lnTo>
                <a:lnTo>
                  <a:pt x="1049" y="3871490"/>
                </a:lnTo>
                <a:lnTo>
                  <a:pt x="6544" y="3784300"/>
                </a:lnTo>
                <a:lnTo>
                  <a:pt x="0" y="3697110"/>
                </a:lnTo>
                <a:lnTo>
                  <a:pt x="32229" y="3609919"/>
                </a:lnTo>
                <a:lnTo>
                  <a:pt x="19048" y="3522729"/>
                </a:lnTo>
                <a:lnTo>
                  <a:pt x="57197" y="3435539"/>
                </a:lnTo>
                <a:lnTo>
                  <a:pt x="38761" y="3348348"/>
                </a:lnTo>
                <a:lnTo>
                  <a:pt x="39623" y="3261158"/>
                </a:lnTo>
                <a:lnTo>
                  <a:pt x="43704" y="3173967"/>
                </a:lnTo>
                <a:lnTo>
                  <a:pt x="41043" y="3086777"/>
                </a:lnTo>
                <a:lnTo>
                  <a:pt x="65607" y="2999587"/>
                </a:lnTo>
                <a:lnTo>
                  <a:pt x="49627" y="2912396"/>
                </a:lnTo>
                <a:lnTo>
                  <a:pt x="17595" y="2825206"/>
                </a:lnTo>
                <a:lnTo>
                  <a:pt x="28147" y="2738015"/>
                </a:lnTo>
                <a:lnTo>
                  <a:pt x="21660" y="2650825"/>
                </a:lnTo>
                <a:lnTo>
                  <a:pt x="29051" y="2563635"/>
                </a:lnTo>
                <a:lnTo>
                  <a:pt x="45757" y="2476444"/>
                </a:lnTo>
                <a:lnTo>
                  <a:pt x="57923" y="2389254"/>
                </a:lnTo>
                <a:lnTo>
                  <a:pt x="47041" y="2302064"/>
                </a:lnTo>
                <a:lnTo>
                  <a:pt x="66981" y="2214873"/>
                </a:lnTo>
                <a:lnTo>
                  <a:pt x="57256" y="2127683"/>
                </a:lnTo>
                <a:lnTo>
                  <a:pt x="36239" y="2040492"/>
                </a:lnTo>
                <a:lnTo>
                  <a:pt x="49139" y="1953302"/>
                </a:lnTo>
                <a:lnTo>
                  <a:pt x="53475" y="1866112"/>
                </a:lnTo>
                <a:lnTo>
                  <a:pt x="21562" y="1778921"/>
                </a:lnTo>
                <a:lnTo>
                  <a:pt x="26309" y="1691731"/>
                </a:lnTo>
                <a:lnTo>
                  <a:pt x="13306" y="1604540"/>
                </a:lnTo>
                <a:lnTo>
                  <a:pt x="35450" y="1517350"/>
                </a:lnTo>
                <a:lnTo>
                  <a:pt x="12978" y="1430160"/>
                </a:lnTo>
                <a:lnTo>
                  <a:pt x="36213" y="1342969"/>
                </a:lnTo>
                <a:lnTo>
                  <a:pt x="16660" y="1255779"/>
                </a:lnTo>
                <a:lnTo>
                  <a:pt x="26369" y="1168589"/>
                </a:lnTo>
                <a:lnTo>
                  <a:pt x="35300" y="1081398"/>
                </a:lnTo>
                <a:lnTo>
                  <a:pt x="29739" y="994208"/>
                </a:lnTo>
                <a:lnTo>
                  <a:pt x="9138" y="907017"/>
                </a:lnTo>
                <a:lnTo>
                  <a:pt x="7960" y="819827"/>
                </a:lnTo>
                <a:lnTo>
                  <a:pt x="32107" y="732637"/>
                </a:lnTo>
                <a:lnTo>
                  <a:pt x="8258" y="645446"/>
                </a:lnTo>
                <a:lnTo>
                  <a:pt x="22168" y="558256"/>
                </a:lnTo>
                <a:lnTo>
                  <a:pt x="50426" y="471065"/>
                </a:lnTo>
                <a:lnTo>
                  <a:pt x="55083" y="383875"/>
                </a:lnTo>
                <a:lnTo>
                  <a:pt x="34268" y="296685"/>
                </a:lnTo>
                <a:lnTo>
                  <a:pt x="58389" y="209494"/>
                </a:lnTo>
                <a:lnTo>
                  <a:pt x="26306" y="122304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540000">
            <a:off x="1225715" y="2171975"/>
            <a:ext cx="3962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수도권이 높은 유형</a:t>
            </a:r>
          </a:p>
        </p:txBody>
      </p:sp>
      <p:sp>
        <p:nvSpPr>
          <p:cNvPr id="7" name="TextBox 6"/>
          <p:cNvSpPr txBox="1"/>
          <p:nvPr/>
        </p:nvSpPr>
        <p:spPr>
          <a:xfrm rot="21540000">
            <a:off x="1231367" y="2400526"/>
            <a:ext cx="3962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rgbClr val="5C2E14"/>
                </a:solidFill>
                <a:latin typeface="Arial"/>
                <a:ea typeface="맑은 고딕"/>
              </a:rPr>
              <a:t>생성형 · 에이전틱 AI</a:t>
            </a:r>
          </a:p>
        </p:txBody>
      </p:sp>
      <p:sp>
        <p:nvSpPr>
          <p:cNvPr id="8" name="TextBox 7"/>
          <p:cNvSpPr txBox="1"/>
          <p:nvPr/>
        </p:nvSpPr>
        <p:spPr>
          <a:xfrm rot="21540000">
            <a:off x="1240510" y="2990996"/>
            <a:ext cx="39624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2"/>
              </a:lnSpc>
            </a:pPr>
            <a:r>
              <a:rPr sz="1350" b="1">
                <a:solidFill>
                  <a:srgbClr val="5C2E14"/>
                </a:solidFill>
                <a:latin typeface="Arial"/>
                <a:ea typeface="맑은 고딕"/>
              </a:rPr>
              <a:t>생성형 AI 노출도 순위</a:t>
            </a:r>
          </a:p>
        </p:txBody>
      </p:sp>
      <p:sp>
        <p:nvSpPr>
          <p:cNvPr id="9" name="TextBox 8"/>
          <p:cNvSpPr txBox="1"/>
          <p:nvPr/>
        </p:nvSpPr>
        <p:spPr>
          <a:xfrm rot="21540000">
            <a:off x="1246162" y="3276697"/>
            <a:ext cx="39624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</a:pPr>
            <a:r>
              <a:rPr sz="1650" b="1">
                <a:solidFill>
                  <a:srgbClr val="3B2414"/>
                </a:solidFill>
                <a:latin typeface="Arial"/>
                <a:ea typeface="맑은 고딕"/>
              </a:rPr>
              <a:t>① 서울   ② 세종   ③ 경기   ④ 인천</a:t>
            </a:r>
          </a:p>
        </p:txBody>
      </p:sp>
      <p:sp>
        <p:nvSpPr>
          <p:cNvPr id="10" name="TextBox 9"/>
          <p:cNvSpPr txBox="1"/>
          <p:nvPr/>
        </p:nvSpPr>
        <p:spPr>
          <a:xfrm rot="21540000">
            <a:off x="1254141" y="3771927"/>
            <a:ext cx="39624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2"/>
              </a:lnSpc>
            </a:pPr>
            <a:r>
              <a:rPr sz="1350" b="1">
                <a:solidFill>
                  <a:srgbClr val="5C2E14"/>
                </a:solidFill>
                <a:latin typeface="Arial"/>
                <a:ea typeface="맑은 고딕"/>
              </a:rPr>
              <a:t>에이전틱 AI 노출도 순위</a:t>
            </a:r>
          </a:p>
        </p:txBody>
      </p:sp>
      <p:sp>
        <p:nvSpPr>
          <p:cNvPr id="11" name="TextBox 10"/>
          <p:cNvSpPr txBox="1"/>
          <p:nvPr/>
        </p:nvSpPr>
        <p:spPr>
          <a:xfrm rot="21540000">
            <a:off x="1259793" y="4057628"/>
            <a:ext cx="39624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</a:pPr>
            <a:r>
              <a:rPr sz="1650" b="1">
                <a:solidFill>
                  <a:srgbClr val="3B2414"/>
                </a:solidFill>
                <a:latin typeface="Arial"/>
                <a:ea typeface="맑은 고딕"/>
              </a:rPr>
              <a:t>① 서울   ② 세종   ③ 경기   ④ 대전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267575" y="4613536"/>
            <a:ext cx="3961797" cy="69153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21540000">
            <a:off x="1281071" y="4819442"/>
            <a:ext cx="39624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두 유형 모두 </a:t>
            </a:r>
            <a:r>
              <a:rPr sz="1200" b="1">
                <a:solidFill>
                  <a:srgbClr val="3B2414"/>
                </a:solidFill>
                <a:latin typeface="Arial"/>
                <a:ea typeface="맑은 고딕"/>
              </a:rPr>
              <a:t>1~3위가 서울 · 세종 · 경기</a:t>
            </a: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로 같습니다. 지식서비스업이 몰려 있어 사무직 · 전문가 일자리가 많은 곳입니다.</a:t>
            </a:r>
          </a:p>
        </p:txBody>
      </p:sp>
      <p:sp>
        <p:nvSpPr>
          <p:cNvPr id="14" name="Freeform 13"/>
          <p:cNvSpPr/>
          <p:nvPr/>
        </p:nvSpPr>
        <p:spPr>
          <a:xfrm rot="60000">
            <a:off x="6527366" y="1765374"/>
            <a:ext cx="4849589" cy="4614921"/>
          </a:xfrm>
          <a:custGeom>
            <a:avLst/>
            <a:gdLst/>
            <a:ahLst/>
            <a:cxnLst/>
            <a:rect l="l" t="t" r="r" b="b"/>
            <a:pathLst>
              <a:path w="4849589" h="4614921">
                <a:moveTo>
                  <a:pt x="44884" y="21772"/>
                </a:moveTo>
                <a:lnTo>
                  <a:pt x="131474" y="32154"/>
                </a:lnTo>
                <a:lnTo>
                  <a:pt x="218065" y="32652"/>
                </a:lnTo>
                <a:lnTo>
                  <a:pt x="304656" y="66371"/>
                </a:lnTo>
                <a:lnTo>
                  <a:pt x="391247" y="37746"/>
                </a:lnTo>
                <a:lnTo>
                  <a:pt x="477838" y="78532"/>
                </a:lnTo>
                <a:lnTo>
                  <a:pt x="564429" y="44640"/>
                </a:lnTo>
                <a:lnTo>
                  <a:pt x="651020" y="88026"/>
                </a:lnTo>
                <a:lnTo>
                  <a:pt x="737611" y="58209"/>
                </a:lnTo>
                <a:lnTo>
                  <a:pt x="824202" y="92074"/>
                </a:lnTo>
                <a:lnTo>
                  <a:pt x="910793" y="64033"/>
                </a:lnTo>
                <a:lnTo>
                  <a:pt x="997384" y="83996"/>
                </a:lnTo>
                <a:lnTo>
                  <a:pt x="1083974" y="79314"/>
                </a:lnTo>
                <a:lnTo>
                  <a:pt x="1170565" y="83142"/>
                </a:lnTo>
                <a:lnTo>
                  <a:pt x="1257156" y="88211"/>
                </a:lnTo>
                <a:lnTo>
                  <a:pt x="1343747" y="62617"/>
                </a:lnTo>
                <a:lnTo>
                  <a:pt x="1430338" y="90405"/>
                </a:lnTo>
                <a:lnTo>
                  <a:pt x="1516929" y="47250"/>
                </a:lnTo>
                <a:lnTo>
                  <a:pt x="1603520" y="57360"/>
                </a:lnTo>
                <a:lnTo>
                  <a:pt x="1690111" y="31706"/>
                </a:lnTo>
                <a:lnTo>
                  <a:pt x="1776702" y="61388"/>
                </a:lnTo>
                <a:lnTo>
                  <a:pt x="1863293" y="28551"/>
                </a:lnTo>
                <a:lnTo>
                  <a:pt x="1949884" y="25498"/>
                </a:lnTo>
                <a:lnTo>
                  <a:pt x="2036474" y="17136"/>
                </a:lnTo>
                <a:lnTo>
                  <a:pt x="2123065" y="9172"/>
                </a:lnTo>
                <a:lnTo>
                  <a:pt x="2209656" y="3149"/>
                </a:lnTo>
                <a:lnTo>
                  <a:pt x="2296247" y="16328"/>
                </a:lnTo>
                <a:lnTo>
                  <a:pt x="2382838" y="16307"/>
                </a:lnTo>
                <a:lnTo>
                  <a:pt x="2469429" y="11085"/>
                </a:lnTo>
                <a:lnTo>
                  <a:pt x="2556020" y="531"/>
                </a:lnTo>
                <a:lnTo>
                  <a:pt x="2642611" y="28644"/>
                </a:lnTo>
                <a:lnTo>
                  <a:pt x="2729202" y="13418"/>
                </a:lnTo>
                <a:lnTo>
                  <a:pt x="2815793" y="8609"/>
                </a:lnTo>
                <a:lnTo>
                  <a:pt x="2902384" y="41028"/>
                </a:lnTo>
                <a:lnTo>
                  <a:pt x="2988974" y="18969"/>
                </a:lnTo>
                <a:lnTo>
                  <a:pt x="3075565" y="21977"/>
                </a:lnTo>
                <a:lnTo>
                  <a:pt x="3162156" y="9911"/>
                </a:lnTo>
                <a:lnTo>
                  <a:pt x="3248747" y="24196"/>
                </a:lnTo>
                <a:lnTo>
                  <a:pt x="3335338" y="46011"/>
                </a:lnTo>
                <a:lnTo>
                  <a:pt x="3421929" y="25721"/>
                </a:lnTo>
                <a:lnTo>
                  <a:pt x="3508520" y="35515"/>
                </a:lnTo>
                <a:lnTo>
                  <a:pt x="3595111" y="0"/>
                </a:lnTo>
                <a:lnTo>
                  <a:pt x="3681702" y="35597"/>
                </a:lnTo>
                <a:lnTo>
                  <a:pt x="3768293" y="38803"/>
                </a:lnTo>
                <a:lnTo>
                  <a:pt x="3854884" y="39755"/>
                </a:lnTo>
                <a:lnTo>
                  <a:pt x="3941474" y="36588"/>
                </a:lnTo>
                <a:lnTo>
                  <a:pt x="4028065" y="37884"/>
                </a:lnTo>
                <a:lnTo>
                  <a:pt x="4114656" y="66580"/>
                </a:lnTo>
                <a:lnTo>
                  <a:pt x="4201247" y="64101"/>
                </a:lnTo>
                <a:lnTo>
                  <a:pt x="4287838" y="74517"/>
                </a:lnTo>
                <a:lnTo>
                  <a:pt x="4374429" y="64823"/>
                </a:lnTo>
                <a:lnTo>
                  <a:pt x="4461020" y="72130"/>
                </a:lnTo>
                <a:lnTo>
                  <a:pt x="4547611" y="47751"/>
                </a:lnTo>
                <a:lnTo>
                  <a:pt x="4634202" y="51383"/>
                </a:lnTo>
                <a:lnTo>
                  <a:pt x="4720793" y="30881"/>
                </a:lnTo>
                <a:lnTo>
                  <a:pt x="4801596" y="44376"/>
                </a:lnTo>
                <a:lnTo>
                  <a:pt x="4798977" y="131566"/>
                </a:lnTo>
                <a:lnTo>
                  <a:pt x="4843744" y="218756"/>
                </a:lnTo>
                <a:lnTo>
                  <a:pt x="4806279" y="305947"/>
                </a:lnTo>
                <a:lnTo>
                  <a:pt x="4804682" y="393137"/>
                </a:lnTo>
                <a:lnTo>
                  <a:pt x="4820165" y="480327"/>
                </a:lnTo>
                <a:lnTo>
                  <a:pt x="4792136" y="567518"/>
                </a:lnTo>
                <a:lnTo>
                  <a:pt x="4793234" y="654708"/>
                </a:lnTo>
                <a:lnTo>
                  <a:pt x="4782455" y="741899"/>
                </a:lnTo>
                <a:lnTo>
                  <a:pt x="4805575" y="829089"/>
                </a:lnTo>
                <a:lnTo>
                  <a:pt x="4808388" y="916279"/>
                </a:lnTo>
                <a:lnTo>
                  <a:pt x="4791438" y="1003470"/>
                </a:lnTo>
                <a:lnTo>
                  <a:pt x="4783127" y="1090660"/>
                </a:lnTo>
                <a:lnTo>
                  <a:pt x="4783972" y="1177851"/>
                </a:lnTo>
                <a:lnTo>
                  <a:pt x="4791882" y="1265041"/>
                </a:lnTo>
                <a:lnTo>
                  <a:pt x="4807935" y="1352231"/>
                </a:lnTo>
                <a:lnTo>
                  <a:pt x="4819163" y="1439422"/>
                </a:lnTo>
                <a:lnTo>
                  <a:pt x="4817064" y="1526612"/>
                </a:lnTo>
                <a:lnTo>
                  <a:pt x="4804089" y="1613802"/>
                </a:lnTo>
                <a:lnTo>
                  <a:pt x="4818944" y="1700993"/>
                </a:lnTo>
                <a:lnTo>
                  <a:pt x="4813516" y="1788183"/>
                </a:lnTo>
                <a:lnTo>
                  <a:pt x="4792703" y="1875374"/>
                </a:lnTo>
                <a:lnTo>
                  <a:pt x="4826177" y="1962564"/>
                </a:lnTo>
                <a:lnTo>
                  <a:pt x="4796331" y="2049754"/>
                </a:lnTo>
                <a:lnTo>
                  <a:pt x="4809530" y="2136945"/>
                </a:lnTo>
                <a:lnTo>
                  <a:pt x="4804824" y="2224135"/>
                </a:lnTo>
                <a:lnTo>
                  <a:pt x="4845943" y="2311326"/>
                </a:lnTo>
                <a:lnTo>
                  <a:pt x="4809208" y="2398516"/>
                </a:lnTo>
                <a:lnTo>
                  <a:pt x="4799748" y="2485706"/>
                </a:lnTo>
                <a:lnTo>
                  <a:pt x="4818124" y="2572897"/>
                </a:lnTo>
                <a:lnTo>
                  <a:pt x="4835909" y="2660087"/>
                </a:lnTo>
                <a:lnTo>
                  <a:pt x="4849589" y="2747277"/>
                </a:lnTo>
                <a:lnTo>
                  <a:pt x="4824183" y="2834468"/>
                </a:lnTo>
                <a:lnTo>
                  <a:pt x="4830633" y="2921658"/>
                </a:lnTo>
                <a:lnTo>
                  <a:pt x="4810175" y="3008849"/>
                </a:lnTo>
                <a:lnTo>
                  <a:pt x="4822039" y="3096039"/>
                </a:lnTo>
                <a:lnTo>
                  <a:pt x="4824453" y="3183229"/>
                </a:lnTo>
                <a:lnTo>
                  <a:pt x="4821376" y="3270420"/>
                </a:lnTo>
                <a:lnTo>
                  <a:pt x="4844564" y="3357610"/>
                </a:lnTo>
                <a:lnTo>
                  <a:pt x="4815123" y="3444801"/>
                </a:lnTo>
                <a:lnTo>
                  <a:pt x="4842769" y="3531991"/>
                </a:lnTo>
                <a:lnTo>
                  <a:pt x="4838594" y="3619181"/>
                </a:lnTo>
                <a:lnTo>
                  <a:pt x="4831592" y="3706372"/>
                </a:lnTo>
                <a:lnTo>
                  <a:pt x="4807451" y="3793562"/>
                </a:lnTo>
                <a:lnTo>
                  <a:pt x="4822954" y="3880752"/>
                </a:lnTo>
                <a:lnTo>
                  <a:pt x="4823929" y="3967943"/>
                </a:lnTo>
                <a:lnTo>
                  <a:pt x="4846664" y="4055133"/>
                </a:lnTo>
                <a:lnTo>
                  <a:pt x="4831964" y="4142324"/>
                </a:lnTo>
                <a:lnTo>
                  <a:pt x="4810140" y="4229514"/>
                </a:lnTo>
                <a:lnTo>
                  <a:pt x="4819277" y="4316704"/>
                </a:lnTo>
                <a:lnTo>
                  <a:pt x="4775891" y="4403895"/>
                </a:lnTo>
                <a:lnTo>
                  <a:pt x="4813751" y="4491085"/>
                </a:lnTo>
                <a:lnTo>
                  <a:pt x="4807384" y="4572125"/>
                </a:lnTo>
                <a:lnTo>
                  <a:pt x="4720793" y="4561537"/>
                </a:lnTo>
                <a:lnTo>
                  <a:pt x="4634202" y="4549384"/>
                </a:lnTo>
                <a:lnTo>
                  <a:pt x="4547611" y="4568963"/>
                </a:lnTo>
                <a:lnTo>
                  <a:pt x="4461020" y="4596438"/>
                </a:lnTo>
                <a:lnTo>
                  <a:pt x="4374429" y="4579564"/>
                </a:lnTo>
                <a:lnTo>
                  <a:pt x="4287838" y="4579434"/>
                </a:lnTo>
                <a:lnTo>
                  <a:pt x="4201247" y="4576536"/>
                </a:lnTo>
                <a:lnTo>
                  <a:pt x="4114656" y="4582034"/>
                </a:lnTo>
                <a:lnTo>
                  <a:pt x="4028065" y="4594273"/>
                </a:lnTo>
                <a:lnTo>
                  <a:pt x="3941474" y="4590677"/>
                </a:lnTo>
                <a:lnTo>
                  <a:pt x="3854884" y="4594230"/>
                </a:lnTo>
                <a:lnTo>
                  <a:pt x="3768293" y="4611385"/>
                </a:lnTo>
                <a:lnTo>
                  <a:pt x="3681702" y="4589870"/>
                </a:lnTo>
                <a:lnTo>
                  <a:pt x="3595111" y="4614921"/>
                </a:lnTo>
                <a:lnTo>
                  <a:pt x="3508520" y="4614755"/>
                </a:lnTo>
                <a:lnTo>
                  <a:pt x="3421929" y="4611472"/>
                </a:lnTo>
                <a:lnTo>
                  <a:pt x="3335338" y="4592586"/>
                </a:lnTo>
                <a:lnTo>
                  <a:pt x="3248747" y="4586748"/>
                </a:lnTo>
                <a:lnTo>
                  <a:pt x="3162156" y="4607105"/>
                </a:lnTo>
                <a:lnTo>
                  <a:pt x="3075565" y="4602020"/>
                </a:lnTo>
                <a:lnTo>
                  <a:pt x="2988974" y="4602101"/>
                </a:lnTo>
                <a:lnTo>
                  <a:pt x="2902384" y="4597333"/>
                </a:lnTo>
                <a:lnTo>
                  <a:pt x="2815793" y="4580419"/>
                </a:lnTo>
                <a:lnTo>
                  <a:pt x="2729202" y="4557986"/>
                </a:lnTo>
                <a:lnTo>
                  <a:pt x="2642611" y="4562304"/>
                </a:lnTo>
                <a:lnTo>
                  <a:pt x="2556020" y="4575373"/>
                </a:lnTo>
                <a:lnTo>
                  <a:pt x="2469429" y="4567432"/>
                </a:lnTo>
                <a:lnTo>
                  <a:pt x="2382838" y="4599693"/>
                </a:lnTo>
                <a:lnTo>
                  <a:pt x="2296247" y="4597394"/>
                </a:lnTo>
                <a:lnTo>
                  <a:pt x="2209656" y="4588841"/>
                </a:lnTo>
                <a:lnTo>
                  <a:pt x="2123065" y="4589157"/>
                </a:lnTo>
                <a:lnTo>
                  <a:pt x="2036474" y="4593241"/>
                </a:lnTo>
                <a:lnTo>
                  <a:pt x="1949884" y="4574152"/>
                </a:lnTo>
                <a:lnTo>
                  <a:pt x="1863293" y="4563186"/>
                </a:lnTo>
                <a:lnTo>
                  <a:pt x="1776702" y="4573680"/>
                </a:lnTo>
                <a:lnTo>
                  <a:pt x="1690111" y="4571987"/>
                </a:lnTo>
                <a:lnTo>
                  <a:pt x="1603520" y="4563539"/>
                </a:lnTo>
                <a:lnTo>
                  <a:pt x="1516929" y="4548184"/>
                </a:lnTo>
                <a:lnTo>
                  <a:pt x="1430338" y="4562176"/>
                </a:lnTo>
                <a:lnTo>
                  <a:pt x="1343747" y="4555888"/>
                </a:lnTo>
                <a:lnTo>
                  <a:pt x="1257156" y="4567050"/>
                </a:lnTo>
                <a:lnTo>
                  <a:pt x="1170565" y="4554089"/>
                </a:lnTo>
                <a:lnTo>
                  <a:pt x="1083974" y="4561157"/>
                </a:lnTo>
                <a:lnTo>
                  <a:pt x="997384" y="4548100"/>
                </a:lnTo>
                <a:lnTo>
                  <a:pt x="910793" y="4543241"/>
                </a:lnTo>
                <a:lnTo>
                  <a:pt x="824202" y="4556863"/>
                </a:lnTo>
                <a:lnTo>
                  <a:pt x="737611" y="4556649"/>
                </a:lnTo>
                <a:lnTo>
                  <a:pt x="651020" y="4577381"/>
                </a:lnTo>
                <a:lnTo>
                  <a:pt x="564429" y="4553347"/>
                </a:lnTo>
                <a:lnTo>
                  <a:pt x="477838" y="4569959"/>
                </a:lnTo>
                <a:lnTo>
                  <a:pt x="391247" y="4566379"/>
                </a:lnTo>
                <a:lnTo>
                  <a:pt x="304656" y="4567538"/>
                </a:lnTo>
                <a:lnTo>
                  <a:pt x="218065" y="4552481"/>
                </a:lnTo>
                <a:lnTo>
                  <a:pt x="131474" y="4575732"/>
                </a:lnTo>
                <a:lnTo>
                  <a:pt x="22061" y="4578276"/>
                </a:lnTo>
                <a:lnTo>
                  <a:pt x="27497" y="4491085"/>
                </a:lnTo>
                <a:lnTo>
                  <a:pt x="30092" y="4403895"/>
                </a:lnTo>
                <a:lnTo>
                  <a:pt x="21544" y="4316704"/>
                </a:lnTo>
                <a:lnTo>
                  <a:pt x="42289" y="4229514"/>
                </a:lnTo>
                <a:lnTo>
                  <a:pt x="23174" y="4142324"/>
                </a:lnTo>
                <a:lnTo>
                  <a:pt x="20417" y="4055133"/>
                </a:lnTo>
                <a:lnTo>
                  <a:pt x="10767" y="3967943"/>
                </a:lnTo>
                <a:lnTo>
                  <a:pt x="35439" y="3880752"/>
                </a:lnTo>
                <a:lnTo>
                  <a:pt x="24601" y="3793562"/>
                </a:lnTo>
                <a:lnTo>
                  <a:pt x="18546" y="3706372"/>
                </a:lnTo>
                <a:lnTo>
                  <a:pt x="35908" y="3619181"/>
                </a:lnTo>
                <a:lnTo>
                  <a:pt x="23506" y="3531991"/>
                </a:lnTo>
                <a:lnTo>
                  <a:pt x="53096" y="3444801"/>
                </a:lnTo>
                <a:lnTo>
                  <a:pt x="25220" y="3357610"/>
                </a:lnTo>
                <a:lnTo>
                  <a:pt x="17311" y="3270420"/>
                </a:lnTo>
                <a:lnTo>
                  <a:pt x="11158" y="3183229"/>
                </a:lnTo>
                <a:lnTo>
                  <a:pt x="29404" y="3096039"/>
                </a:lnTo>
                <a:lnTo>
                  <a:pt x="36070" y="3008849"/>
                </a:lnTo>
                <a:lnTo>
                  <a:pt x="12572" y="2921658"/>
                </a:lnTo>
                <a:lnTo>
                  <a:pt x="918" y="2834468"/>
                </a:lnTo>
                <a:lnTo>
                  <a:pt x="18152" y="2747277"/>
                </a:lnTo>
                <a:lnTo>
                  <a:pt x="31382" y="2660087"/>
                </a:lnTo>
                <a:lnTo>
                  <a:pt x="31552" y="2572897"/>
                </a:lnTo>
                <a:lnTo>
                  <a:pt x="18361" y="2485706"/>
                </a:lnTo>
                <a:lnTo>
                  <a:pt x="13061" y="2398516"/>
                </a:lnTo>
                <a:lnTo>
                  <a:pt x="3122" y="2311326"/>
                </a:lnTo>
                <a:lnTo>
                  <a:pt x="20334" y="2224135"/>
                </a:lnTo>
                <a:lnTo>
                  <a:pt x="20604" y="2136945"/>
                </a:lnTo>
                <a:lnTo>
                  <a:pt x="7253" y="2049754"/>
                </a:lnTo>
                <a:lnTo>
                  <a:pt x="7346" y="1962564"/>
                </a:lnTo>
                <a:lnTo>
                  <a:pt x="10809" y="1875374"/>
                </a:lnTo>
                <a:lnTo>
                  <a:pt x="25383" y="1788183"/>
                </a:lnTo>
                <a:lnTo>
                  <a:pt x="0" y="1700993"/>
                </a:lnTo>
                <a:lnTo>
                  <a:pt x="15577" y="1613802"/>
                </a:lnTo>
                <a:lnTo>
                  <a:pt x="26318" y="1526612"/>
                </a:lnTo>
                <a:lnTo>
                  <a:pt x="39097" y="1439422"/>
                </a:lnTo>
                <a:lnTo>
                  <a:pt x="21482" y="1352231"/>
                </a:lnTo>
                <a:lnTo>
                  <a:pt x="52431" y="1265041"/>
                </a:lnTo>
                <a:lnTo>
                  <a:pt x="20052" y="1177851"/>
                </a:lnTo>
                <a:lnTo>
                  <a:pt x="3176" y="1090660"/>
                </a:lnTo>
                <a:lnTo>
                  <a:pt x="21717" y="1003470"/>
                </a:lnTo>
                <a:lnTo>
                  <a:pt x="29116" y="916279"/>
                </a:lnTo>
                <a:lnTo>
                  <a:pt x="28297" y="829089"/>
                </a:lnTo>
                <a:lnTo>
                  <a:pt x="10158" y="741899"/>
                </a:lnTo>
                <a:lnTo>
                  <a:pt x="28751" y="654708"/>
                </a:lnTo>
                <a:lnTo>
                  <a:pt x="58998" y="567518"/>
                </a:lnTo>
                <a:lnTo>
                  <a:pt x="41986" y="480327"/>
                </a:lnTo>
                <a:lnTo>
                  <a:pt x="61369" y="393137"/>
                </a:lnTo>
                <a:lnTo>
                  <a:pt x="37477" y="305947"/>
                </a:lnTo>
                <a:lnTo>
                  <a:pt x="42846" y="218756"/>
                </a:lnTo>
                <a:lnTo>
                  <a:pt x="2607" y="131566"/>
                </a:lnTo>
                <a:close/>
              </a:path>
            </a:pathLst>
          </a:custGeom>
          <a:blipFill rotWithShape="1">
            <a:blip r:embed="rId5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60000">
            <a:off x="7003884" y="2171975"/>
            <a:ext cx="3962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EFD6A0"/>
                </a:solidFill>
                <a:latin typeface="Arial"/>
                <a:ea typeface="맑은 고딕"/>
              </a:rPr>
              <a:t>비수도권이 높은 유형</a:t>
            </a:r>
          </a:p>
        </p:txBody>
      </p:sp>
      <p:sp>
        <p:nvSpPr>
          <p:cNvPr id="16" name="TextBox 15"/>
          <p:cNvSpPr txBox="1"/>
          <p:nvPr/>
        </p:nvSpPr>
        <p:spPr>
          <a:xfrm rot="60000">
            <a:off x="6998232" y="2400526"/>
            <a:ext cx="3962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rgbClr val="F3EBDD"/>
                </a:solidFill>
                <a:latin typeface="Arial"/>
                <a:ea typeface="맑은 고딕"/>
              </a:rPr>
              <a:t>피지컬 AI</a:t>
            </a:r>
          </a:p>
        </p:txBody>
      </p:sp>
      <p:sp>
        <p:nvSpPr>
          <p:cNvPr id="17" name="TextBox 16"/>
          <p:cNvSpPr txBox="1"/>
          <p:nvPr/>
        </p:nvSpPr>
        <p:spPr>
          <a:xfrm rot="60000">
            <a:off x="6989089" y="2990996"/>
            <a:ext cx="39624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2"/>
              </a:lnSpc>
            </a:pPr>
            <a:r>
              <a:rPr sz="1350" b="1">
                <a:solidFill>
                  <a:srgbClr val="F3EBDD"/>
                </a:solidFill>
                <a:latin typeface="Arial"/>
                <a:ea typeface="맑은 고딕"/>
              </a:rPr>
              <a:t>피지컬 AI 노출도 순위</a:t>
            </a:r>
          </a:p>
        </p:txBody>
      </p:sp>
      <p:sp>
        <p:nvSpPr>
          <p:cNvPr id="18" name="TextBox 17"/>
          <p:cNvSpPr txBox="1"/>
          <p:nvPr/>
        </p:nvSpPr>
        <p:spPr>
          <a:xfrm rot="60000">
            <a:off x="6983437" y="3276697"/>
            <a:ext cx="39624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</a:pPr>
            <a:r>
              <a:rPr sz="1650" b="1">
                <a:solidFill>
                  <a:srgbClr val="F3EBDD"/>
                </a:solidFill>
                <a:latin typeface="Arial"/>
                <a:ea typeface="맑은 고딕"/>
              </a:rPr>
              <a:t>① 경북   ② 전남   ③ 충북   ④ 울산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76258" y="3832605"/>
            <a:ext cx="3961797" cy="69153"/>
          </a:xfrm>
          <a:prstGeom prst="line">
            <a:avLst/>
          </a:prstGeom>
          <a:ln w="19050">
            <a:solidFill>
              <a:srgbClr val="8F6B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 rot="60000">
            <a:off x="6960497" y="4038497"/>
            <a:ext cx="396240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제조업과 농림어업 비중이 큰 지역일수록 높습니다. 장치 · 기계조작, 단순노무, 서비스직 일자리가 많기 때문입니다.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5695950" y="3676650"/>
            <a:ext cx="800100" cy="800100"/>
          </a:xfrm>
          <a:prstGeom prst="ellipse">
            <a:avLst/>
          </a:prstGeom>
          <a:solidFill>
            <a:srgbClr val="E6BE4A"/>
          </a:solidFill>
          <a:ln w="47625">
            <a:solidFill>
              <a:srgbClr val="F3EBDD"/>
            </a:solidFill>
          </a:ln>
          <a:effectLst>
            <a:outerShdw blurRad="133350" dist="57150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08"/>
              </a:lnSpc>
            </a:pPr>
            <a:r>
              <a:rPr sz="1800" b="1">
                <a:solidFill>
                  <a:srgbClr val="4A2410"/>
                </a:solidFill>
                <a:latin typeface="Arial Black"/>
                <a:ea typeface="맑은 고딕"/>
              </a:rPr>
              <a:t>VS</a:t>
            </a:r>
          </a:p>
        </p:txBody>
      </p:sp>
      <p:pic>
        <p:nvPicPr>
          <p:cNvPr id="22" name="Picture 21" descr="sprig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80000">
            <a:off x="-666750" y="5143500"/>
            <a:ext cx="1524000" cy="3238500"/>
          </a:xfrm>
          <a:prstGeom prst="rect">
            <a:avLst/>
          </a:prstGeom>
        </p:spPr>
      </p:pic>
      <p:pic>
        <p:nvPicPr>
          <p:cNvPr id="23" name="Picture 22" descr="fern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1120000">
            <a:off x="11391900" y="3714750"/>
            <a:ext cx="76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240000">
            <a:off x="-620229" y="3129350"/>
            <a:ext cx="1520584" cy="4618020"/>
          </a:xfrm>
          <a:custGeom>
            <a:avLst/>
            <a:gdLst/>
            <a:ahLst/>
            <a:cxnLst/>
            <a:rect l="l" t="t" r="r" b="b"/>
            <a:pathLst>
              <a:path w="1520584" h="4618020">
                <a:moveTo>
                  <a:pt x="48729" y="14882"/>
                </a:moveTo>
                <a:lnTo>
                  <a:pt x="138026" y="0"/>
                </a:lnTo>
                <a:lnTo>
                  <a:pt x="227323" y="35028"/>
                </a:lnTo>
                <a:lnTo>
                  <a:pt x="316620" y="43440"/>
                </a:lnTo>
                <a:lnTo>
                  <a:pt x="405917" y="48032"/>
                </a:lnTo>
                <a:lnTo>
                  <a:pt x="495214" y="42376"/>
                </a:lnTo>
                <a:lnTo>
                  <a:pt x="584511" y="13032"/>
                </a:lnTo>
                <a:lnTo>
                  <a:pt x="673807" y="52057"/>
                </a:lnTo>
                <a:lnTo>
                  <a:pt x="763104" y="53164"/>
                </a:lnTo>
                <a:lnTo>
                  <a:pt x="852400" y="32131"/>
                </a:lnTo>
                <a:lnTo>
                  <a:pt x="941697" y="45444"/>
                </a:lnTo>
                <a:lnTo>
                  <a:pt x="1030994" y="54653"/>
                </a:lnTo>
                <a:lnTo>
                  <a:pt x="1120291" y="49204"/>
                </a:lnTo>
                <a:lnTo>
                  <a:pt x="1209588" y="41771"/>
                </a:lnTo>
                <a:lnTo>
                  <a:pt x="1298885" y="45296"/>
                </a:lnTo>
                <a:lnTo>
                  <a:pt x="1388182" y="61708"/>
                </a:lnTo>
                <a:lnTo>
                  <a:pt x="1457758" y="13900"/>
                </a:lnTo>
                <a:lnTo>
                  <a:pt x="1472364" y="100164"/>
                </a:lnTo>
                <a:lnTo>
                  <a:pt x="1455518" y="186428"/>
                </a:lnTo>
                <a:lnTo>
                  <a:pt x="1442985" y="272692"/>
                </a:lnTo>
                <a:lnTo>
                  <a:pt x="1449664" y="358956"/>
                </a:lnTo>
                <a:lnTo>
                  <a:pt x="1457225" y="445220"/>
                </a:lnTo>
                <a:lnTo>
                  <a:pt x="1448544" y="531484"/>
                </a:lnTo>
                <a:lnTo>
                  <a:pt x="1444341" y="617749"/>
                </a:lnTo>
                <a:lnTo>
                  <a:pt x="1449013" y="704013"/>
                </a:lnTo>
                <a:lnTo>
                  <a:pt x="1436935" y="790277"/>
                </a:lnTo>
                <a:lnTo>
                  <a:pt x="1432644" y="876541"/>
                </a:lnTo>
                <a:lnTo>
                  <a:pt x="1462185" y="962805"/>
                </a:lnTo>
                <a:lnTo>
                  <a:pt x="1448720" y="1049069"/>
                </a:lnTo>
                <a:lnTo>
                  <a:pt x="1480909" y="1135333"/>
                </a:lnTo>
                <a:lnTo>
                  <a:pt x="1479784" y="1221598"/>
                </a:lnTo>
                <a:lnTo>
                  <a:pt x="1457097" y="1307862"/>
                </a:lnTo>
                <a:lnTo>
                  <a:pt x="1444987" y="1394126"/>
                </a:lnTo>
                <a:lnTo>
                  <a:pt x="1448746" y="1480390"/>
                </a:lnTo>
                <a:lnTo>
                  <a:pt x="1458515" y="1566654"/>
                </a:lnTo>
                <a:lnTo>
                  <a:pt x="1459711" y="1652918"/>
                </a:lnTo>
                <a:lnTo>
                  <a:pt x="1502087" y="1739183"/>
                </a:lnTo>
                <a:lnTo>
                  <a:pt x="1491573" y="1825447"/>
                </a:lnTo>
                <a:lnTo>
                  <a:pt x="1501885" y="1911711"/>
                </a:lnTo>
                <a:lnTo>
                  <a:pt x="1486989" y="1997975"/>
                </a:lnTo>
                <a:lnTo>
                  <a:pt x="1481273" y="2084239"/>
                </a:lnTo>
                <a:lnTo>
                  <a:pt x="1486627" y="2170503"/>
                </a:lnTo>
                <a:lnTo>
                  <a:pt x="1493345" y="2256767"/>
                </a:lnTo>
                <a:lnTo>
                  <a:pt x="1492034" y="2343032"/>
                </a:lnTo>
                <a:lnTo>
                  <a:pt x="1469480" y="2429296"/>
                </a:lnTo>
                <a:lnTo>
                  <a:pt x="1471456" y="2515560"/>
                </a:lnTo>
                <a:lnTo>
                  <a:pt x="1490516" y="2601824"/>
                </a:lnTo>
                <a:lnTo>
                  <a:pt x="1496369" y="2688088"/>
                </a:lnTo>
                <a:lnTo>
                  <a:pt x="1520584" y="2774352"/>
                </a:lnTo>
                <a:lnTo>
                  <a:pt x="1481220" y="2860616"/>
                </a:lnTo>
                <a:lnTo>
                  <a:pt x="1484951" y="2946881"/>
                </a:lnTo>
                <a:lnTo>
                  <a:pt x="1513157" y="3033145"/>
                </a:lnTo>
                <a:lnTo>
                  <a:pt x="1503012" y="3119409"/>
                </a:lnTo>
                <a:lnTo>
                  <a:pt x="1498513" y="3205673"/>
                </a:lnTo>
                <a:lnTo>
                  <a:pt x="1469488" y="3291937"/>
                </a:lnTo>
                <a:lnTo>
                  <a:pt x="1514131" y="3378201"/>
                </a:lnTo>
                <a:lnTo>
                  <a:pt x="1477829" y="3464466"/>
                </a:lnTo>
                <a:lnTo>
                  <a:pt x="1481966" y="3550730"/>
                </a:lnTo>
                <a:lnTo>
                  <a:pt x="1482845" y="3636994"/>
                </a:lnTo>
                <a:lnTo>
                  <a:pt x="1488738" y="3723258"/>
                </a:lnTo>
                <a:lnTo>
                  <a:pt x="1478323" y="3809522"/>
                </a:lnTo>
                <a:lnTo>
                  <a:pt x="1468594" y="3895786"/>
                </a:lnTo>
                <a:lnTo>
                  <a:pt x="1485754" y="3982050"/>
                </a:lnTo>
                <a:lnTo>
                  <a:pt x="1494673" y="4068315"/>
                </a:lnTo>
                <a:lnTo>
                  <a:pt x="1499706" y="4154579"/>
                </a:lnTo>
                <a:lnTo>
                  <a:pt x="1489747" y="4240843"/>
                </a:lnTo>
                <a:lnTo>
                  <a:pt x="1498505" y="4327107"/>
                </a:lnTo>
                <a:lnTo>
                  <a:pt x="1470595" y="4413371"/>
                </a:lnTo>
                <a:lnTo>
                  <a:pt x="1487959" y="4499635"/>
                </a:lnTo>
                <a:lnTo>
                  <a:pt x="1477479" y="4576360"/>
                </a:lnTo>
                <a:lnTo>
                  <a:pt x="1388182" y="4604228"/>
                </a:lnTo>
                <a:lnTo>
                  <a:pt x="1298885" y="4565269"/>
                </a:lnTo>
                <a:lnTo>
                  <a:pt x="1209588" y="4585751"/>
                </a:lnTo>
                <a:lnTo>
                  <a:pt x="1120291" y="4592040"/>
                </a:lnTo>
                <a:lnTo>
                  <a:pt x="1030994" y="4589623"/>
                </a:lnTo>
                <a:lnTo>
                  <a:pt x="941697" y="4593058"/>
                </a:lnTo>
                <a:lnTo>
                  <a:pt x="852400" y="4579904"/>
                </a:lnTo>
                <a:lnTo>
                  <a:pt x="763104" y="4595967"/>
                </a:lnTo>
                <a:lnTo>
                  <a:pt x="673807" y="4590563"/>
                </a:lnTo>
                <a:lnTo>
                  <a:pt x="584511" y="4618020"/>
                </a:lnTo>
                <a:lnTo>
                  <a:pt x="495214" y="4587259"/>
                </a:lnTo>
                <a:lnTo>
                  <a:pt x="405917" y="4585055"/>
                </a:lnTo>
                <a:lnTo>
                  <a:pt x="316620" y="4599736"/>
                </a:lnTo>
                <a:lnTo>
                  <a:pt x="227323" y="4568893"/>
                </a:lnTo>
                <a:lnTo>
                  <a:pt x="138026" y="4592287"/>
                </a:lnTo>
                <a:lnTo>
                  <a:pt x="52048" y="4585900"/>
                </a:lnTo>
                <a:lnTo>
                  <a:pt x="62638" y="4499635"/>
                </a:lnTo>
                <a:lnTo>
                  <a:pt x="49624" y="4413371"/>
                </a:lnTo>
                <a:lnTo>
                  <a:pt x="56744" y="4327107"/>
                </a:lnTo>
                <a:lnTo>
                  <a:pt x="61288" y="4240843"/>
                </a:lnTo>
                <a:lnTo>
                  <a:pt x="79416" y="4154579"/>
                </a:lnTo>
                <a:lnTo>
                  <a:pt x="74916" y="4068315"/>
                </a:lnTo>
                <a:lnTo>
                  <a:pt x="62925" y="3982050"/>
                </a:lnTo>
                <a:lnTo>
                  <a:pt x="68142" y="3895786"/>
                </a:lnTo>
                <a:lnTo>
                  <a:pt x="62565" y="3809522"/>
                </a:lnTo>
                <a:lnTo>
                  <a:pt x="77070" y="3723258"/>
                </a:lnTo>
                <a:lnTo>
                  <a:pt x="68031" y="3636994"/>
                </a:lnTo>
                <a:lnTo>
                  <a:pt x="29531" y="3550730"/>
                </a:lnTo>
                <a:lnTo>
                  <a:pt x="53637" y="3464466"/>
                </a:lnTo>
                <a:lnTo>
                  <a:pt x="52078" y="3378201"/>
                </a:lnTo>
                <a:lnTo>
                  <a:pt x="50528" y="3291937"/>
                </a:lnTo>
                <a:lnTo>
                  <a:pt x="53211" y="3205673"/>
                </a:lnTo>
                <a:lnTo>
                  <a:pt x="49880" y="3119409"/>
                </a:lnTo>
                <a:lnTo>
                  <a:pt x="55543" y="3033145"/>
                </a:lnTo>
                <a:lnTo>
                  <a:pt x="81011" y="2946881"/>
                </a:lnTo>
                <a:lnTo>
                  <a:pt x="94112" y="2860616"/>
                </a:lnTo>
                <a:lnTo>
                  <a:pt x="81689" y="2774352"/>
                </a:lnTo>
                <a:lnTo>
                  <a:pt x="88615" y="2688088"/>
                </a:lnTo>
                <a:lnTo>
                  <a:pt x="81552" y="2601824"/>
                </a:lnTo>
                <a:lnTo>
                  <a:pt x="69566" y="2515560"/>
                </a:lnTo>
                <a:lnTo>
                  <a:pt x="95456" y="2429296"/>
                </a:lnTo>
                <a:lnTo>
                  <a:pt x="69070" y="2343032"/>
                </a:lnTo>
                <a:lnTo>
                  <a:pt x="81105" y="2256767"/>
                </a:lnTo>
                <a:lnTo>
                  <a:pt x="66108" y="2170503"/>
                </a:lnTo>
                <a:lnTo>
                  <a:pt x="65907" y="2084239"/>
                </a:lnTo>
                <a:lnTo>
                  <a:pt x="65237" y="1997975"/>
                </a:lnTo>
                <a:lnTo>
                  <a:pt x="79011" y="1911711"/>
                </a:lnTo>
                <a:lnTo>
                  <a:pt x="72380" y="1825447"/>
                </a:lnTo>
                <a:lnTo>
                  <a:pt x="67387" y="1739183"/>
                </a:lnTo>
                <a:lnTo>
                  <a:pt x="60676" y="1652918"/>
                </a:lnTo>
                <a:lnTo>
                  <a:pt x="56162" y="1566654"/>
                </a:lnTo>
                <a:lnTo>
                  <a:pt x="82366" y="1480390"/>
                </a:lnTo>
                <a:lnTo>
                  <a:pt x="76422" y="1394126"/>
                </a:lnTo>
                <a:lnTo>
                  <a:pt x="84649" y="1307862"/>
                </a:lnTo>
                <a:lnTo>
                  <a:pt x="67145" y="1221598"/>
                </a:lnTo>
                <a:lnTo>
                  <a:pt x="60720" y="1135333"/>
                </a:lnTo>
                <a:lnTo>
                  <a:pt x="36520" y="1049069"/>
                </a:lnTo>
                <a:lnTo>
                  <a:pt x="45181" y="962805"/>
                </a:lnTo>
                <a:lnTo>
                  <a:pt x="49989" y="876541"/>
                </a:lnTo>
                <a:lnTo>
                  <a:pt x="21060" y="790277"/>
                </a:lnTo>
                <a:lnTo>
                  <a:pt x="51116" y="704013"/>
                </a:lnTo>
                <a:lnTo>
                  <a:pt x="19630" y="617749"/>
                </a:lnTo>
                <a:lnTo>
                  <a:pt x="47736" y="531484"/>
                </a:lnTo>
                <a:lnTo>
                  <a:pt x="17794" y="445220"/>
                </a:lnTo>
                <a:lnTo>
                  <a:pt x="22915" y="358956"/>
                </a:lnTo>
                <a:lnTo>
                  <a:pt x="39315" y="272692"/>
                </a:lnTo>
                <a:lnTo>
                  <a:pt x="14963" y="186428"/>
                </a:lnTo>
                <a:lnTo>
                  <a:pt x="0" y="100164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457200"/>
            <a:ext cx="9525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75"/>
              </a:lnSpc>
            </a:pPr>
            <a:r>
              <a:rPr sz="3750" b="1">
                <a:solidFill>
                  <a:srgbClr val="F3EBDD"/>
                </a:solidFill>
                <a:latin typeface="Arial Black"/>
                <a:ea typeface="맑은 고딕"/>
              </a:rPr>
              <a:t>차이는 </a:t>
            </a:r>
            <a:r>
              <a:rPr sz="3375" b="1">
                <a:solidFill>
                  <a:srgbClr val="EFD6A0"/>
                </a:solidFill>
                <a:latin typeface="Arial"/>
                <a:ea typeface="맑은 고딕"/>
              </a:rPr>
              <a:t>일</a:t>
            </a:r>
            <a:r>
              <a:rPr sz="3750" b="1">
                <a:solidFill>
                  <a:srgbClr val="F3EBDD"/>
                </a:solidFill>
                <a:latin typeface="Arial Black"/>
                <a:ea typeface="맑은 고딕"/>
              </a:rPr>
              <a:t>자리 구성에서</a:t>
            </a:r>
          </a:p>
        </p:txBody>
      </p:sp>
      <p:sp>
        <p:nvSpPr>
          <p:cNvPr id="5" name="Freeform 4"/>
          <p:cNvSpPr/>
          <p:nvPr/>
        </p:nvSpPr>
        <p:spPr>
          <a:xfrm rot="21540000">
            <a:off x="813566" y="1441671"/>
            <a:ext cx="5045195" cy="4931007"/>
          </a:xfrm>
          <a:custGeom>
            <a:avLst/>
            <a:gdLst/>
            <a:ahLst/>
            <a:cxnLst/>
            <a:rect l="l" t="t" r="r" b="b"/>
            <a:pathLst>
              <a:path w="5045195" h="4931007">
                <a:moveTo>
                  <a:pt x="43684" y="57674"/>
                </a:moveTo>
                <a:lnTo>
                  <a:pt x="130578" y="42825"/>
                </a:lnTo>
                <a:lnTo>
                  <a:pt x="217473" y="73944"/>
                </a:lnTo>
                <a:lnTo>
                  <a:pt x="304368" y="64073"/>
                </a:lnTo>
                <a:lnTo>
                  <a:pt x="391262" y="53551"/>
                </a:lnTo>
                <a:lnTo>
                  <a:pt x="478157" y="72829"/>
                </a:lnTo>
                <a:lnTo>
                  <a:pt x="565052" y="59932"/>
                </a:lnTo>
                <a:lnTo>
                  <a:pt x="651947" y="65543"/>
                </a:lnTo>
                <a:lnTo>
                  <a:pt x="738841" y="34426"/>
                </a:lnTo>
                <a:lnTo>
                  <a:pt x="825736" y="52966"/>
                </a:lnTo>
                <a:lnTo>
                  <a:pt x="912631" y="60090"/>
                </a:lnTo>
                <a:lnTo>
                  <a:pt x="999526" y="62940"/>
                </a:lnTo>
                <a:lnTo>
                  <a:pt x="1086420" y="52258"/>
                </a:lnTo>
                <a:lnTo>
                  <a:pt x="1173315" y="55814"/>
                </a:lnTo>
                <a:lnTo>
                  <a:pt x="1260210" y="55042"/>
                </a:lnTo>
                <a:lnTo>
                  <a:pt x="1347105" y="65382"/>
                </a:lnTo>
                <a:lnTo>
                  <a:pt x="1433999" y="64229"/>
                </a:lnTo>
                <a:lnTo>
                  <a:pt x="1520894" y="67271"/>
                </a:lnTo>
                <a:lnTo>
                  <a:pt x="1607789" y="82019"/>
                </a:lnTo>
                <a:lnTo>
                  <a:pt x="1694684" y="72387"/>
                </a:lnTo>
                <a:lnTo>
                  <a:pt x="1781578" y="56331"/>
                </a:lnTo>
                <a:lnTo>
                  <a:pt x="1868473" y="63351"/>
                </a:lnTo>
                <a:lnTo>
                  <a:pt x="1955368" y="63446"/>
                </a:lnTo>
                <a:lnTo>
                  <a:pt x="2042262" y="83838"/>
                </a:lnTo>
                <a:lnTo>
                  <a:pt x="2129157" y="51776"/>
                </a:lnTo>
                <a:lnTo>
                  <a:pt x="2216052" y="70435"/>
                </a:lnTo>
                <a:lnTo>
                  <a:pt x="2302947" y="53019"/>
                </a:lnTo>
                <a:lnTo>
                  <a:pt x="2389841" y="68393"/>
                </a:lnTo>
                <a:lnTo>
                  <a:pt x="2476736" y="42372"/>
                </a:lnTo>
                <a:lnTo>
                  <a:pt x="2563631" y="42010"/>
                </a:lnTo>
                <a:lnTo>
                  <a:pt x="2650526" y="11133"/>
                </a:lnTo>
                <a:lnTo>
                  <a:pt x="2737420" y="44805"/>
                </a:lnTo>
                <a:lnTo>
                  <a:pt x="2824315" y="32849"/>
                </a:lnTo>
                <a:lnTo>
                  <a:pt x="2911210" y="41260"/>
                </a:lnTo>
                <a:lnTo>
                  <a:pt x="2998105" y="60072"/>
                </a:lnTo>
                <a:lnTo>
                  <a:pt x="3084999" y="51639"/>
                </a:lnTo>
                <a:lnTo>
                  <a:pt x="3171894" y="50460"/>
                </a:lnTo>
                <a:lnTo>
                  <a:pt x="3258789" y="62872"/>
                </a:lnTo>
                <a:lnTo>
                  <a:pt x="3345683" y="38152"/>
                </a:lnTo>
                <a:lnTo>
                  <a:pt x="3432578" y="32271"/>
                </a:lnTo>
                <a:lnTo>
                  <a:pt x="3519473" y="46172"/>
                </a:lnTo>
                <a:lnTo>
                  <a:pt x="3606368" y="40004"/>
                </a:lnTo>
                <a:lnTo>
                  <a:pt x="3693262" y="52049"/>
                </a:lnTo>
                <a:lnTo>
                  <a:pt x="3780157" y="20722"/>
                </a:lnTo>
                <a:lnTo>
                  <a:pt x="3867052" y="55410"/>
                </a:lnTo>
                <a:lnTo>
                  <a:pt x="3953947" y="18271"/>
                </a:lnTo>
                <a:lnTo>
                  <a:pt x="4040841" y="17906"/>
                </a:lnTo>
                <a:lnTo>
                  <a:pt x="4127736" y="13235"/>
                </a:lnTo>
                <a:lnTo>
                  <a:pt x="4214631" y="18799"/>
                </a:lnTo>
                <a:lnTo>
                  <a:pt x="4301526" y="23304"/>
                </a:lnTo>
                <a:lnTo>
                  <a:pt x="4388420" y="25784"/>
                </a:lnTo>
                <a:lnTo>
                  <a:pt x="4475315" y="13649"/>
                </a:lnTo>
                <a:lnTo>
                  <a:pt x="4562210" y="9202"/>
                </a:lnTo>
                <a:lnTo>
                  <a:pt x="4649105" y="11515"/>
                </a:lnTo>
                <a:lnTo>
                  <a:pt x="4735999" y="27182"/>
                </a:lnTo>
                <a:lnTo>
                  <a:pt x="4822894" y="0"/>
                </a:lnTo>
                <a:lnTo>
                  <a:pt x="4909789" y="16736"/>
                </a:lnTo>
                <a:lnTo>
                  <a:pt x="4996748" y="44229"/>
                </a:lnTo>
                <a:lnTo>
                  <a:pt x="5002201" y="130634"/>
                </a:lnTo>
                <a:lnTo>
                  <a:pt x="5013019" y="217039"/>
                </a:lnTo>
                <a:lnTo>
                  <a:pt x="5018712" y="303445"/>
                </a:lnTo>
                <a:lnTo>
                  <a:pt x="5011541" y="389850"/>
                </a:lnTo>
                <a:lnTo>
                  <a:pt x="5008002" y="476255"/>
                </a:lnTo>
                <a:lnTo>
                  <a:pt x="5033157" y="562661"/>
                </a:lnTo>
                <a:lnTo>
                  <a:pt x="5031225" y="649066"/>
                </a:lnTo>
                <a:lnTo>
                  <a:pt x="5016090" y="735471"/>
                </a:lnTo>
                <a:lnTo>
                  <a:pt x="5027084" y="821877"/>
                </a:lnTo>
                <a:lnTo>
                  <a:pt x="5021088" y="908282"/>
                </a:lnTo>
                <a:lnTo>
                  <a:pt x="5015691" y="994687"/>
                </a:lnTo>
                <a:lnTo>
                  <a:pt x="5003029" y="1081093"/>
                </a:lnTo>
                <a:lnTo>
                  <a:pt x="5011175" y="1167498"/>
                </a:lnTo>
                <a:lnTo>
                  <a:pt x="5027202" y="1253904"/>
                </a:lnTo>
                <a:lnTo>
                  <a:pt x="5016633" y="1340309"/>
                </a:lnTo>
                <a:lnTo>
                  <a:pt x="5018015" y="1426714"/>
                </a:lnTo>
                <a:lnTo>
                  <a:pt x="5021206" y="1513120"/>
                </a:lnTo>
                <a:lnTo>
                  <a:pt x="5029986" y="1599525"/>
                </a:lnTo>
                <a:lnTo>
                  <a:pt x="5005202" y="1685930"/>
                </a:lnTo>
                <a:lnTo>
                  <a:pt x="5014406" y="1772336"/>
                </a:lnTo>
                <a:lnTo>
                  <a:pt x="5021391" y="1858741"/>
                </a:lnTo>
                <a:lnTo>
                  <a:pt x="5027729" y="1945146"/>
                </a:lnTo>
                <a:lnTo>
                  <a:pt x="5022771" y="2031552"/>
                </a:lnTo>
                <a:lnTo>
                  <a:pt x="5024835" y="2117957"/>
                </a:lnTo>
                <a:lnTo>
                  <a:pt x="5008300" y="2204362"/>
                </a:lnTo>
                <a:lnTo>
                  <a:pt x="5014071" y="2290768"/>
                </a:lnTo>
                <a:lnTo>
                  <a:pt x="5006156" y="2377173"/>
                </a:lnTo>
                <a:lnTo>
                  <a:pt x="5023429" y="2463579"/>
                </a:lnTo>
                <a:lnTo>
                  <a:pt x="5039833" y="2549984"/>
                </a:lnTo>
                <a:lnTo>
                  <a:pt x="5023407" y="2636389"/>
                </a:lnTo>
                <a:lnTo>
                  <a:pt x="5037568" y="2722795"/>
                </a:lnTo>
                <a:lnTo>
                  <a:pt x="5043451" y="2809200"/>
                </a:lnTo>
                <a:lnTo>
                  <a:pt x="5010559" y="2895605"/>
                </a:lnTo>
                <a:lnTo>
                  <a:pt x="5027608" y="2982011"/>
                </a:lnTo>
                <a:lnTo>
                  <a:pt x="5035791" y="3068416"/>
                </a:lnTo>
                <a:lnTo>
                  <a:pt x="5045195" y="3154821"/>
                </a:lnTo>
                <a:lnTo>
                  <a:pt x="5030379" y="3241227"/>
                </a:lnTo>
                <a:lnTo>
                  <a:pt x="5024804" y="3327632"/>
                </a:lnTo>
                <a:lnTo>
                  <a:pt x="5026845" y="3414037"/>
                </a:lnTo>
                <a:lnTo>
                  <a:pt x="5018229" y="3500443"/>
                </a:lnTo>
                <a:lnTo>
                  <a:pt x="5032439" y="3586848"/>
                </a:lnTo>
                <a:lnTo>
                  <a:pt x="5005691" y="3673254"/>
                </a:lnTo>
                <a:lnTo>
                  <a:pt x="4986401" y="3759659"/>
                </a:lnTo>
                <a:lnTo>
                  <a:pt x="4996587" y="3846064"/>
                </a:lnTo>
                <a:lnTo>
                  <a:pt x="5011275" y="3932470"/>
                </a:lnTo>
                <a:lnTo>
                  <a:pt x="5028048" y="4018875"/>
                </a:lnTo>
                <a:lnTo>
                  <a:pt x="5019274" y="4105280"/>
                </a:lnTo>
                <a:lnTo>
                  <a:pt x="4992034" y="4191686"/>
                </a:lnTo>
                <a:lnTo>
                  <a:pt x="4995048" y="4278091"/>
                </a:lnTo>
                <a:lnTo>
                  <a:pt x="4992635" y="4364496"/>
                </a:lnTo>
                <a:lnTo>
                  <a:pt x="5007012" y="4450902"/>
                </a:lnTo>
                <a:lnTo>
                  <a:pt x="5015668" y="4537307"/>
                </a:lnTo>
                <a:lnTo>
                  <a:pt x="5027554" y="4623712"/>
                </a:lnTo>
                <a:lnTo>
                  <a:pt x="5014786" y="4710118"/>
                </a:lnTo>
                <a:lnTo>
                  <a:pt x="5022940" y="4796523"/>
                </a:lnTo>
                <a:lnTo>
                  <a:pt x="4996684" y="4868132"/>
                </a:lnTo>
                <a:lnTo>
                  <a:pt x="4909789" y="4898960"/>
                </a:lnTo>
                <a:lnTo>
                  <a:pt x="4822894" y="4915280"/>
                </a:lnTo>
                <a:lnTo>
                  <a:pt x="4735999" y="4900572"/>
                </a:lnTo>
                <a:lnTo>
                  <a:pt x="4649105" y="4885778"/>
                </a:lnTo>
                <a:lnTo>
                  <a:pt x="4562210" y="4900843"/>
                </a:lnTo>
                <a:lnTo>
                  <a:pt x="4475315" y="4912727"/>
                </a:lnTo>
                <a:lnTo>
                  <a:pt x="4388420" y="4902053"/>
                </a:lnTo>
                <a:lnTo>
                  <a:pt x="4301526" y="4910239"/>
                </a:lnTo>
                <a:lnTo>
                  <a:pt x="4214631" y="4919349"/>
                </a:lnTo>
                <a:lnTo>
                  <a:pt x="4127736" y="4917490"/>
                </a:lnTo>
                <a:lnTo>
                  <a:pt x="4040841" y="4927654"/>
                </a:lnTo>
                <a:lnTo>
                  <a:pt x="3953947" y="4926267"/>
                </a:lnTo>
                <a:lnTo>
                  <a:pt x="3867052" y="4893774"/>
                </a:lnTo>
                <a:lnTo>
                  <a:pt x="3780157" y="4900813"/>
                </a:lnTo>
                <a:lnTo>
                  <a:pt x="3693262" y="4906253"/>
                </a:lnTo>
                <a:lnTo>
                  <a:pt x="3606368" y="4931007"/>
                </a:lnTo>
                <a:lnTo>
                  <a:pt x="3519473" y="4905471"/>
                </a:lnTo>
                <a:lnTo>
                  <a:pt x="3432578" y="4915356"/>
                </a:lnTo>
                <a:lnTo>
                  <a:pt x="3345684" y="4909348"/>
                </a:lnTo>
                <a:lnTo>
                  <a:pt x="3258789" y="4912600"/>
                </a:lnTo>
                <a:lnTo>
                  <a:pt x="3171894" y="4887704"/>
                </a:lnTo>
                <a:lnTo>
                  <a:pt x="3084999" y="4888806"/>
                </a:lnTo>
                <a:lnTo>
                  <a:pt x="2998105" y="4894529"/>
                </a:lnTo>
                <a:lnTo>
                  <a:pt x="2911210" y="4888744"/>
                </a:lnTo>
                <a:lnTo>
                  <a:pt x="2824315" y="4890067"/>
                </a:lnTo>
                <a:lnTo>
                  <a:pt x="2737420" y="4907606"/>
                </a:lnTo>
                <a:lnTo>
                  <a:pt x="2650526" y="4898604"/>
                </a:lnTo>
                <a:lnTo>
                  <a:pt x="2563631" y="4876429"/>
                </a:lnTo>
                <a:lnTo>
                  <a:pt x="2476736" y="4909971"/>
                </a:lnTo>
                <a:lnTo>
                  <a:pt x="2389841" y="4870034"/>
                </a:lnTo>
                <a:lnTo>
                  <a:pt x="2302947" y="4883378"/>
                </a:lnTo>
                <a:lnTo>
                  <a:pt x="2216052" y="4887371"/>
                </a:lnTo>
                <a:lnTo>
                  <a:pt x="2129157" y="4909346"/>
                </a:lnTo>
                <a:lnTo>
                  <a:pt x="2042262" y="4893573"/>
                </a:lnTo>
                <a:lnTo>
                  <a:pt x="1955368" y="4896777"/>
                </a:lnTo>
                <a:lnTo>
                  <a:pt x="1868473" y="4921714"/>
                </a:lnTo>
                <a:lnTo>
                  <a:pt x="1781578" y="4916490"/>
                </a:lnTo>
                <a:lnTo>
                  <a:pt x="1694684" y="4903622"/>
                </a:lnTo>
                <a:lnTo>
                  <a:pt x="1607789" y="4907173"/>
                </a:lnTo>
                <a:lnTo>
                  <a:pt x="1520894" y="4872266"/>
                </a:lnTo>
                <a:lnTo>
                  <a:pt x="1433999" y="4869213"/>
                </a:lnTo>
                <a:lnTo>
                  <a:pt x="1347105" y="4875666"/>
                </a:lnTo>
                <a:lnTo>
                  <a:pt x="1260210" y="4858039"/>
                </a:lnTo>
                <a:lnTo>
                  <a:pt x="1173315" y="4869965"/>
                </a:lnTo>
                <a:lnTo>
                  <a:pt x="1086420" y="4862477"/>
                </a:lnTo>
                <a:lnTo>
                  <a:pt x="999526" y="4885890"/>
                </a:lnTo>
                <a:lnTo>
                  <a:pt x="912631" y="4901571"/>
                </a:lnTo>
                <a:lnTo>
                  <a:pt x="825736" y="4906994"/>
                </a:lnTo>
                <a:lnTo>
                  <a:pt x="738841" y="4913122"/>
                </a:lnTo>
                <a:lnTo>
                  <a:pt x="651947" y="4914648"/>
                </a:lnTo>
                <a:lnTo>
                  <a:pt x="565052" y="4906998"/>
                </a:lnTo>
                <a:lnTo>
                  <a:pt x="478157" y="4887473"/>
                </a:lnTo>
                <a:lnTo>
                  <a:pt x="391262" y="4889445"/>
                </a:lnTo>
                <a:lnTo>
                  <a:pt x="304368" y="4873059"/>
                </a:lnTo>
                <a:lnTo>
                  <a:pt x="217473" y="4873183"/>
                </a:lnTo>
                <a:lnTo>
                  <a:pt x="130578" y="4877453"/>
                </a:lnTo>
                <a:lnTo>
                  <a:pt x="72884" y="4882929"/>
                </a:lnTo>
                <a:lnTo>
                  <a:pt x="71397" y="4796523"/>
                </a:lnTo>
                <a:lnTo>
                  <a:pt x="77558" y="4710118"/>
                </a:lnTo>
                <a:lnTo>
                  <a:pt x="44058" y="4623712"/>
                </a:lnTo>
                <a:lnTo>
                  <a:pt x="60068" y="4537307"/>
                </a:lnTo>
                <a:lnTo>
                  <a:pt x="47749" y="4450902"/>
                </a:lnTo>
                <a:lnTo>
                  <a:pt x="72134" y="4364496"/>
                </a:lnTo>
                <a:lnTo>
                  <a:pt x="63782" y="4278091"/>
                </a:lnTo>
                <a:lnTo>
                  <a:pt x="44152" y="4191686"/>
                </a:lnTo>
                <a:lnTo>
                  <a:pt x="49947" y="4105280"/>
                </a:lnTo>
                <a:lnTo>
                  <a:pt x="63580" y="4018875"/>
                </a:lnTo>
                <a:lnTo>
                  <a:pt x="61988" y="3932470"/>
                </a:lnTo>
                <a:lnTo>
                  <a:pt x="55876" y="3846064"/>
                </a:lnTo>
                <a:lnTo>
                  <a:pt x="68837" y="3759659"/>
                </a:lnTo>
                <a:lnTo>
                  <a:pt x="63222" y="3673254"/>
                </a:lnTo>
                <a:lnTo>
                  <a:pt x="83197" y="3586848"/>
                </a:lnTo>
                <a:lnTo>
                  <a:pt x="65431" y="3500443"/>
                </a:lnTo>
                <a:lnTo>
                  <a:pt x="74162" y="3414037"/>
                </a:lnTo>
                <a:lnTo>
                  <a:pt x="72436" y="3327632"/>
                </a:lnTo>
                <a:lnTo>
                  <a:pt x="57107" y="3241227"/>
                </a:lnTo>
                <a:lnTo>
                  <a:pt x="61880" y="3154821"/>
                </a:lnTo>
                <a:lnTo>
                  <a:pt x="60786" y="3068416"/>
                </a:lnTo>
                <a:lnTo>
                  <a:pt x="54589" y="2982011"/>
                </a:lnTo>
                <a:lnTo>
                  <a:pt x="76356" y="2895605"/>
                </a:lnTo>
                <a:lnTo>
                  <a:pt x="40534" y="2809200"/>
                </a:lnTo>
                <a:lnTo>
                  <a:pt x="54569" y="2722795"/>
                </a:lnTo>
                <a:lnTo>
                  <a:pt x="22205" y="2636389"/>
                </a:lnTo>
                <a:lnTo>
                  <a:pt x="56956" y="2549984"/>
                </a:lnTo>
                <a:lnTo>
                  <a:pt x="43712" y="2463579"/>
                </a:lnTo>
                <a:lnTo>
                  <a:pt x="35789" y="2377173"/>
                </a:lnTo>
                <a:lnTo>
                  <a:pt x="32127" y="2290768"/>
                </a:lnTo>
                <a:lnTo>
                  <a:pt x="46041" y="2204362"/>
                </a:lnTo>
                <a:lnTo>
                  <a:pt x="2821" y="2117957"/>
                </a:lnTo>
                <a:lnTo>
                  <a:pt x="4867" y="2031552"/>
                </a:lnTo>
                <a:lnTo>
                  <a:pt x="0" y="1945146"/>
                </a:lnTo>
                <a:lnTo>
                  <a:pt x="36329" y="1858741"/>
                </a:lnTo>
                <a:lnTo>
                  <a:pt x="49134" y="1772336"/>
                </a:lnTo>
                <a:lnTo>
                  <a:pt x="22979" y="1685930"/>
                </a:lnTo>
                <a:lnTo>
                  <a:pt x="43715" y="1599525"/>
                </a:lnTo>
                <a:lnTo>
                  <a:pt x="29073" y="1513120"/>
                </a:lnTo>
                <a:lnTo>
                  <a:pt x="55357" y="1426714"/>
                </a:lnTo>
                <a:lnTo>
                  <a:pt x="19919" y="1340309"/>
                </a:lnTo>
                <a:lnTo>
                  <a:pt x="40505" y="1253904"/>
                </a:lnTo>
                <a:lnTo>
                  <a:pt x="48196" y="1167498"/>
                </a:lnTo>
                <a:lnTo>
                  <a:pt x="28229" y="1081093"/>
                </a:lnTo>
                <a:lnTo>
                  <a:pt x="51915" y="994687"/>
                </a:lnTo>
                <a:lnTo>
                  <a:pt x="33214" y="908282"/>
                </a:lnTo>
                <a:lnTo>
                  <a:pt x="36768" y="821877"/>
                </a:lnTo>
                <a:lnTo>
                  <a:pt x="43338" y="735471"/>
                </a:lnTo>
                <a:lnTo>
                  <a:pt x="6099" y="649066"/>
                </a:lnTo>
                <a:lnTo>
                  <a:pt x="27115" y="562661"/>
                </a:lnTo>
                <a:lnTo>
                  <a:pt x="15868" y="476255"/>
                </a:lnTo>
                <a:lnTo>
                  <a:pt x="22232" y="389850"/>
                </a:lnTo>
                <a:lnTo>
                  <a:pt x="17862" y="303445"/>
                </a:lnTo>
                <a:lnTo>
                  <a:pt x="9231" y="217039"/>
                </a:lnTo>
                <a:lnTo>
                  <a:pt x="22479" y="130634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540000">
            <a:off x="1242105" y="1848148"/>
            <a:ext cx="41148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02 · 지역별 노출도의 배경</a:t>
            </a:r>
          </a:p>
        </p:txBody>
      </p:sp>
      <p:sp>
        <p:nvSpPr>
          <p:cNvPr id="7" name="TextBox 6"/>
          <p:cNvSpPr txBox="1"/>
          <p:nvPr/>
        </p:nvSpPr>
        <p:spPr>
          <a:xfrm rot="21540000">
            <a:off x="1248090" y="2095746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rgbClr val="5C2E14"/>
                </a:solidFill>
                <a:latin typeface="Arial"/>
                <a:ea typeface="맑은 고딕"/>
              </a:rPr>
              <a:t>권역별 취업자의 직군 비중</a:t>
            </a:r>
          </a:p>
        </p:txBody>
      </p:sp>
      <p:sp>
        <p:nvSpPr>
          <p:cNvPr id="8" name="TextBox 7"/>
          <p:cNvSpPr txBox="1"/>
          <p:nvPr/>
        </p:nvSpPr>
        <p:spPr>
          <a:xfrm rot="21540000">
            <a:off x="1263549" y="2552811"/>
            <a:ext cx="41148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수도권에는 생성형 · 에이전틱 AI 노출도가 높은 </a:t>
            </a:r>
            <a:r>
              <a:rPr sz="1200" b="1">
                <a:solidFill>
                  <a:srgbClr val="3B2414"/>
                </a:solidFill>
                <a:latin typeface="Arial"/>
                <a:ea typeface="맑은 고딕"/>
              </a:rPr>
              <a:t>전문가 · 사무직</a:t>
            </a: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 일자리가, 비수도권에는 피지컬AI 노출도가 높은 </a:t>
            </a:r>
            <a:r>
              <a:rPr sz="1200" b="1">
                <a:solidFill>
                  <a:srgbClr val="3B2414"/>
                </a:solidFill>
                <a:latin typeface="Arial"/>
                <a:ea typeface="맑은 고딕"/>
              </a:rPr>
              <a:t>장치·기계조작 · 단순노무</a:t>
            </a: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 일자리가 더 많습니다.</a:t>
            </a:r>
          </a:p>
        </p:txBody>
      </p:sp>
      <p:sp>
        <p:nvSpPr>
          <p:cNvPr id="9" name="TextBox 8"/>
          <p:cNvSpPr txBox="1"/>
          <p:nvPr/>
        </p:nvSpPr>
        <p:spPr>
          <a:xfrm rot="21540000">
            <a:off x="1282001" y="3848050"/>
            <a:ext cx="4114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배경에는 수도권의 지식서비스업 집중과 비수도권의 높은 제조업 · 농림어업 비중이 있습니다.</a:t>
            </a:r>
          </a:p>
        </p:txBody>
      </p:sp>
      <p:sp>
        <p:nvSpPr>
          <p:cNvPr id="10" name="Rectangle 9"/>
          <p:cNvSpPr/>
          <p:nvPr/>
        </p:nvSpPr>
        <p:spPr>
          <a:xfrm rot="21540000">
            <a:off x="1301950" y="4838476"/>
            <a:ext cx="4114800" cy="1066800"/>
          </a:xfrm>
          <a:prstGeom prst="rect">
            <a:avLst/>
          </a:prstGeom>
          <a:solidFill>
            <a:srgbClr val="E1D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1540000">
            <a:off x="1302259" y="4873884"/>
            <a:ext cx="57150" cy="1066800"/>
          </a:xfrm>
          <a:prstGeom prst="rect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21540000">
            <a:off x="1511660" y="4971160"/>
            <a:ext cx="3771900" cy="819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75" b="1">
                <a:solidFill>
                  <a:srgbClr val="3B2414"/>
                </a:solidFill>
                <a:latin typeface="Arial"/>
                <a:ea typeface="맑은 고딕"/>
              </a:rPr>
              <a:t>가장 큰 차이</a:t>
            </a:r>
            <a:r>
              <a:rPr sz="1275" b="0">
                <a:solidFill>
                  <a:srgbClr val="3B2414"/>
                </a:solidFill>
                <a:latin typeface="Arial"/>
                <a:ea typeface="맑은 고딕"/>
              </a:rPr>
              <a:t> · 전문가 비중이 수도권 28.1%, 비수도권 18.0%로 </a:t>
            </a:r>
            <a:r>
              <a:rPr sz="1275" b="1">
                <a:solidFill>
                  <a:srgbClr val="3B2414"/>
                </a:solidFill>
                <a:latin typeface="Arial"/>
                <a:ea typeface="맑은 고딕"/>
              </a:rPr>
              <a:t>10.1%p</a:t>
            </a:r>
            <a:r>
              <a:rPr sz="1275" b="0">
                <a:solidFill>
                  <a:srgbClr val="3B2414"/>
                </a:solidFill>
                <a:latin typeface="Arial"/>
                <a:ea typeface="맑은 고딕"/>
              </a:rPr>
              <a:t> 벌어져 있습니다.</a:t>
            </a:r>
          </a:p>
        </p:txBody>
      </p:sp>
      <p:pic>
        <p:nvPicPr>
          <p:cNvPr id="13" name="Picture 12" descr="chart_jobs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1250" y="990600"/>
            <a:ext cx="5524500" cy="4953000"/>
          </a:xfrm>
          <a:prstGeom prst="rect">
            <a:avLst/>
          </a:prstGeom>
        </p:spPr>
      </p:pic>
      <p:pic>
        <p:nvPicPr>
          <p:cNvPr id="14" name="Picture 13" descr="fern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000000">
            <a:off x="11391900" y="4191000"/>
            <a:ext cx="7620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180000">
            <a:off x="-714901" y="-519018"/>
            <a:ext cx="2094321" cy="7989597"/>
          </a:xfrm>
          <a:custGeom>
            <a:avLst/>
            <a:gdLst/>
            <a:ahLst/>
            <a:cxnLst/>
            <a:rect l="l" t="t" r="r" b="b"/>
            <a:pathLst>
              <a:path w="2094321" h="7989597">
                <a:moveTo>
                  <a:pt x="48151" y="22572"/>
                </a:moveTo>
                <a:lnTo>
                  <a:pt x="135119" y="19309"/>
                </a:lnTo>
                <a:lnTo>
                  <a:pt x="222086" y="14953"/>
                </a:lnTo>
                <a:lnTo>
                  <a:pt x="309054" y="32203"/>
                </a:lnTo>
                <a:lnTo>
                  <a:pt x="396021" y="36530"/>
                </a:lnTo>
                <a:lnTo>
                  <a:pt x="482988" y="29676"/>
                </a:lnTo>
                <a:lnTo>
                  <a:pt x="569956" y="0"/>
                </a:lnTo>
                <a:lnTo>
                  <a:pt x="656923" y="9465"/>
                </a:lnTo>
                <a:lnTo>
                  <a:pt x="743890" y="19720"/>
                </a:lnTo>
                <a:lnTo>
                  <a:pt x="830857" y="19920"/>
                </a:lnTo>
                <a:lnTo>
                  <a:pt x="917824" y="35533"/>
                </a:lnTo>
                <a:lnTo>
                  <a:pt x="1004792" y="22033"/>
                </a:lnTo>
                <a:lnTo>
                  <a:pt x="1091759" y="47768"/>
                </a:lnTo>
                <a:lnTo>
                  <a:pt x="1178727" y="9482"/>
                </a:lnTo>
                <a:lnTo>
                  <a:pt x="1265694" y="40441"/>
                </a:lnTo>
                <a:lnTo>
                  <a:pt x="1352661" y="10774"/>
                </a:lnTo>
                <a:lnTo>
                  <a:pt x="1439629" y="12946"/>
                </a:lnTo>
                <a:lnTo>
                  <a:pt x="1526596" y="5272"/>
                </a:lnTo>
                <a:lnTo>
                  <a:pt x="1613564" y="29211"/>
                </a:lnTo>
                <a:lnTo>
                  <a:pt x="1700531" y="36181"/>
                </a:lnTo>
                <a:lnTo>
                  <a:pt x="1787498" y="4451"/>
                </a:lnTo>
                <a:lnTo>
                  <a:pt x="1874466" y="27596"/>
                </a:lnTo>
                <a:lnTo>
                  <a:pt x="1961433" y="10161"/>
                </a:lnTo>
                <a:lnTo>
                  <a:pt x="2019643" y="42768"/>
                </a:lnTo>
                <a:lnTo>
                  <a:pt x="2023883" y="128701"/>
                </a:lnTo>
                <a:lnTo>
                  <a:pt x="2016835" y="214633"/>
                </a:lnTo>
                <a:lnTo>
                  <a:pt x="2016155" y="300565"/>
                </a:lnTo>
                <a:lnTo>
                  <a:pt x="2008111" y="386497"/>
                </a:lnTo>
                <a:lnTo>
                  <a:pt x="2025822" y="472429"/>
                </a:lnTo>
                <a:lnTo>
                  <a:pt x="2021952" y="558360"/>
                </a:lnTo>
                <a:lnTo>
                  <a:pt x="2037177" y="644292"/>
                </a:lnTo>
                <a:lnTo>
                  <a:pt x="2022348" y="730224"/>
                </a:lnTo>
                <a:lnTo>
                  <a:pt x="2031630" y="816156"/>
                </a:lnTo>
                <a:lnTo>
                  <a:pt x="2014324" y="902088"/>
                </a:lnTo>
                <a:lnTo>
                  <a:pt x="2026162" y="988020"/>
                </a:lnTo>
                <a:lnTo>
                  <a:pt x="2020407" y="1073952"/>
                </a:lnTo>
                <a:lnTo>
                  <a:pt x="2028536" y="1159884"/>
                </a:lnTo>
                <a:lnTo>
                  <a:pt x="2019451" y="1245816"/>
                </a:lnTo>
                <a:lnTo>
                  <a:pt x="2021037" y="1331748"/>
                </a:lnTo>
                <a:lnTo>
                  <a:pt x="2019261" y="1417681"/>
                </a:lnTo>
                <a:lnTo>
                  <a:pt x="2022708" y="1503613"/>
                </a:lnTo>
                <a:lnTo>
                  <a:pt x="2031114" y="1589545"/>
                </a:lnTo>
                <a:lnTo>
                  <a:pt x="2012251" y="1675477"/>
                </a:lnTo>
                <a:lnTo>
                  <a:pt x="2028805" y="1761409"/>
                </a:lnTo>
                <a:lnTo>
                  <a:pt x="2027345" y="1847341"/>
                </a:lnTo>
                <a:lnTo>
                  <a:pt x="2046155" y="1933273"/>
                </a:lnTo>
                <a:lnTo>
                  <a:pt x="2038104" y="2019205"/>
                </a:lnTo>
                <a:lnTo>
                  <a:pt x="2020623" y="2105137"/>
                </a:lnTo>
                <a:lnTo>
                  <a:pt x="2026498" y="2191069"/>
                </a:lnTo>
                <a:lnTo>
                  <a:pt x="2042440" y="2277001"/>
                </a:lnTo>
                <a:lnTo>
                  <a:pt x="2015157" y="2362933"/>
                </a:lnTo>
                <a:lnTo>
                  <a:pt x="2019615" y="2448865"/>
                </a:lnTo>
                <a:lnTo>
                  <a:pt x="2033603" y="2534797"/>
                </a:lnTo>
                <a:lnTo>
                  <a:pt x="2036903" y="2620729"/>
                </a:lnTo>
                <a:lnTo>
                  <a:pt x="2031680" y="2706662"/>
                </a:lnTo>
                <a:lnTo>
                  <a:pt x="2028697" y="2792594"/>
                </a:lnTo>
                <a:lnTo>
                  <a:pt x="2033144" y="2878526"/>
                </a:lnTo>
                <a:lnTo>
                  <a:pt x="2023034" y="2964458"/>
                </a:lnTo>
                <a:lnTo>
                  <a:pt x="2010359" y="3050390"/>
                </a:lnTo>
                <a:lnTo>
                  <a:pt x="2017635" y="3136322"/>
                </a:lnTo>
                <a:lnTo>
                  <a:pt x="2029140" y="3222254"/>
                </a:lnTo>
                <a:lnTo>
                  <a:pt x="2033508" y="3308186"/>
                </a:lnTo>
                <a:lnTo>
                  <a:pt x="2022021" y="3394118"/>
                </a:lnTo>
                <a:lnTo>
                  <a:pt x="2034531" y="3480050"/>
                </a:lnTo>
                <a:lnTo>
                  <a:pt x="2014792" y="3565982"/>
                </a:lnTo>
                <a:lnTo>
                  <a:pt x="2020140" y="3651914"/>
                </a:lnTo>
                <a:lnTo>
                  <a:pt x="2017443" y="3737846"/>
                </a:lnTo>
                <a:lnTo>
                  <a:pt x="2026809" y="3823778"/>
                </a:lnTo>
                <a:lnTo>
                  <a:pt x="2049990" y="3909710"/>
                </a:lnTo>
                <a:lnTo>
                  <a:pt x="2045256" y="3995643"/>
                </a:lnTo>
                <a:lnTo>
                  <a:pt x="2040481" y="4081575"/>
                </a:lnTo>
                <a:lnTo>
                  <a:pt x="2022651" y="4167507"/>
                </a:lnTo>
                <a:lnTo>
                  <a:pt x="2037009" y="4253439"/>
                </a:lnTo>
                <a:lnTo>
                  <a:pt x="2004228" y="4339371"/>
                </a:lnTo>
                <a:lnTo>
                  <a:pt x="2001306" y="4425303"/>
                </a:lnTo>
                <a:lnTo>
                  <a:pt x="2022551" y="4511235"/>
                </a:lnTo>
                <a:lnTo>
                  <a:pt x="2043405" y="4597167"/>
                </a:lnTo>
                <a:lnTo>
                  <a:pt x="2011387" y="4683099"/>
                </a:lnTo>
                <a:lnTo>
                  <a:pt x="2022695" y="4769031"/>
                </a:lnTo>
                <a:lnTo>
                  <a:pt x="2012519" y="4854963"/>
                </a:lnTo>
                <a:lnTo>
                  <a:pt x="2006509" y="4940895"/>
                </a:lnTo>
                <a:lnTo>
                  <a:pt x="2022625" y="5026827"/>
                </a:lnTo>
                <a:lnTo>
                  <a:pt x="2033005" y="5112759"/>
                </a:lnTo>
                <a:lnTo>
                  <a:pt x="2024490" y="5198691"/>
                </a:lnTo>
                <a:lnTo>
                  <a:pt x="2010829" y="5284623"/>
                </a:lnTo>
                <a:lnTo>
                  <a:pt x="2031080" y="5370556"/>
                </a:lnTo>
                <a:lnTo>
                  <a:pt x="2033214" y="5456488"/>
                </a:lnTo>
                <a:lnTo>
                  <a:pt x="2047081" y="5542420"/>
                </a:lnTo>
                <a:lnTo>
                  <a:pt x="2052018" y="5628352"/>
                </a:lnTo>
                <a:lnTo>
                  <a:pt x="2042148" y="5714284"/>
                </a:lnTo>
                <a:lnTo>
                  <a:pt x="2027011" y="5800216"/>
                </a:lnTo>
                <a:lnTo>
                  <a:pt x="2051395" y="5886148"/>
                </a:lnTo>
                <a:lnTo>
                  <a:pt x="2065061" y="5972080"/>
                </a:lnTo>
                <a:lnTo>
                  <a:pt x="2092835" y="6058012"/>
                </a:lnTo>
                <a:lnTo>
                  <a:pt x="2092982" y="6143944"/>
                </a:lnTo>
                <a:lnTo>
                  <a:pt x="2069386" y="6229876"/>
                </a:lnTo>
                <a:lnTo>
                  <a:pt x="2066991" y="6315808"/>
                </a:lnTo>
                <a:lnTo>
                  <a:pt x="2075472" y="6401740"/>
                </a:lnTo>
                <a:lnTo>
                  <a:pt x="2077147" y="6487672"/>
                </a:lnTo>
                <a:lnTo>
                  <a:pt x="2053311" y="6573604"/>
                </a:lnTo>
                <a:lnTo>
                  <a:pt x="2070341" y="6659537"/>
                </a:lnTo>
                <a:lnTo>
                  <a:pt x="2075815" y="6745469"/>
                </a:lnTo>
                <a:lnTo>
                  <a:pt x="2077055" y="6831401"/>
                </a:lnTo>
                <a:lnTo>
                  <a:pt x="2078496" y="6917333"/>
                </a:lnTo>
                <a:lnTo>
                  <a:pt x="2069586" y="7003265"/>
                </a:lnTo>
                <a:lnTo>
                  <a:pt x="2077553" y="7089197"/>
                </a:lnTo>
                <a:lnTo>
                  <a:pt x="2074571" y="7175129"/>
                </a:lnTo>
                <a:lnTo>
                  <a:pt x="2086694" y="7261061"/>
                </a:lnTo>
                <a:lnTo>
                  <a:pt x="2069252" y="7346993"/>
                </a:lnTo>
                <a:lnTo>
                  <a:pt x="2082128" y="7432925"/>
                </a:lnTo>
                <a:lnTo>
                  <a:pt x="2061772" y="7518857"/>
                </a:lnTo>
                <a:lnTo>
                  <a:pt x="2054078" y="7604789"/>
                </a:lnTo>
                <a:lnTo>
                  <a:pt x="2069055" y="7690721"/>
                </a:lnTo>
                <a:lnTo>
                  <a:pt x="2094321" y="7776653"/>
                </a:lnTo>
                <a:lnTo>
                  <a:pt x="2083719" y="7862585"/>
                </a:lnTo>
                <a:lnTo>
                  <a:pt x="2048401" y="7966181"/>
                </a:lnTo>
                <a:lnTo>
                  <a:pt x="1961433" y="7974626"/>
                </a:lnTo>
                <a:lnTo>
                  <a:pt x="1874466" y="7969428"/>
                </a:lnTo>
                <a:lnTo>
                  <a:pt x="1787498" y="7967507"/>
                </a:lnTo>
                <a:lnTo>
                  <a:pt x="1700531" y="7961336"/>
                </a:lnTo>
                <a:lnTo>
                  <a:pt x="1613564" y="7976382"/>
                </a:lnTo>
                <a:lnTo>
                  <a:pt x="1526596" y="7989597"/>
                </a:lnTo>
                <a:lnTo>
                  <a:pt x="1439629" y="7973586"/>
                </a:lnTo>
                <a:lnTo>
                  <a:pt x="1352661" y="7971220"/>
                </a:lnTo>
                <a:lnTo>
                  <a:pt x="1265694" y="7982100"/>
                </a:lnTo>
                <a:lnTo>
                  <a:pt x="1178727" y="7964503"/>
                </a:lnTo>
                <a:lnTo>
                  <a:pt x="1091759" y="7961890"/>
                </a:lnTo>
                <a:lnTo>
                  <a:pt x="1004792" y="7960531"/>
                </a:lnTo>
                <a:lnTo>
                  <a:pt x="917824" y="7957671"/>
                </a:lnTo>
                <a:lnTo>
                  <a:pt x="830857" y="7967939"/>
                </a:lnTo>
                <a:lnTo>
                  <a:pt x="743890" y="7971998"/>
                </a:lnTo>
                <a:lnTo>
                  <a:pt x="656923" y="7934462"/>
                </a:lnTo>
                <a:lnTo>
                  <a:pt x="569956" y="7958929"/>
                </a:lnTo>
                <a:lnTo>
                  <a:pt x="482988" y="7946003"/>
                </a:lnTo>
                <a:lnTo>
                  <a:pt x="396021" y="7934839"/>
                </a:lnTo>
                <a:lnTo>
                  <a:pt x="309054" y="7960566"/>
                </a:lnTo>
                <a:lnTo>
                  <a:pt x="222086" y="7959540"/>
                </a:lnTo>
                <a:lnTo>
                  <a:pt x="135119" y="7953124"/>
                </a:lnTo>
                <a:lnTo>
                  <a:pt x="61996" y="7948518"/>
                </a:lnTo>
                <a:lnTo>
                  <a:pt x="49267" y="7862585"/>
                </a:lnTo>
                <a:lnTo>
                  <a:pt x="81176" y="7776653"/>
                </a:lnTo>
                <a:lnTo>
                  <a:pt x="70401" y="7690721"/>
                </a:lnTo>
                <a:lnTo>
                  <a:pt x="62523" y="7604789"/>
                </a:lnTo>
                <a:lnTo>
                  <a:pt x="74440" y="7518857"/>
                </a:lnTo>
                <a:lnTo>
                  <a:pt x="49657" y="7432925"/>
                </a:lnTo>
                <a:lnTo>
                  <a:pt x="71646" y="7346993"/>
                </a:lnTo>
                <a:lnTo>
                  <a:pt x="66242" y="7261061"/>
                </a:lnTo>
                <a:lnTo>
                  <a:pt x="73428" y="7175129"/>
                </a:lnTo>
                <a:lnTo>
                  <a:pt x="90606" y="7089197"/>
                </a:lnTo>
                <a:lnTo>
                  <a:pt x="94249" y="7003265"/>
                </a:lnTo>
                <a:lnTo>
                  <a:pt x="73100" y="6917333"/>
                </a:lnTo>
                <a:lnTo>
                  <a:pt x="90026" y="6831401"/>
                </a:lnTo>
                <a:lnTo>
                  <a:pt x="81864" y="6745469"/>
                </a:lnTo>
                <a:lnTo>
                  <a:pt x="58909" y="6659537"/>
                </a:lnTo>
                <a:lnTo>
                  <a:pt x="93110" y="6573604"/>
                </a:lnTo>
                <a:lnTo>
                  <a:pt x="95921" y="6487672"/>
                </a:lnTo>
                <a:lnTo>
                  <a:pt x="90553" y="6401740"/>
                </a:lnTo>
                <a:lnTo>
                  <a:pt x="58651" y="6315808"/>
                </a:lnTo>
                <a:lnTo>
                  <a:pt x="60252" y="6229876"/>
                </a:lnTo>
                <a:lnTo>
                  <a:pt x="73034" y="6143944"/>
                </a:lnTo>
                <a:lnTo>
                  <a:pt x="68984" y="6058012"/>
                </a:lnTo>
                <a:lnTo>
                  <a:pt x="48279" y="5972080"/>
                </a:lnTo>
                <a:lnTo>
                  <a:pt x="84641" y="5886148"/>
                </a:lnTo>
                <a:lnTo>
                  <a:pt x="75977" y="5800216"/>
                </a:lnTo>
                <a:lnTo>
                  <a:pt x="86404" y="5714284"/>
                </a:lnTo>
                <a:lnTo>
                  <a:pt x="75901" y="5628352"/>
                </a:lnTo>
                <a:lnTo>
                  <a:pt x="57435" y="5542420"/>
                </a:lnTo>
                <a:lnTo>
                  <a:pt x="72328" y="5456488"/>
                </a:lnTo>
                <a:lnTo>
                  <a:pt x="81499" y="5370556"/>
                </a:lnTo>
                <a:lnTo>
                  <a:pt x="56676" y="5284623"/>
                </a:lnTo>
                <a:lnTo>
                  <a:pt x="51899" y="5198691"/>
                </a:lnTo>
                <a:lnTo>
                  <a:pt x="53056" y="5112759"/>
                </a:lnTo>
                <a:lnTo>
                  <a:pt x="53338" y="5026827"/>
                </a:lnTo>
                <a:lnTo>
                  <a:pt x="27067" y="4940895"/>
                </a:lnTo>
                <a:lnTo>
                  <a:pt x="55787" y="4854963"/>
                </a:lnTo>
                <a:lnTo>
                  <a:pt x="45959" y="4769031"/>
                </a:lnTo>
                <a:lnTo>
                  <a:pt x="62345" y="4683099"/>
                </a:lnTo>
                <a:lnTo>
                  <a:pt x="78485" y="4597167"/>
                </a:lnTo>
                <a:lnTo>
                  <a:pt x="47592" y="4511235"/>
                </a:lnTo>
                <a:lnTo>
                  <a:pt x="36949" y="4425303"/>
                </a:lnTo>
                <a:lnTo>
                  <a:pt x="63439" y="4339371"/>
                </a:lnTo>
                <a:lnTo>
                  <a:pt x="36189" y="4253439"/>
                </a:lnTo>
                <a:lnTo>
                  <a:pt x="15869" y="4167507"/>
                </a:lnTo>
                <a:lnTo>
                  <a:pt x="40046" y="4081575"/>
                </a:lnTo>
                <a:lnTo>
                  <a:pt x="52848" y="3995643"/>
                </a:lnTo>
                <a:lnTo>
                  <a:pt x="23829" y="3909710"/>
                </a:lnTo>
                <a:lnTo>
                  <a:pt x="23423" y="3823778"/>
                </a:lnTo>
                <a:lnTo>
                  <a:pt x="22107" y="3737846"/>
                </a:lnTo>
                <a:lnTo>
                  <a:pt x="0" y="3651914"/>
                </a:lnTo>
                <a:lnTo>
                  <a:pt x="23526" y="3565982"/>
                </a:lnTo>
                <a:lnTo>
                  <a:pt x="6909" y="3480050"/>
                </a:lnTo>
                <a:lnTo>
                  <a:pt x="13878" y="3394118"/>
                </a:lnTo>
                <a:lnTo>
                  <a:pt x="42689" y="3308186"/>
                </a:lnTo>
                <a:lnTo>
                  <a:pt x="21940" y="3222254"/>
                </a:lnTo>
                <a:lnTo>
                  <a:pt x="31677" y="3136322"/>
                </a:lnTo>
                <a:lnTo>
                  <a:pt x="31084" y="3050390"/>
                </a:lnTo>
                <a:lnTo>
                  <a:pt x="15200" y="2964458"/>
                </a:lnTo>
                <a:lnTo>
                  <a:pt x="6043" y="2878526"/>
                </a:lnTo>
                <a:lnTo>
                  <a:pt x="35042" y="2792594"/>
                </a:lnTo>
                <a:lnTo>
                  <a:pt x="11536" y="2706662"/>
                </a:lnTo>
                <a:lnTo>
                  <a:pt x="34690" y="2620729"/>
                </a:lnTo>
                <a:lnTo>
                  <a:pt x="11286" y="2534797"/>
                </a:lnTo>
                <a:lnTo>
                  <a:pt x="33858" y="2448865"/>
                </a:lnTo>
                <a:lnTo>
                  <a:pt x="16890" y="2362933"/>
                </a:lnTo>
                <a:lnTo>
                  <a:pt x="44028" y="2277001"/>
                </a:lnTo>
                <a:lnTo>
                  <a:pt x="18948" y="2191069"/>
                </a:lnTo>
                <a:lnTo>
                  <a:pt x="7776" y="2105137"/>
                </a:lnTo>
                <a:lnTo>
                  <a:pt x="29123" y="2019205"/>
                </a:lnTo>
                <a:lnTo>
                  <a:pt x="33366" y="1933273"/>
                </a:lnTo>
                <a:lnTo>
                  <a:pt x="25758" y="1847341"/>
                </a:lnTo>
                <a:lnTo>
                  <a:pt x="28515" y="1761409"/>
                </a:lnTo>
                <a:lnTo>
                  <a:pt x="8952" y="1675477"/>
                </a:lnTo>
                <a:lnTo>
                  <a:pt x="12740" y="1589545"/>
                </a:lnTo>
                <a:lnTo>
                  <a:pt x="34936" y="1503613"/>
                </a:lnTo>
                <a:lnTo>
                  <a:pt x="31729" y="1417681"/>
                </a:lnTo>
                <a:lnTo>
                  <a:pt x="5936" y="1331748"/>
                </a:lnTo>
                <a:lnTo>
                  <a:pt x="31866" y="1245816"/>
                </a:lnTo>
                <a:lnTo>
                  <a:pt x="36721" y="1159884"/>
                </a:lnTo>
                <a:lnTo>
                  <a:pt x="13585" y="1073952"/>
                </a:lnTo>
                <a:lnTo>
                  <a:pt x="22441" y="988020"/>
                </a:lnTo>
                <a:lnTo>
                  <a:pt x="25919" y="902088"/>
                </a:lnTo>
                <a:lnTo>
                  <a:pt x="14022" y="816156"/>
                </a:lnTo>
                <a:lnTo>
                  <a:pt x="34371" y="730224"/>
                </a:lnTo>
                <a:lnTo>
                  <a:pt x="43305" y="644292"/>
                </a:lnTo>
                <a:lnTo>
                  <a:pt x="28081" y="558360"/>
                </a:lnTo>
                <a:lnTo>
                  <a:pt x="38874" y="472429"/>
                </a:lnTo>
                <a:lnTo>
                  <a:pt x="31531" y="386497"/>
                </a:lnTo>
                <a:lnTo>
                  <a:pt x="15978" y="300565"/>
                </a:lnTo>
                <a:lnTo>
                  <a:pt x="27039" y="214633"/>
                </a:lnTo>
                <a:lnTo>
                  <a:pt x="43868" y="128701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 rot="21300000">
            <a:off x="8849004" y="5285561"/>
            <a:ext cx="4043443" cy="2179753"/>
          </a:xfrm>
          <a:custGeom>
            <a:avLst/>
            <a:gdLst/>
            <a:ahLst/>
            <a:cxnLst/>
            <a:rect l="l" t="t" r="r" b="b"/>
            <a:pathLst>
              <a:path w="4043443" h="2179753">
                <a:moveTo>
                  <a:pt x="9246" y="43258"/>
                </a:moveTo>
                <a:lnTo>
                  <a:pt x="96213" y="37610"/>
                </a:lnTo>
                <a:lnTo>
                  <a:pt x="183180" y="43640"/>
                </a:lnTo>
                <a:lnTo>
                  <a:pt x="270148" y="66520"/>
                </a:lnTo>
                <a:lnTo>
                  <a:pt x="357115" y="66772"/>
                </a:lnTo>
                <a:lnTo>
                  <a:pt x="444082" y="65545"/>
                </a:lnTo>
                <a:lnTo>
                  <a:pt x="531050" y="81250"/>
                </a:lnTo>
                <a:lnTo>
                  <a:pt x="618017" y="56817"/>
                </a:lnTo>
                <a:lnTo>
                  <a:pt x="704985" y="52576"/>
                </a:lnTo>
                <a:lnTo>
                  <a:pt x="791952" y="94348"/>
                </a:lnTo>
                <a:lnTo>
                  <a:pt x="878919" y="83150"/>
                </a:lnTo>
                <a:lnTo>
                  <a:pt x="965887" y="73280"/>
                </a:lnTo>
                <a:lnTo>
                  <a:pt x="1052854" y="58978"/>
                </a:lnTo>
                <a:lnTo>
                  <a:pt x="1139822" y="65311"/>
                </a:lnTo>
                <a:lnTo>
                  <a:pt x="1226789" y="57961"/>
                </a:lnTo>
                <a:lnTo>
                  <a:pt x="1313756" y="35663"/>
                </a:lnTo>
                <a:lnTo>
                  <a:pt x="1400724" y="64043"/>
                </a:lnTo>
                <a:lnTo>
                  <a:pt x="1487691" y="52571"/>
                </a:lnTo>
                <a:lnTo>
                  <a:pt x="1574659" y="11806"/>
                </a:lnTo>
                <a:lnTo>
                  <a:pt x="1661626" y="57227"/>
                </a:lnTo>
                <a:lnTo>
                  <a:pt x="1748593" y="48643"/>
                </a:lnTo>
                <a:lnTo>
                  <a:pt x="1835561" y="17511"/>
                </a:lnTo>
                <a:lnTo>
                  <a:pt x="1922528" y="29643"/>
                </a:lnTo>
                <a:lnTo>
                  <a:pt x="2009496" y="38504"/>
                </a:lnTo>
                <a:lnTo>
                  <a:pt x="2096463" y="35368"/>
                </a:lnTo>
                <a:lnTo>
                  <a:pt x="2183430" y="42062"/>
                </a:lnTo>
                <a:lnTo>
                  <a:pt x="2270398" y="13298"/>
                </a:lnTo>
                <a:lnTo>
                  <a:pt x="2357365" y="36737"/>
                </a:lnTo>
                <a:lnTo>
                  <a:pt x="2444332" y="36217"/>
                </a:lnTo>
                <a:lnTo>
                  <a:pt x="2531300" y="25775"/>
                </a:lnTo>
                <a:lnTo>
                  <a:pt x="2618267" y="57250"/>
                </a:lnTo>
                <a:lnTo>
                  <a:pt x="2705235" y="38679"/>
                </a:lnTo>
                <a:lnTo>
                  <a:pt x="2792202" y="35628"/>
                </a:lnTo>
                <a:lnTo>
                  <a:pt x="2879169" y="19144"/>
                </a:lnTo>
                <a:lnTo>
                  <a:pt x="2966137" y="4060"/>
                </a:lnTo>
                <a:lnTo>
                  <a:pt x="3053104" y="11822"/>
                </a:lnTo>
                <a:lnTo>
                  <a:pt x="3140072" y="31410"/>
                </a:lnTo>
                <a:lnTo>
                  <a:pt x="3227039" y="35049"/>
                </a:lnTo>
                <a:lnTo>
                  <a:pt x="3314006" y="23695"/>
                </a:lnTo>
                <a:lnTo>
                  <a:pt x="3400974" y="14404"/>
                </a:lnTo>
                <a:lnTo>
                  <a:pt x="3487941" y="11858"/>
                </a:lnTo>
                <a:lnTo>
                  <a:pt x="3574909" y="13858"/>
                </a:lnTo>
                <a:lnTo>
                  <a:pt x="3661876" y="7639"/>
                </a:lnTo>
                <a:lnTo>
                  <a:pt x="3748843" y="10185"/>
                </a:lnTo>
                <a:lnTo>
                  <a:pt x="3835811" y="5139"/>
                </a:lnTo>
                <a:lnTo>
                  <a:pt x="3922778" y="0"/>
                </a:lnTo>
                <a:lnTo>
                  <a:pt x="3996330" y="48439"/>
                </a:lnTo>
                <a:lnTo>
                  <a:pt x="4029415" y="135751"/>
                </a:lnTo>
                <a:lnTo>
                  <a:pt x="4017325" y="223064"/>
                </a:lnTo>
                <a:lnTo>
                  <a:pt x="4043443" y="310376"/>
                </a:lnTo>
                <a:lnTo>
                  <a:pt x="4010415" y="397689"/>
                </a:lnTo>
                <a:lnTo>
                  <a:pt x="4008662" y="485001"/>
                </a:lnTo>
                <a:lnTo>
                  <a:pt x="4024197" y="572314"/>
                </a:lnTo>
                <a:lnTo>
                  <a:pt x="4023217" y="659626"/>
                </a:lnTo>
                <a:lnTo>
                  <a:pt x="4020983" y="746939"/>
                </a:lnTo>
                <a:lnTo>
                  <a:pt x="4026820" y="834251"/>
                </a:lnTo>
                <a:lnTo>
                  <a:pt x="4031137" y="921564"/>
                </a:lnTo>
                <a:lnTo>
                  <a:pt x="4032832" y="1008876"/>
                </a:lnTo>
                <a:lnTo>
                  <a:pt x="4002744" y="1096189"/>
                </a:lnTo>
                <a:lnTo>
                  <a:pt x="4008551" y="1183501"/>
                </a:lnTo>
                <a:lnTo>
                  <a:pt x="3996249" y="1270814"/>
                </a:lnTo>
                <a:lnTo>
                  <a:pt x="3999037" y="1358126"/>
                </a:lnTo>
                <a:lnTo>
                  <a:pt x="3998163" y="1445439"/>
                </a:lnTo>
                <a:lnTo>
                  <a:pt x="4007042" y="1532751"/>
                </a:lnTo>
                <a:lnTo>
                  <a:pt x="4023695" y="1620064"/>
                </a:lnTo>
                <a:lnTo>
                  <a:pt x="4035251" y="1707376"/>
                </a:lnTo>
                <a:lnTo>
                  <a:pt x="4021248" y="1794689"/>
                </a:lnTo>
                <a:lnTo>
                  <a:pt x="4034209" y="1882001"/>
                </a:lnTo>
                <a:lnTo>
                  <a:pt x="4024929" y="1969314"/>
                </a:lnTo>
                <a:lnTo>
                  <a:pt x="4032638" y="2056626"/>
                </a:lnTo>
                <a:lnTo>
                  <a:pt x="4009746" y="2142359"/>
                </a:lnTo>
                <a:lnTo>
                  <a:pt x="3922778" y="2148666"/>
                </a:lnTo>
                <a:lnTo>
                  <a:pt x="3835811" y="2103005"/>
                </a:lnTo>
                <a:lnTo>
                  <a:pt x="3748843" y="2145308"/>
                </a:lnTo>
                <a:lnTo>
                  <a:pt x="3661876" y="2112631"/>
                </a:lnTo>
                <a:lnTo>
                  <a:pt x="3574909" y="2110439"/>
                </a:lnTo>
                <a:lnTo>
                  <a:pt x="3487941" y="2098387"/>
                </a:lnTo>
                <a:lnTo>
                  <a:pt x="3400974" y="2114578"/>
                </a:lnTo>
                <a:lnTo>
                  <a:pt x="3314006" y="2113190"/>
                </a:lnTo>
                <a:lnTo>
                  <a:pt x="3227039" y="2123256"/>
                </a:lnTo>
                <a:lnTo>
                  <a:pt x="3140072" y="2123282"/>
                </a:lnTo>
                <a:lnTo>
                  <a:pt x="3053104" y="2117113"/>
                </a:lnTo>
                <a:lnTo>
                  <a:pt x="2966137" y="2135975"/>
                </a:lnTo>
                <a:lnTo>
                  <a:pt x="2879169" y="2132144"/>
                </a:lnTo>
                <a:lnTo>
                  <a:pt x="2792202" y="2159984"/>
                </a:lnTo>
                <a:lnTo>
                  <a:pt x="2705235" y="2158645"/>
                </a:lnTo>
                <a:lnTo>
                  <a:pt x="2618267" y="2138999"/>
                </a:lnTo>
                <a:lnTo>
                  <a:pt x="2531300" y="2165714"/>
                </a:lnTo>
                <a:lnTo>
                  <a:pt x="2444332" y="2154267"/>
                </a:lnTo>
                <a:lnTo>
                  <a:pt x="2357365" y="2156862"/>
                </a:lnTo>
                <a:lnTo>
                  <a:pt x="2270398" y="2154699"/>
                </a:lnTo>
                <a:lnTo>
                  <a:pt x="2183430" y="2179753"/>
                </a:lnTo>
                <a:lnTo>
                  <a:pt x="2096463" y="2145719"/>
                </a:lnTo>
                <a:lnTo>
                  <a:pt x="2009496" y="2161928"/>
                </a:lnTo>
                <a:lnTo>
                  <a:pt x="1922528" y="2139243"/>
                </a:lnTo>
                <a:lnTo>
                  <a:pt x="1835561" y="2165486"/>
                </a:lnTo>
                <a:lnTo>
                  <a:pt x="1748593" y="2129537"/>
                </a:lnTo>
                <a:lnTo>
                  <a:pt x="1661626" y="2147536"/>
                </a:lnTo>
                <a:lnTo>
                  <a:pt x="1574659" y="2115646"/>
                </a:lnTo>
                <a:lnTo>
                  <a:pt x="1487691" y="2149554"/>
                </a:lnTo>
                <a:lnTo>
                  <a:pt x="1400724" y="2127429"/>
                </a:lnTo>
                <a:lnTo>
                  <a:pt x="1313756" y="2113734"/>
                </a:lnTo>
                <a:lnTo>
                  <a:pt x="1226789" y="2131992"/>
                </a:lnTo>
                <a:lnTo>
                  <a:pt x="1139822" y="2119139"/>
                </a:lnTo>
                <a:lnTo>
                  <a:pt x="1052854" y="2109984"/>
                </a:lnTo>
                <a:lnTo>
                  <a:pt x="965887" y="2130677"/>
                </a:lnTo>
                <a:lnTo>
                  <a:pt x="878919" y="2102264"/>
                </a:lnTo>
                <a:lnTo>
                  <a:pt x="791952" y="2136418"/>
                </a:lnTo>
                <a:lnTo>
                  <a:pt x="704985" y="2130905"/>
                </a:lnTo>
                <a:lnTo>
                  <a:pt x="618017" y="2096867"/>
                </a:lnTo>
                <a:lnTo>
                  <a:pt x="531050" y="2130278"/>
                </a:lnTo>
                <a:lnTo>
                  <a:pt x="444082" y="2130294"/>
                </a:lnTo>
                <a:lnTo>
                  <a:pt x="357115" y="2133275"/>
                </a:lnTo>
                <a:lnTo>
                  <a:pt x="270148" y="2159033"/>
                </a:lnTo>
                <a:lnTo>
                  <a:pt x="183180" y="2151111"/>
                </a:lnTo>
                <a:lnTo>
                  <a:pt x="96213" y="2159359"/>
                </a:lnTo>
                <a:lnTo>
                  <a:pt x="7157" y="2143939"/>
                </a:lnTo>
                <a:lnTo>
                  <a:pt x="26573" y="2056626"/>
                </a:lnTo>
                <a:lnTo>
                  <a:pt x="27358" y="1969314"/>
                </a:lnTo>
                <a:lnTo>
                  <a:pt x="0" y="1882001"/>
                </a:lnTo>
                <a:lnTo>
                  <a:pt x="15206" y="1794689"/>
                </a:lnTo>
                <a:lnTo>
                  <a:pt x="31561" y="1707376"/>
                </a:lnTo>
                <a:lnTo>
                  <a:pt x="24924" y="1620064"/>
                </a:lnTo>
                <a:lnTo>
                  <a:pt x="31867" y="1532751"/>
                </a:lnTo>
                <a:lnTo>
                  <a:pt x="40373" y="1445439"/>
                </a:lnTo>
                <a:lnTo>
                  <a:pt x="26154" y="1358126"/>
                </a:lnTo>
                <a:lnTo>
                  <a:pt x="52490" y="1270813"/>
                </a:lnTo>
                <a:lnTo>
                  <a:pt x="50748" y="1183501"/>
                </a:lnTo>
                <a:lnTo>
                  <a:pt x="38333" y="1096189"/>
                </a:lnTo>
                <a:lnTo>
                  <a:pt x="48386" y="1008876"/>
                </a:lnTo>
                <a:lnTo>
                  <a:pt x="43157" y="921564"/>
                </a:lnTo>
                <a:lnTo>
                  <a:pt x="43396" y="834251"/>
                </a:lnTo>
                <a:lnTo>
                  <a:pt x="42064" y="746939"/>
                </a:lnTo>
                <a:lnTo>
                  <a:pt x="38717" y="659626"/>
                </a:lnTo>
                <a:lnTo>
                  <a:pt x="55298" y="572314"/>
                </a:lnTo>
                <a:lnTo>
                  <a:pt x="49368" y="485001"/>
                </a:lnTo>
                <a:lnTo>
                  <a:pt x="31270" y="397689"/>
                </a:lnTo>
                <a:lnTo>
                  <a:pt x="8023" y="310376"/>
                </a:lnTo>
                <a:lnTo>
                  <a:pt x="17605" y="223064"/>
                </a:lnTo>
                <a:lnTo>
                  <a:pt x="25504" y="135751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67000" y="3429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03 · AI 확산과 지역 노동시장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571500"/>
            <a:ext cx="7810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75"/>
              </a:lnSpc>
            </a:pPr>
            <a:r>
              <a:rPr sz="3750" b="1">
                <a:solidFill>
                  <a:srgbClr val="5C2E14"/>
                </a:solidFill>
                <a:latin typeface="Arial Black"/>
                <a:ea typeface="맑은 고딕"/>
              </a:rPr>
              <a:t>고노출 일자리, </a:t>
            </a:r>
            <a:r>
              <a:rPr sz="3375" b="1">
                <a:solidFill>
                  <a:srgbClr val="7A4A2A"/>
                </a:solidFill>
                <a:latin typeface="Arial"/>
                <a:ea typeface="맑은 고딕"/>
              </a:rPr>
              <a:t>수</a:t>
            </a:r>
            <a:r>
              <a:rPr sz="3750" b="1">
                <a:solidFill>
                  <a:srgbClr val="5C2E14"/>
                </a:solidFill>
                <a:latin typeface="Arial Black"/>
                <a:ea typeface="맑은 고딕"/>
              </a:rPr>
              <a:t>도권이 주도</a:t>
            </a:r>
          </a:p>
        </p:txBody>
      </p:sp>
      <p:sp>
        <p:nvSpPr>
          <p:cNvPr id="7" name="Freeform 6"/>
          <p:cNvSpPr/>
          <p:nvPr/>
        </p:nvSpPr>
        <p:spPr>
          <a:xfrm rot="21552000">
            <a:off x="2625237" y="1633956"/>
            <a:ext cx="7391422" cy="1202953"/>
          </a:xfrm>
          <a:custGeom>
            <a:avLst/>
            <a:gdLst/>
            <a:ahLst/>
            <a:cxnLst/>
            <a:rect l="l" t="t" r="r" b="b"/>
            <a:pathLst>
              <a:path w="7391422" h="1202953">
                <a:moveTo>
                  <a:pt x="41763" y="43727"/>
                </a:moveTo>
                <a:lnTo>
                  <a:pt x="128048" y="65510"/>
                </a:lnTo>
                <a:lnTo>
                  <a:pt x="214333" y="74871"/>
                </a:lnTo>
                <a:lnTo>
                  <a:pt x="300618" y="55485"/>
                </a:lnTo>
                <a:lnTo>
                  <a:pt x="386904" y="85648"/>
                </a:lnTo>
                <a:lnTo>
                  <a:pt x="473189" y="63893"/>
                </a:lnTo>
                <a:lnTo>
                  <a:pt x="559474" y="62350"/>
                </a:lnTo>
                <a:lnTo>
                  <a:pt x="645760" y="69465"/>
                </a:lnTo>
                <a:lnTo>
                  <a:pt x="732045" y="62939"/>
                </a:lnTo>
                <a:lnTo>
                  <a:pt x="818330" y="79069"/>
                </a:lnTo>
                <a:lnTo>
                  <a:pt x="904615" y="54166"/>
                </a:lnTo>
                <a:lnTo>
                  <a:pt x="990901" y="68233"/>
                </a:lnTo>
                <a:lnTo>
                  <a:pt x="1077186" y="53143"/>
                </a:lnTo>
                <a:lnTo>
                  <a:pt x="1163471" y="36511"/>
                </a:lnTo>
                <a:lnTo>
                  <a:pt x="1249757" y="60074"/>
                </a:lnTo>
                <a:lnTo>
                  <a:pt x="1336042" y="40514"/>
                </a:lnTo>
                <a:lnTo>
                  <a:pt x="1422327" y="56211"/>
                </a:lnTo>
                <a:lnTo>
                  <a:pt x="1508613" y="26996"/>
                </a:lnTo>
                <a:lnTo>
                  <a:pt x="1594898" y="18679"/>
                </a:lnTo>
                <a:lnTo>
                  <a:pt x="1681183" y="10626"/>
                </a:lnTo>
                <a:lnTo>
                  <a:pt x="1767468" y="16715"/>
                </a:lnTo>
                <a:lnTo>
                  <a:pt x="1853754" y="9518"/>
                </a:lnTo>
                <a:lnTo>
                  <a:pt x="1940039" y="4971"/>
                </a:lnTo>
                <a:lnTo>
                  <a:pt x="2026324" y="19331"/>
                </a:lnTo>
                <a:lnTo>
                  <a:pt x="2112610" y="29009"/>
                </a:lnTo>
                <a:lnTo>
                  <a:pt x="2198895" y="16053"/>
                </a:lnTo>
                <a:lnTo>
                  <a:pt x="2285180" y="62831"/>
                </a:lnTo>
                <a:lnTo>
                  <a:pt x="2371465" y="26347"/>
                </a:lnTo>
                <a:lnTo>
                  <a:pt x="2457751" y="57416"/>
                </a:lnTo>
                <a:lnTo>
                  <a:pt x="2544036" y="61574"/>
                </a:lnTo>
                <a:lnTo>
                  <a:pt x="2630321" y="46875"/>
                </a:lnTo>
                <a:lnTo>
                  <a:pt x="2716607" y="19936"/>
                </a:lnTo>
                <a:lnTo>
                  <a:pt x="2802892" y="35888"/>
                </a:lnTo>
                <a:lnTo>
                  <a:pt x="2889177" y="48538"/>
                </a:lnTo>
                <a:lnTo>
                  <a:pt x="2975463" y="52367"/>
                </a:lnTo>
                <a:lnTo>
                  <a:pt x="3061748" y="57632"/>
                </a:lnTo>
                <a:lnTo>
                  <a:pt x="3148033" y="62402"/>
                </a:lnTo>
                <a:lnTo>
                  <a:pt x="3234318" y="26768"/>
                </a:lnTo>
                <a:lnTo>
                  <a:pt x="3320604" y="45704"/>
                </a:lnTo>
                <a:lnTo>
                  <a:pt x="3406889" y="48357"/>
                </a:lnTo>
                <a:lnTo>
                  <a:pt x="3493174" y="35090"/>
                </a:lnTo>
                <a:lnTo>
                  <a:pt x="3579460" y="26858"/>
                </a:lnTo>
                <a:lnTo>
                  <a:pt x="3665745" y="50836"/>
                </a:lnTo>
                <a:lnTo>
                  <a:pt x="3752030" y="25455"/>
                </a:lnTo>
                <a:lnTo>
                  <a:pt x="3838315" y="26535"/>
                </a:lnTo>
                <a:lnTo>
                  <a:pt x="3924601" y="37514"/>
                </a:lnTo>
                <a:lnTo>
                  <a:pt x="4010886" y="32204"/>
                </a:lnTo>
                <a:lnTo>
                  <a:pt x="4097171" y="45110"/>
                </a:lnTo>
                <a:lnTo>
                  <a:pt x="4183457" y="21464"/>
                </a:lnTo>
                <a:lnTo>
                  <a:pt x="4269742" y="26472"/>
                </a:lnTo>
                <a:lnTo>
                  <a:pt x="4356027" y="6819"/>
                </a:lnTo>
                <a:lnTo>
                  <a:pt x="4442313" y="40270"/>
                </a:lnTo>
                <a:lnTo>
                  <a:pt x="4528598" y="24507"/>
                </a:lnTo>
                <a:lnTo>
                  <a:pt x="4614883" y="10928"/>
                </a:lnTo>
                <a:lnTo>
                  <a:pt x="4701168" y="29450"/>
                </a:lnTo>
                <a:lnTo>
                  <a:pt x="4787454" y="0"/>
                </a:lnTo>
                <a:lnTo>
                  <a:pt x="4873739" y="9319"/>
                </a:lnTo>
                <a:lnTo>
                  <a:pt x="4960024" y="7546"/>
                </a:lnTo>
                <a:lnTo>
                  <a:pt x="5046310" y="8528"/>
                </a:lnTo>
                <a:lnTo>
                  <a:pt x="5132595" y="19027"/>
                </a:lnTo>
                <a:lnTo>
                  <a:pt x="5218880" y="33796"/>
                </a:lnTo>
                <a:lnTo>
                  <a:pt x="5305165" y="9311"/>
                </a:lnTo>
                <a:lnTo>
                  <a:pt x="5391451" y="41695"/>
                </a:lnTo>
                <a:lnTo>
                  <a:pt x="5477736" y="22989"/>
                </a:lnTo>
                <a:lnTo>
                  <a:pt x="5564021" y="21029"/>
                </a:lnTo>
                <a:lnTo>
                  <a:pt x="5650307" y="59272"/>
                </a:lnTo>
                <a:lnTo>
                  <a:pt x="5736592" y="57488"/>
                </a:lnTo>
                <a:lnTo>
                  <a:pt x="5822877" y="56374"/>
                </a:lnTo>
                <a:lnTo>
                  <a:pt x="5909163" y="61390"/>
                </a:lnTo>
                <a:lnTo>
                  <a:pt x="5995448" y="48803"/>
                </a:lnTo>
                <a:lnTo>
                  <a:pt x="6081733" y="66221"/>
                </a:lnTo>
                <a:lnTo>
                  <a:pt x="6168018" y="61594"/>
                </a:lnTo>
                <a:lnTo>
                  <a:pt x="6254304" y="49819"/>
                </a:lnTo>
                <a:lnTo>
                  <a:pt x="6340589" y="34786"/>
                </a:lnTo>
                <a:lnTo>
                  <a:pt x="6426874" y="23303"/>
                </a:lnTo>
                <a:lnTo>
                  <a:pt x="6513160" y="25043"/>
                </a:lnTo>
                <a:lnTo>
                  <a:pt x="6599445" y="43254"/>
                </a:lnTo>
                <a:lnTo>
                  <a:pt x="6685730" y="38080"/>
                </a:lnTo>
                <a:lnTo>
                  <a:pt x="6772015" y="31504"/>
                </a:lnTo>
                <a:lnTo>
                  <a:pt x="6858301" y="36874"/>
                </a:lnTo>
                <a:lnTo>
                  <a:pt x="6944586" y="46609"/>
                </a:lnTo>
                <a:lnTo>
                  <a:pt x="7030871" y="33253"/>
                </a:lnTo>
                <a:lnTo>
                  <a:pt x="7117157" y="24454"/>
                </a:lnTo>
                <a:lnTo>
                  <a:pt x="7203442" y="22973"/>
                </a:lnTo>
                <a:lnTo>
                  <a:pt x="7289727" y="43145"/>
                </a:lnTo>
                <a:lnTo>
                  <a:pt x="7391422" y="42444"/>
                </a:lnTo>
                <a:lnTo>
                  <a:pt x="7377687" y="128901"/>
                </a:lnTo>
                <a:lnTo>
                  <a:pt x="7374592" y="215359"/>
                </a:lnTo>
                <a:lnTo>
                  <a:pt x="7384993" y="301817"/>
                </a:lnTo>
                <a:lnTo>
                  <a:pt x="7338267" y="388274"/>
                </a:lnTo>
                <a:lnTo>
                  <a:pt x="7345750" y="474732"/>
                </a:lnTo>
                <a:lnTo>
                  <a:pt x="7367805" y="561190"/>
                </a:lnTo>
                <a:lnTo>
                  <a:pt x="7350494" y="647647"/>
                </a:lnTo>
                <a:lnTo>
                  <a:pt x="7343400" y="734105"/>
                </a:lnTo>
                <a:lnTo>
                  <a:pt x="7338322" y="820563"/>
                </a:lnTo>
                <a:lnTo>
                  <a:pt x="7334407" y="907020"/>
                </a:lnTo>
                <a:lnTo>
                  <a:pt x="7336345" y="993478"/>
                </a:lnTo>
                <a:lnTo>
                  <a:pt x="7352417" y="1079936"/>
                </a:lnTo>
                <a:lnTo>
                  <a:pt x="7376013" y="1167836"/>
                </a:lnTo>
                <a:lnTo>
                  <a:pt x="7289727" y="1154396"/>
                </a:lnTo>
                <a:lnTo>
                  <a:pt x="7203442" y="1134325"/>
                </a:lnTo>
                <a:lnTo>
                  <a:pt x="7117157" y="1170373"/>
                </a:lnTo>
                <a:lnTo>
                  <a:pt x="7030871" y="1147316"/>
                </a:lnTo>
                <a:lnTo>
                  <a:pt x="6944586" y="1159500"/>
                </a:lnTo>
                <a:lnTo>
                  <a:pt x="6858301" y="1166509"/>
                </a:lnTo>
                <a:lnTo>
                  <a:pt x="6772015" y="1184340"/>
                </a:lnTo>
                <a:lnTo>
                  <a:pt x="6685730" y="1196184"/>
                </a:lnTo>
                <a:lnTo>
                  <a:pt x="6599445" y="1170085"/>
                </a:lnTo>
                <a:lnTo>
                  <a:pt x="6513160" y="1191431"/>
                </a:lnTo>
                <a:lnTo>
                  <a:pt x="6426874" y="1193850"/>
                </a:lnTo>
                <a:lnTo>
                  <a:pt x="6340589" y="1168667"/>
                </a:lnTo>
                <a:lnTo>
                  <a:pt x="6254304" y="1182142"/>
                </a:lnTo>
                <a:lnTo>
                  <a:pt x="6168018" y="1182324"/>
                </a:lnTo>
                <a:lnTo>
                  <a:pt x="6081733" y="1189681"/>
                </a:lnTo>
                <a:lnTo>
                  <a:pt x="5995448" y="1179607"/>
                </a:lnTo>
                <a:lnTo>
                  <a:pt x="5909163" y="1164544"/>
                </a:lnTo>
                <a:lnTo>
                  <a:pt x="5822877" y="1188738"/>
                </a:lnTo>
                <a:lnTo>
                  <a:pt x="5736592" y="1180449"/>
                </a:lnTo>
                <a:lnTo>
                  <a:pt x="5650307" y="1158789"/>
                </a:lnTo>
                <a:lnTo>
                  <a:pt x="5564021" y="1165727"/>
                </a:lnTo>
                <a:lnTo>
                  <a:pt x="5477736" y="1169374"/>
                </a:lnTo>
                <a:lnTo>
                  <a:pt x="5391451" y="1157400"/>
                </a:lnTo>
                <a:lnTo>
                  <a:pt x="5305165" y="1169149"/>
                </a:lnTo>
                <a:lnTo>
                  <a:pt x="5218880" y="1182344"/>
                </a:lnTo>
                <a:lnTo>
                  <a:pt x="5132595" y="1142729"/>
                </a:lnTo>
                <a:lnTo>
                  <a:pt x="5046310" y="1131865"/>
                </a:lnTo>
                <a:lnTo>
                  <a:pt x="4960024" y="1163342"/>
                </a:lnTo>
                <a:lnTo>
                  <a:pt x="4873739" y="1139002"/>
                </a:lnTo>
                <a:lnTo>
                  <a:pt x="4787454" y="1137535"/>
                </a:lnTo>
                <a:lnTo>
                  <a:pt x="4701168" y="1133073"/>
                </a:lnTo>
                <a:lnTo>
                  <a:pt x="4614883" y="1140310"/>
                </a:lnTo>
                <a:lnTo>
                  <a:pt x="4528598" y="1132069"/>
                </a:lnTo>
                <a:lnTo>
                  <a:pt x="4442313" y="1152523"/>
                </a:lnTo>
                <a:lnTo>
                  <a:pt x="4356027" y="1139700"/>
                </a:lnTo>
                <a:lnTo>
                  <a:pt x="4269742" y="1149681"/>
                </a:lnTo>
                <a:lnTo>
                  <a:pt x="4183457" y="1172392"/>
                </a:lnTo>
                <a:lnTo>
                  <a:pt x="4097171" y="1166216"/>
                </a:lnTo>
                <a:lnTo>
                  <a:pt x="4010886" y="1193119"/>
                </a:lnTo>
                <a:lnTo>
                  <a:pt x="3924601" y="1195590"/>
                </a:lnTo>
                <a:lnTo>
                  <a:pt x="3838315" y="1181858"/>
                </a:lnTo>
                <a:lnTo>
                  <a:pt x="3752030" y="1181105"/>
                </a:lnTo>
                <a:lnTo>
                  <a:pt x="3665745" y="1191021"/>
                </a:lnTo>
                <a:lnTo>
                  <a:pt x="3579460" y="1200650"/>
                </a:lnTo>
                <a:lnTo>
                  <a:pt x="3493174" y="1192257"/>
                </a:lnTo>
                <a:lnTo>
                  <a:pt x="3406889" y="1197412"/>
                </a:lnTo>
                <a:lnTo>
                  <a:pt x="3320604" y="1200410"/>
                </a:lnTo>
                <a:lnTo>
                  <a:pt x="3234318" y="1195339"/>
                </a:lnTo>
                <a:lnTo>
                  <a:pt x="3148033" y="1202196"/>
                </a:lnTo>
                <a:lnTo>
                  <a:pt x="3061748" y="1194614"/>
                </a:lnTo>
                <a:lnTo>
                  <a:pt x="2975463" y="1165942"/>
                </a:lnTo>
                <a:lnTo>
                  <a:pt x="2889177" y="1177322"/>
                </a:lnTo>
                <a:lnTo>
                  <a:pt x="2802892" y="1152240"/>
                </a:lnTo>
                <a:lnTo>
                  <a:pt x="2716607" y="1154130"/>
                </a:lnTo>
                <a:lnTo>
                  <a:pt x="2630321" y="1193682"/>
                </a:lnTo>
                <a:lnTo>
                  <a:pt x="2544036" y="1160310"/>
                </a:lnTo>
                <a:lnTo>
                  <a:pt x="2457751" y="1191973"/>
                </a:lnTo>
                <a:lnTo>
                  <a:pt x="2371465" y="1202953"/>
                </a:lnTo>
                <a:lnTo>
                  <a:pt x="2285180" y="1191626"/>
                </a:lnTo>
                <a:lnTo>
                  <a:pt x="2198895" y="1161561"/>
                </a:lnTo>
                <a:lnTo>
                  <a:pt x="2112610" y="1158342"/>
                </a:lnTo>
                <a:lnTo>
                  <a:pt x="2026324" y="1175520"/>
                </a:lnTo>
                <a:lnTo>
                  <a:pt x="1940039" y="1172860"/>
                </a:lnTo>
                <a:lnTo>
                  <a:pt x="1853754" y="1167041"/>
                </a:lnTo>
                <a:lnTo>
                  <a:pt x="1767468" y="1162256"/>
                </a:lnTo>
                <a:lnTo>
                  <a:pt x="1681183" y="1187193"/>
                </a:lnTo>
                <a:lnTo>
                  <a:pt x="1594898" y="1176802"/>
                </a:lnTo>
                <a:lnTo>
                  <a:pt x="1508613" y="1162799"/>
                </a:lnTo>
                <a:lnTo>
                  <a:pt x="1422327" y="1169041"/>
                </a:lnTo>
                <a:lnTo>
                  <a:pt x="1336042" y="1179047"/>
                </a:lnTo>
                <a:lnTo>
                  <a:pt x="1249757" y="1198761"/>
                </a:lnTo>
                <a:lnTo>
                  <a:pt x="1163471" y="1187610"/>
                </a:lnTo>
                <a:lnTo>
                  <a:pt x="1077186" y="1174573"/>
                </a:lnTo>
                <a:lnTo>
                  <a:pt x="990901" y="1181991"/>
                </a:lnTo>
                <a:lnTo>
                  <a:pt x="904615" y="1157406"/>
                </a:lnTo>
                <a:lnTo>
                  <a:pt x="818330" y="1182449"/>
                </a:lnTo>
                <a:lnTo>
                  <a:pt x="732045" y="1184345"/>
                </a:lnTo>
                <a:lnTo>
                  <a:pt x="645760" y="1150648"/>
                </a:lnTo>
                <a:lnTo>
                  <a:pt x="559474" y="1159002"/>
                </a:lnTo>
                <a:lnTo>
                  <a:pt x="473189" y="1163845"/>
                </a:lnTo>
                <a:lnTo>
                  <a:pt x="386904" y="1173939"/>
                </a:lnTo>
                <a:lnTo>
                  <a:pt x="300618" y="1171194"/>
                </a:lnTo>
                <a:lnTo>
                  <a:pt x="214333" y="1154534"/>
                </a:lnTo>
                <a:lnTo>
                  <a:pt x="128048" y="1167387"/>
                </a:lnTo>
                <a:lnTo>
                  <a:pt x="24292" y="1166394"/>
                </a:lnTo>
                <a:lnTo>
                  <a:pt x="33651" y="1079936"/>
                </a:lnTo>
                <a:lnTo>
                  <a:pt x="33466" y="993478"/>
                </a:lnTo>
                <a:lnTo>
                  <a:pt x="37871" y="907020"/>
                </a:lnTo>
                <a:lnTo>
                  <a:pt x="53929" y="820563"/>
                </a:lnTo>
                <a:lnTo>
                  <a:pt x="44576" y="734105"/>
                </a:lnTo>
                <a:lnTo>
                  <a:pt x="12358" y="647647"/>
                </a:lnTo>
                <a:lnTo>
                  <a:pt x="23824" y="561190"/>
                </a:lnTo>
                <a:lnTo>
                  <a:pt x="24612" y="474732"/>
                </a:lnTo>
                <a:lnTo>
                  <a:pt x="20779" y="388274"/>
                </a:lnTo>
                <a:lnTo>
                  <a:pt x="23640" y="301817"/>
                </a:lnTo>
                <a:lnTo>
                  <a:pt x="26516" y="215359"/>
                </a:lnTo>
                <a:lnTo>
                  <a:pt x="0" y="128901"/>
                </a:lnTo>
                <a:close/>
              </a:path>
            </a:pathLst>
          </a:custGeom>
          <a:blipFill rotWithShape="1">
            <a:blip r:embed="rId5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21552000">
            <a:off x="3810148" y="1697678"/>
            <a:ext cx="2000250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57"/>
              </a:lnSpc>
            </a:pPr>
            <a:r>
              <a:rPr sz="3450" b="1">
                <a:solidFill>
                  <a:srgbClr val="5C2E14"/>
                </a:solidFill>
                <a:latin typeface="Arial Black"/>
                <a:ea typeface="맑은 고딕"/>
              </a:rPr>
              <a:t>80.8%</a:t>
            </a:r>
          </a:p>
        </p:txBody>
      </p:sp>
      <p:sp>
        <p:nvSpPr>
          <p:cNvPr id="9" name="TextBox 8"/>
          <p:cNvSpPr txBox="1"/>
          <p:nvPr/>
        </p:nvSpPr>
        <p:spPr>
          <a:xfrm rot="21552000">
            <a:off x="5902430" y="1865357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생성형AI 고노출 증가분 중 수도권</a:t>
            </a:r>
          </a:p>
        </p:txBody>
      </p:sp>
      <p:sp>
        <p:nvSpPr>
          <p:cNvPr id="10" name="TextBox 9"/>
          <p:cNvSpPr txBox="1"/>
          <p:nvPr/>
        </p:nvSpPr>
        <p:spPr>
          <a:xfrm rot="21552000">
            <a:off x="5908281" y="2189166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2023년 이후 3년간 24.7만명 증가 · 수도권 19.9만명</a:t>
            </a:r>
          </a:p>
        </p:txBody>
      </p:sp>
      <p:sp>
        <p:nvSpPr>
          <p:cNvPr id="11" name="Oval 10"/>
          <p:cNvSpPr/>
          <p:nvPr/>
        </p:nvSpPr>
        <p:spPr>
          <a:xfrm>
            <a:off x="1809750" y="1581150"/>
            <a:ext cx="1314450" cy="1314450"/>
          </a:xfrm>
          <a:prstGeom prst="ellipse">
            <a:avLst/>
          </a:prstGeom>
          <a:solidFill>
            <a:srgbClr val="FFFDF8"/>
          </a:solidFill>
          <a:ln w="57150">
            <a:solidFill>
              <a:srgbClr val="F3EBDD"/>
            </a:solidFill>
          </a:ln>
          <a:effectLst>
            <a:outerShdw blurRad="133350" dist="57150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gen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57400" y="1828800"/>
            <a:ext cx="819150" cy="819150"/>
          </a:xfrm>
          <a:prstGeom prst="rect">
            <a:avLst/>
          </a:prstGeom>
        </p:spPr>
      </p:pic>
      <p:sp>
        <p:nvSpPr>
          <p:cNvPr id="13" name="Freeform 12"/>
          <p:cNvSpPr/>
          <p:nvPr/>
        </p:nvSpPr>
        <p:spPr>
          <a:xfrm rot="48000">
            <a:off x="1879561" y="3154420"/>
            <a:ext cx="7405683" cy="1213092"/>
          </a:xfrm>
          <a:custGeom>
            <a:avLst/>
            <a:gdLst/>
            <a:ahLst/>
            <a:cxnLst/>
            <a:rect l="l" t="t" r="r" b="b"/>
            <a:pathLst>
              <a:path w="7405683" h="1213092">
                <a:moveTo>
                  <a:pt x="25439" y="35047"/>
                </a:moveTo>
                <a:lnTo>
                  <a:pt x="111724" y="65187"/>
                </a:lnTo>
                <a:lnTo>
                  <a:pt x="198009" y="79082"/>
                </a:lnTo>
                <a:lnTo>
                  <a:pt x="284294" y="61225"/>
                </a:lnTo>
                <a:lnTo>
                  <a:pt x="370580" y="32974"/>
                </a:lnTo>
                <a:lnTo>
                  <a:pt x="456865" y="45383"/>
                </a:lnTo>
                <a:lnTo>
                  <a:pt x="543150" y="57618"/>
                </a:lnTo>
                <a:lnTo>
                  <a:pt x="629436" y="30901"/>
                </a:lnTo>
                <a:lnTo>
                  <a:pt x="715721" y="27650"/>
                </a:lnTo>
                <a:lnTo>
                  <a:pt x="802006" y="38372"/>
                </a:lnTo>
                <a:lnTo>
                  <a:pt x="888291" y="15682"/>
                </a:lnTo>
                <a:lnTo>
                  <a:pt x="974577" y="45228"/>
                </a:lnTo>
                <a:lnTo>
                  <a:pt x="1060862" y="38956"/>
                </a:lnTo>
                <a:lnTo>
                  <a:pt x="1147147" y="19739"/>
                </a:lnTo>
                <a:lnTo>
                  <a:pt x="1233433" y="40173"/>
                </a:lnTo>
                <a:lnTo>
                  <a:pt x="1319718" y="27084"/>
                </a:lnTo>
                <a:lnTo>
                  <a:pt x="1406003" y="44908"/>
                </a:lnTo>
                <a:lnTo>
                  <a:pt x="1492289" y="23951"/>
                </a:lnTo>
                <a:lnTo>
                  <a:pt x="1578574" y="19498"/>
                </a:lnTo>
                <a:lnTo>
                  <a:pt x="1664859" y="28458"/>
                </a:lnTo>
                <a:lnTo>
                  <a:pt x="1751144" y="8350"/>
                </a:lnTo>
                <a:lnTo>
                  <a:pt x="1837430" y="21959"/>
                </a:lnTo>
                <a:lnTo>
                  <a:pt x="1923715" y="9718"/>
                </a:lnTo>
                <a:lnTo>
                  <a:pt x="2010000" y="16331"/>
                </a:lnTo>
                <a:lnTo>
                  <a:pt x="2096286" y="34973"/>
                </a:lnTo>
                <a:lnTo>
                  <a:pt x="2182571" y="50573"/>
                </a:lnTo>
                <a:lnTo>
                  <a:pt x="2268856" y="49619"/>
                </a:lnTo>
                <a:lnTo>
                  <a:pt x="2355141" y="38093"/>
                </a:lnTo>
                <a:lnTo>
                  <a:pt x="2441427" y="22340"/>
                </a:lnTo>
                <a:lnTo>
                  <a:pt x="2527712" y="41059"/>
                </a:lnTo>
                <a:lnTo>
                  <a:pt x="2613997" y="31519"/>
                </a:lnTo>
                <a:lnTo>
                  <a:pt x="2700283" y="16404"/>
                </a:lnTo>
                <a:lnTo>
                  <a:pt x="2786568" y="26506"/>
                </a:lnTo>
                <a:lnTo>
                  <a:pt x="2872853" y="41354"/>
                </a:lnTo>
                <a:lnTo>
                  <a:pt x="2959139" y="13097"/>
                </a:lnTo>
                <a:lnTo>
                  <a:pt x="3045424" y="26430"/>
                </a:lnTo>
                <a:lnTo>
                  <a:pt x="3131709" y="52078"/>
                </a:lnTo>
                <a:lnTo>
                  <a:pt x="3217994" y="19324"/>
                </a:lnTo>
                <a:lnTo>
                  <a:pt x="3304280" y="31159"/>
                </a:lnTo>
                <a:lnTo>
                  <a:pt x="3390565" y="29634"/>
                </a:lnTo>
                <a:lnTo>
                  <a:pt x="3476850" y="39060"/>
                </a:lnTo>
                <a:lnTo>
                  <a:pt x="3563136" y="61167"/>
                </a:lnTo>
                <a:lnTo>
                  <a:pt x="3649421" y="71629"/>
                </a:lnTo>
                <a:lnTo>
                  <a:pt x="3735706" y="46324"/>
                </a:lnTo>
                <a:lnTo>
                  <a:pt x="3821991" y="70161"/>
                </a:lnTo>
                <a:lnTo>
                  <a:pt x="3908277" y="51317"/>
                </a:lnTo>
                <a:lnTo>
                  <a:pt x="3994562" y="50616"/>
                </a:lnTo>
                <a:lnTo>
                  <a:pt x="4080847" y="50638"/>
                </a:lnTo>
                <a:lnTo>
                  <a:pt x="4167133" y="41707"/>
                </a:lnTo>
                <a:lnTo>
                  <a:pt x="4253418" y="44045"/>
                </a:lnTo>
                <a:lnTo>
                  <a:pt x="4339703" y="41303"/>
                </a:lnTo>
                <a:lnTo>
                  <a:pt x="4425989" y="34965"/>
                </a:lnTo>
                <a:lnTo>
                  <a:pt x="4512274" y="36996"/>
                </a:lnTo>
                <a:lnTo>
                  <a:pt x="4598559" y="23251"/>
                </a:lnTo>
                <a:lnTo>
                  <a:pt x="4684844" y="32116"/>
                </a:lnTo>
                <a:lnTo>
                  <a:pt x="4771130" y="5674"/>
                </a:lnTo>
                <a:lnTo>
                  <a:pt x="4857415" y="8163"/>
                </a:lnTo>
                <a:lnTo>
                  <a:pt x="4943700" y="3442"/>
                </a:lnTo>
                <a:lnTo>
                  <a:pt x="5029986" y="36840"/>
                </a:lnTo>
                <a:lnTo>
                  <a:pt x="5116271" y="48622"/>
                </a:lnTo>
                <a:lnTo>
                  <a:pt x="5202556" y="40124"/>
                </a:lnTo>
                <a:lnTo>
                  <a:pt x="5288841" y="20102"/>
                </a:lnTo>
                <a:lnTo>
                  <a:pt x="5375127" y="7453"/>
                </a:lnTo>
                <a:lnTo>
                  <a:pt x="5461412" y="27006"/>
                </a:lnTo>
                <a:lnTo>
                  <a:pt x="5547697" y="7317"/>
                </a:lnTo>
                <a:lnTo>
                  <a:pt x="5633983" y="11468"/>
                </a:lnTo>
                <a:lnTo>
                  <a:pt x="5720268" y="22192"/>
                </a:lnTo>
                <a:lnTo>
                  <a:pt x="5806553" y="15507"/>
                </a:lnTo>
                <a:lnTo>
                  <a:pt x="5892839" y="27410"/>
                </a:lnTo>
                <a:lnTo>
                  <a:pt x="5979124" y="17100"/>
                </a:lnTo>
                <a:lnTo>
                  <a:pt x="6065409" y="9921"/>
                </a:lnTo>
                <a:lnTo>
                  <a:pt x="6151694" y="12966"/>
                </a:lnTo>
                <a:lnTo>
                  <a:pt x="6237980" y="11117"/>
                </a:lnTo>
                <a:lnTo>
                  <a:pt x="6324265" y="32085"/>
                </a:lnTo>
                <a:lnTo>
                  <a:pt x="6410550" y="0"/>
                </a:lnTo>
                <a:lnTo>
                  <a:pt x="6496836" y="36863"/>
                </a:lnTo>
                <a:lnTo>
                  <a:pt x="6583121" y="30450"/>
                </a:lnTo>
                <a:lnTo>
                  <a:pt x="6669406" y="16569"/>
                </a:lnTo>
                <a:lnTo>
                  <a:pt x="6755691" y="24421"/>
                </a:lnTo>
                <a:lnTo>
                  <a:pt x="6841977" y="35553"/>
                </a:lnTo>
                <a:lnTo>
                  <a:pt x="6928262" y="35154"/>
                </a:lnTo>
                <a:lnTo>
                  <a:pt x="7014547" y="25564"/>
                </a:lnTo>
                <a:lnTo>
                  <a:pt x="7100833" y="32876"/>
                </a:lnTo>
                <a:lnTo>
                  <a:pt x="7187118" y="53127"/>
                </a:lnTo>
                <a:lnTo>
                  <a:pt x="7273403" y="50339"/>
                </a:lnTo>
                <a:lnTo>
                  <a:pt x="7365456" y="45980"/>
                </a:lnTo>
                <a:lnTo>
                  <a:pt x="7386900" y="132437"/>
                </a:lnTo>
                <a:lnTo>
                  <a:pt x="7369340" y="218895"/>
                </a:lnTo>
                <a:lnTo>
                  <a:pt x="7393152" y="305353"/>
                </a:lnTo>
                <a:lnTo>
                  <a:pt x="7395079" y="391810"/>
                </a:lnTo>
                <a:lnTo>
                  <a:pt x="7400066" y="478268"/>
                </a:lnTo>
                <a:lnTo>
                  <a:pt x="7405683" y="564726"/>
                </a:lnTo>
                <a:lnTo>
                  <a:pt x="7393870" y="651183"/>
                </a:lnTo>
                <a:lnTo>
                  <a:pt x="7373688" y="737641"/>
                </a:lnTo>
                <a:lnTo>
                  <a:pt x="7391678" y="824099"/>
                </a:lnTo>
                <a:lnTo>
                  <a:pt x="7356360" y="910556"/>
                </a:lnTo>
                <a:lnTo>
                  <a:pt x="7368990" y="997014"/>
                </a:lnTo>
                <a:lnTo>
                  <a:pt x="7376483" y="1083472"/>
                </a:lnTo>
                <a:lnTo>
                  <a:pt x="7359689" y="1159985"/>
                </a:lnTo>
                <a:lnTo>
                  <a:pt x="7273403" y="1136736"/>
                </a:lnTo>
                <a:lnTo>
                  <a:pt x="7187118" y="1159635"/>
                </a:lnTo>
                <a:lnTo>
                  <a:pt x="7100833" y="1169205"/>
                </a:lnTo>
                <a:lnTo>
                  <a:pt x="7014547" y="1175757"/>
                </a:lnTo>
                <a:lnTo>
                  <a:pt x="6928262" y="1178140"/>
                </a:lnTo>
                <a:lnTo>
                  <a:pt x="6841977" y="1163906"/>
                </a:lnTo>
                <a:lnTo>
                  <a:pt x="6755691" y="1174703"/>
                </a:lnTo>
                <a:lnTo>
                  <a:pt x="6669406" y="1150482"/>
                </a:lnTo>
                <a:lnTo>
                  <a:pt x="6583121" y="1167119"/>
                </a:lnTo>
                <a:lnTo>
                  <a:pt x="6496836" y="1169354"/>
                </a:lnTo>
                <a:lnTo>
                  <a:pt x="6410550" y="1176461"/>
                </a:lnTo>
                <a:lnTo>
                  <a:pt x="6324265" y="1134529"/>
                </a:lnTo>
                <a:lnTo>
                  <a:pt x="6237980" y="1180164"/>
                </a:lnTo>
                <a:lnTo>
                  <a:pt x="6151694" y="1168429"/>
                </a:lnTo>
                <a:lnTo>
                  <a:pt x="6065409" y="1168574"/>
                </a:lnTo>
                <a:lnTo>
                  <a:pt x="5979124" y="1175706"/>
                </a:lnTo>
                <a:lnTo>
                  <a:pt x="5892839" y="1183039"/>
                </a:lnTo>
                <a:lnTo>
                  <a:pt x="5806553" y="1165955"/>
                </a:lnTo>
                <a:lnTo>
                  <a:pt x="5720268" y="1140918"/>
                </a:lnTo>
                <a:lnTo>
                  <a:pt x="5633983" y="1151220"/>
                </a:lnTo>
                <a:lnTo>
                  <a:pt x="5547697" y="1139945"/>
                </a:lnTo>
                <a:lnTo>
                  <a:pt x="5461412" y="1161127"/>
                </a:lnTo>
                <a:lnTo>
                  <a:pt x="5375127" y="1168252"/>
                </a:lnTo>
                <a:lnTo>
                  <a:pt x="5288841" y="1176938"/>
                </a:lnTo>
                <a:lnTo>
                  <a:pt x="5202556" y="1166114"/>
                </a:lnTo>
                <a:lnTo>
                  <a:pt x="5116271" y="1185061"/>
                </a:lnTo>
                <a:lnTo>
                  <a:pt x="5029986" y="1174208"/>
                </a:lnTo>
                <a:lnTo>
                  <a:pt x="4943700" y="1169549"/>
                </a:lnTo>
                <a:lnTo>
                  <a:pt x="4857415" y="1152062"/>
                </a:lnTo>
                <a:lnTo>
                  <a:pt x="4771130" y="1141285"/>
                </a:lnTo>
                <a:lnTo>
                  <a:pt x="4684844" y="1151400"/>
                </a:lnTo>
                <a:lnTo>
                  <a:pt x="4598559" y="1171754"/>
                </a:lnTo>
                <a:lnTo>
                  <a:pt x="4512274" y="1162714"/>
                </a:lnTo>
                <a:lnTo>
                  <a:pt x="4425989" y="1154187"/>
                </a:lnTo>
                <a:lnTo>
                  <a:pt x="4339703" y="1163894"/>
                </a:lnTo>
                <a:lnTo>
                  <a:pt x="4253418" y="1145225"/>
                </a:lnTo>
                <a:lnTo>
                  <a:pt x="4167133" y="1153011"/>
                </a:lnTo>
                <a:lnTo>
                  <a:pt x="4080847" y="1177760"/>
                </a:lnTo>
                <a:lnTo>
                  <a:pt x="3994562" y="1164631"/>
                </a:lnTo>
                <a:lnTo>
                  <a:pt x="3908277" y="1148013"/>
                </a:lnTo>
                <a:lnTo>
                  <a:pt x="3821991" y="1137736"/>
                </a:lnTo>
                <a:lnTo>
                  <a:pt x="3735706" y="1148147"/>
                </a:lnTo>
                <a:lnTo>
                  <a:pt x="3649421" y="1155548"/>
                </a:lnTo>
                <a:lnTo>
                  <a:pt x="3563136" y="1168649"/>
                </a:lnTo>
                <a:lnTo>
                  <a:pt x="3476850" y="1166002"/>
                </a:lnTo>
                <a:lnTo>
                  <a:pt x="3390565" y="1162664"/>
                </a:lnTo>
                <a:lnTo>
                  <a:pt x="3304280" y="1171080"/>
                </a:lnTo>
                <a:lnTo>
                  <a:pt x="3217994" y="1182272"/>
                </a:lnTo>
                <a:lnTo>
                  <a:pt x="3131709" y="1171592"/>
                </a:lnTo>
                <a:lnTo>
                  <a:pt x="3045424" y="1208453"/>
                </a:lnTo>
                <a:lnTo>
                  <a:pt x="2959139" y="1194409"/>
                </a:lnTo>
                <a:lnTo>
                  <a:pt x="2872853" y="1171593"/>
                </a:lnTo>
                <a:lnTo>
                  <a:pt x="2786568" y="1201736"/>
                </a:lnTo>
                <a:lnTo>
                  <a:pt x="2700283" y="1188126"/>
                </a:lnTo>
                <a:lnTo>
                  <a:pt x="2613997" y="1190736"/>
                </a:lnTo>
                <a:lnTo>
                  <a:pt x="2527712" y="1213092"/>
                </a:lnTo>
                <a:lnTo>
                  <a:pt x="2441427" y="1186377"/>
                </a:lnTo>
                <a:lnTo>
                  <a:pt x="2355141" y="1186004"/>
                </a:lnTo>
                <a:lnTo>
                  <a:pt x="2268856" y="1174524"/>
                </a:lnTo>
                <a:lnTo>
                  <a:pt x="2182571" y="1178667"/>
                </a:lnTo>
                <a:lnTo>
                  <a:pt x="2096286" y="1183528"/>
                </a:lnTo>
                <a:lnTo>
                  <a:pt x="2010000" y="1170159"/>
                </a:lnTo>
                <a:lnTo>
                  <a:pt x="1923715" y="1149526"/>
                </a:lnTo>
                <a:lnTo>
                  <a:pt x="1837430" y="1166208"/>
                </a:lnTo>
                <a:lnTo>
                  <a:pt x="1751144" y="1144679"/>
                </a:lnTo>
                <a:lnTo>
                  <a:pt x="1664859" y="1182863"/>
                </a:lnTo>
                <a:lnTo>
                  <a:pt x="1578574" y="1185082"/>
                </a:lnTo>
                <a:lnTo>
                  <a:pt x="1492289" y="1195607"/>
                </a:lnTo>
                <a:lnTo>
                  <a:pt x="1406003" y="1176351"/>
                </a:lnTo>
                <a:lnTo>
                  <a:pt x="1319718" y="1171693"/>
                </a:lnTo>
                <a:lnTo>
                  <a:pt x="1233433" y="1155850"/>
                </a:lnTo>
                <a:lnTo>
                  <a:pt x="1147147" y="1126708"/>
                </a:lnTo>
                <a:lnTo>
                  <a:pt x="1060862" y="1147868"/>
                </a:lnTo>
                <a:lnTo>
                  <a:pt x="974577" y="1147003"/>
                </a:lnTo>
                <a:lnTo>
                  <a:pt x="888291" y="1150603"/>
                </a:lnTo>
                <a:lnTo>
                  <a:pt x="802006" y="1138503"/>
                </a:lnTo>
                <a:lnTo>
                  <a:pt x="715721" y="1125260"/>
                </a:lnTo>
                <a:lnTo>
                  <a:pt x="629436" y="1146427"/>
                </a:lnTo>
                <a:lnTo>
                  <a:pt x="543150" y="1144289"/>
                </a:lnTo>
                <a:lnTo>
                  <a:pt x="456865" y="1122614"/>
                </a:lnTo>
                <a:lnTo>
                  <a:pt x="370580" y="1148327"/>
                </a:lnTo>
                <a:lnTo>
                  <a:pt x="284294" y="1128348"/>
                </a:lnTo>
                <a:lnTo>
                  <a:pt x="198009" y="1167449"/>
                </a:lnTo>
                <a:lnTo>
                  <a:pt x="111724" y="1158947"/>
                </a:lnTo>
                <a:lnTo>
                  <a:pt x="12624" y="1169930"/>
                </a:lnTo>
                <a:lnTo>
                  <a:pt x="21235" y="1083472"/>
                </a:lnTo>
                <a:lnTo>
                  <a:pt x="39204" y="997014"/>
                </a:lnTo>
                <a:lnTo>
                  <a:pt x="52926" y="910556"/>
                </a:lnTo>
                <a:lnTo>
                  <a:pt x="62589" y="824099"/>
                </a:lnTo>
                <a:lnTo>
                  <a:pt x="50178" y="737641"/>
                </a:lnTo>
                <a:lnTo>
                  <a:pt x="34133" y="651183"/>
                </a:lnTo>
                <a:lnTo>
                  <a:pt x="14268" y="564726"/>
                </a:lnTo>
                <a:lnTo>
                  <a:pt x="12673" y="478268"/>
                </a:lnTo>
                <a:lnTo>
                  <a:pt x="0" y="391810"/>
                </a:lnTo>
                <a:lnTo>
                  <a:pt x="1079" y="305353"/>
                </a:lnTo>
                <a:lnTo>
                  <a:pt x="8824" y="218895"/>
                </a:lnTo>
                <a:lnTo>
                  <a:pt x="9643" y="132437"/>
                </a:lnTo>
                <a:close/>
              </a:path>
            </a:pathLst>
          </a:custGeom>
          <a:blipFill rotWithShape="1">
            <a:blip r:embed="rId5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48000">
            <a:off x="2286222" y="3168482"/>
            <a:ext cx="2000250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57"/>
              </a:lnSpc>
            </a:pPr>
            <a:r>
              <a:rPr sz="3450" b="1">
                <a:solidFill>
                  <a:srgbClr val="5C2E14"/>
                </a:solidFill>
                <a:latin typeface="Arial Black"/>
                <a:ea typeface="맑은 고딕"/>
              </a:rPr>
              <a:t>88.3%</a:t>
            </a:r>
          </a:p>
        </p:txBody>
      </p:sp>
      <p:sp>
        <p:nvSpPr>
          <p:cNvPr id="15" name="TextBox 14"/>
          <p:cNvSpPr txBox="1"/>
          <p:nvPr/>
        </p:nvSpPr>
        <p:spPr>
          <a:xfrm rot="48000">
            <a:off x="4384360" y="3419279"/>
            <a:ext cx="37147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에이전틱AI 고노출 증가분 중 수도권</a:t>
            </a:r>
          </a:p>
        </p:txBody>
      </p:sp>
      <p:sp>
        <p:nvSpPr>
          <p:cNvPr id="16" name="TextBox 15"/>
          <p:cNvSpPr txBox="1"/>
          <p:nvPr/>
        </p:nvSpPr>
        <p:spPr>
          <a:xfrm rot="48000">
            <a:off x="4378509" y="3743088"/>
            <a:ext cx="371475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2025년 중 10.5만명 증가 · 수도권 9.3만명</a:t>
            </a:r>
          </a:p>
        </p:txBody>
      </p:sp>
      <p:sp>
        <p:nvSpPr>
          <p:cNvPr id="17" name="Oval 16"/>
          <p:cNvSpPr/>
          <p:nvPr/>
        </p:nvSpPr>
        <p:spPr>
          <a:xfrm>
            <a:off x="8572500" y="3105150"/>
            <a:ext cx="1314450" cy="1314450"/>
          </a:xfrm>
          <a:prstGeom prst="ellipse">
            <a:avLst/>
          </a:prstGeom>
          <a:solidFill>
            <a:srgbClr val="FFFDF8"/>
          </a:solidFill>
          <a:ln w="57150">
            <a:solidFill>
              <a:srgbClr val="F3EBDD"/>
            </a:solidFill>
          </a:ln>
          <a:effectLst>
            <a:outerShdw blurRad="133350" dist="57150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agent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20150" y="3352800"/>
            <a:ext cx="819150" cy="819150"/>
          </a:xfrm>
          <a:prstGeom prst="rect">
            <a:avLst/>
          </a:prstGeom>
        </p:spPr>
      </p:pic>
      <p:sp>
        <p:nvSpPr>
          <p:cNvPr id="19" name="Freeform 18"/>
          <p:cNvSpPr/>
          <p:nvPr/>
        </p:nvSpPr>
        <p:spPr>
          <a:xfrm rot="21564000">
            <a:off x="2641811" y="4682810"/>
            <a:ext cx="7367103" cy="1192994"/>
          </a:xfrm>
          <a:custGeom>
            <a:avLst/>
            <a:gdLst/>
            <a:ahLst/>
            <a:cxnLst/>
            <a:rect l="l" t="t" r="r" b="b"/>
            <a:pathLst>
              <a:path w="7367103" h="1192994">
                <a:moveTo>
                  <a:pt x="25189" y="32076"/>
                </a:moveTo>
                <a:lnTo>
                  <a:pt x="111474" y="41061"/>
                </a:lnTo>
                <a:lnTo>
                  <a:pt x="197759" y="30207"/>
                </a:lnTo>
                <a:lnTo>
                  <a:pt x="284044" y="34900"/>
                </a:lnTo>
                <a:lnTo>
                  <a:pt x="370330" y="50516"/>
                </a:lnTo>
                <a:lnTo>
                  <a:pt x="456615" y="75871"/>
                </a:lnTo>
                <a:lnTo>
                  <a:pt x="542900" y="71909"/>
                </a:lnTo>
                <a:lnTo>
                  <a:pt x="629186" y="54674"/>
                </a:lnTo>
                <a:lnTo>
                  <a:pt x="715471" y="83045"/>
                </a:lnTo>
                <a:lnTo>
                  <a:pt x="801756" y="70282"/>
                </a:lnTo>
                <a:lnTo>
                  <a:pt x="888041" y="58228"/>
                </a:lnTo>
                <a:lnTo>
                  <a:pt x="974327" y="47613"/>
                </a:lnTo>
                <a:lnTo>
                  <a:pt x="1060612" y="77481"/>
                </a:lnTo>
                <a:lnTo>
                  <a:pt x="1146897" y="60441"/>
                </a:lnTo>
                <a:lnTo>
                  <a:pt x="1233183" y="63458"/>
                </a:lnTo>
                <a:lnTo>
                  <a:pt x="1319468" y="49796"/>
                </a:lnTo>
                <a:lnTo>
                  <a:pt x="1405753" y="60423"/>
                </a:lnTo>
                <a:lnTo>
                  <a:pt x="1492039" y="46218"/>
                </a:lnTo>
                <a:lnTo>
                  <a:pt x="1578324" y="66098"/>
                </a:lnTo>
                <a:lnTo>
                  <a:pt x="1664609" y="29327"/>
                </a:lnTo>
                <a:lnTo>
                  <a:pt x="1750894" y="41297"/>
                </a:lnTo>
                <a:lnTo>
                  <a:pt x="1837180" y="40756"/>
                </a:lnTo>
                <a:lnTo>
                  <a:pt x="1923465" y="19875"/>
                </a:lnTo>
                <a:lnTo>
                  <a:pt x="2009750" y="39917"/>
                </a:lnTo>
                <a:lnTo>
                  <a:pt x="2096036" y="47012"/>
                </a:lnTo>
                <a:lnTo>
                  <a:pt x="2182321" y="59859"/>
                </a:lnTo>
                <a:lnTo>
                  <a:pt x="2268606" y="27761"/>
                </a:lnTo>
                <a:lnTo>
                  <a:pt x="2354891" y="18467"/>
                </a:lnTo>
                <a:lnTo>
                  <a:pt x="2441177" y="52049"/>
                </a:lnTo>
                <a:lnTo>
                  <a:pt x="2527462" y="41578"/>
                </a:lnTo>
                <a:lnTo>
                  <a:pt x="2613747" y="56841"/>
                </a:lnTo>
                <a:lnTo>
                  <a:pt x="2700033" y="54846"/>
                </a:lnTo>
                <a:lnTo>
                  <a:pt x="2786318" y="54557"/>
                </a:lnTo>
                <a:lnTo>
                  <a:pt x="2872603" y="55458"/>
                </a:lnTo>
                <a:lnTo>
                  <a:pt x="2958889" y="56516"/>
                </a:lnTo>
                <a:lnTo>
                  <a:pt x="3045174" y="42616"/>
                </a:lnTo>
                <a:lnTo>
                  <a:pt x="3131459" y="58833"/>
                </a:lnTo>
                <a:lnTo>
                  <a:pt x="3217744" y="79065"/>
                </a:lnTo>
                <a:lnTo>
                  <a:pt x="3304030" y="56846"/>
                </a:lnTo>
                <a:lnTo>
                  <a:pt x="3390315" y="53338"/>
                </a:lnTo>
                <a:lnTo>
                  <a:pt x="3476600" y="55502"/>
                </a:lnTo>
                <a:lnTo>
                  <a:pt x="3562886" y="74458"/>
                </a:lnTo>
                <a:lnTo>
                  <a:pt x="3649171" y="67299"/>
                </a:lnTo>
                <a:lnTo>
                  <a:pt x="3735456" y="54531"/>
                </a:lnTo>
                <a:lnTo>
                  <a:pt x="3821741" y="52776"/>
                </a:lnTo>
                <a:lnTo>
                  <a:pt x="3908027" y="53769"/>
                </a:lnTo>
                <a:lnTo>
                  <a:pt x="3994312" y="65521"/>
                </a:lnTo>
                <a:lnTo>
                  <a:pt x="4080597" y="55637"/>
                </a:lnTo>
                <a:lnTo>
                  <a:pt x="4166883" y="41291"/>
                </a:lnTo>
                <a:lnTo>
                  <a:pt x="4253168" y="55388"/>
                </a:lnTo>
                <a:lnTo>
                  <a:pt x="4339453" y="29029"/>
                </a:lnTo>
                <a:lnTo>
                  <a:pt x="4425739" y="72085"/>
                </a:lnTo>
                <a:lnTo>
                  <a:pt x="4512024" y="64408"/>
                </a:lnTo>
                <a:lnTo>
                  <a:pt x="4598309" y="32425"/>
                </a:lnTo>
                <a:lnTo>
                  <a:pt x="4684594" y="50286"/>
                </a:lnTo>
                <a:lnTo>
                  <a:pt x="4770880" y="33882"/>
                </a:lnTo>
                <a:lnTo>
                  <a:pt x="4857165" y="41783"/>
                </a:lnTo>
                <a:lnTo>
                  <a:pt x="4943450" y="57309"/>
                </a:lnTo>
                <a:lnTo>
                  <a:pt x="5029736" y="35091"/>
                </a:lnTo>
                <a:lnTo>
                  <a:pt x="5116021" y="60785"/>
                </a:lnTo>
                <a:lnTo>
                  <a:pt x="5202306" y="58990"/>
                </a:lnTo>
                <a:lnTo>
                  <a:pt x="5288591" y="40538"/>
                </a:lnTo>
                <a:lnTo>
                  <a:pt x="5374877" y="43097"/>
                </a:lnTo>
                <a:lnTo>
                  <a:pt x="5461162" y="66771"/>
                </a:lnTo>
                <a:lnTo>
                  <a:pt x="5547447" y="54097"/>
                </a:lnTo>
                <a:lnTo>
                  <a:pt x="5633733" y="33985"/>
                </a:lnTo>
                <a:lnTo>
                  <a:pt x="5720018" y="47281"/>
                </a:lnTo>
                <a:lnTo>
                  <a:pt x="5806303" y="63096"/>
                </a:lnTo>
                <a:lnTo>
                  <a:pt x="5892589" y="55857"/>
                </a:lnTo>
                <a:lnTo>
                  <a:pt x="5978874" y="51527"/>
                </a:lnTo>
                <a:lnTo>
                  <a:pt x="6065159" y="48582"/>
                </a:lnTo>
                <a:lnTo>
                  <a:pt x="6151444" y="47600"/>
                </a:lnTo>
                <a:lnTo>
                  <a:pt x="6237730" y="52855"/>
                </a:lnTo>
                <a:lnTo>
                  <a:pt x="6324015" y="49301"/>
                </a:lnTo>
                <a:lnTo>
                  <a:pt x="6410300" y="18158"/>
                </a:lnTo>
                <a:lnTo>
                  <a:pt x="6496586" y="10239"/>
                </a:lnTo>
                <a:lnTo>
                  <a:pt x="6582871" y="0"/>
                </a:lnTo>
                <a:lnTo>
                  <a:pt x="6669156" y="14141"/>
                </a:lnTo>
                <a:lnTo>
                  <a:pt x="6755441" y="35599"/>
                </a:lnTo>
                <a:lnTo>
                  <a:pt x="6841727" y="33394"/>
                </a:lnTo>
                <a:lnTo>
                  <a:pt x="6928012" y="17974"/>
                </a:lnTo>
                <a:lnTo>
                  <a:pt x="7014297" y="13590"/>
                </a:lnTo>
                <a:lnTo>
                  <a:pt x="7100583" y="36147"/>
                </a:lnTo>
                <a:lnTo>
                  <a:pt x="7186868" y="57561"/>
                </a:lnTo>
                <a:lnTo>
                  <a:pt x="7273153" y="55067"/>
                </a:lnTo>
                <a:lnTo>
                  <a:pt x="7367103" y="41590"/>
                </a:lnTo>
                <a:lnTo>
                  <a:pt x="7356868" y="128047"/>
                </a:lnTo>
                <a:lnTo>
                  <a:pt x="7340481" y="214505"/>
                </a:lnTo>
                <a:lnTo>
                  <a:pt x="7338341" y="300963"/>
                </a:lnTo>
                <a:lnTo>
                  <a:pt x="7347633" y="387420"/>
                </a:lnTo>
                <a:lnTo>
                  <a:pt x="7335864" y="473878"/>
                </a:lnTo>
                <a:lnTo>
                  <a:pt x="7313887" y="560336"/>
                </a:lnTo>
                <a:lnTo>
                  <a:pt x="7317064" y="646793"/>
                </a:lnTo>
                <a:lnTo>
                  <a:pt x="7351034" y="733251"/>
                </a:lnTo>
                <a:lnTo>
                  <a:pt x="7347301" y="819709"/>
                </a:lnTo>
                <a:lnTo>
                  <a:pt x="7327140" y="906166"/>
                </a:lnTo>
                <a:lnTo>
                  <a:pt x="7339460" y="992624"/>
                </a:lnTo>
                <a:lnTo>
                  <a:pt x="7320055" y="1079082"/>
                </a:lnTo>
                <a:lnTo>
                  <a:pt x="7359439" y="1167596"/>
                </a:lnTo>
                <a:lnTo>
                  <a:pt x="7273153" y="1159106"/>
                </a:lnTo>
                <a:lnTo>
                  <a:pt x="7186868" y="1144033"/>
                </a:lnTo>
                <a:lnTo>
                  <a:pt x="7100583" y="1176261"/>
                </a:lnTo>
                <a:lnTo>
                  <a:pt x="7014297" y="1157958"/>
                </a:lnTo>
                <a:lnTo>
                  <a:pt x="6928012" y="1191677"/>
                </a:lnTo>
                <a:lnTo>
                  <a:pt x="6841727" y="1171113"/>
                </a:lnTo>
                <a:lnTo>
                  <a:pt x="6755441" y="1192994"/>
                </a:lnTo>
                <a:lnTo>
                  <a:pt x="6669156" y="1169993"/>
                </a:lnTo>
                <a:lnTo>
                  <a:pt x="6582871" y="1168751"/>
                </a:lnTo>
                <a:lnTo>
                  <a:pt x="6496586" y="1150017"/>
                </a:lnTo>
                <a:lnTo>
                  <a:pt x="6410300" y="1165219"/>
                </a:lnTo>
                <a:lnTo>
                  <a:pt x="6324015" y="1154826"/>
                </a:lnTo>
                <a:lnTo>
                  <a:pt x="6237730" y="1183653"/>
                </a:lnTo>
                <a:lnTo>
                  <a:pt x="6151444" y="1150961"/>
                </a:lnTo>
                <a:lnTo>
                  <a:pt x="6065159" y="1170231"/>
                </a:lnTo>
                <a:lnTo>
                  <a:pt x="5978874" y="1185701"/>
                </a:lnTo>
                <a:lnTo>
                  <a:pt x="5892589" y="1172260"/>
                </a:lnTo>
                <a:lnTo>
                  <a:pt x="5806303" y="1162657"/>
                </a:lnTo>
                <a:lnTo>
                  <a:pt x="5720018" y="1184935"/>
                </a:lnTo>
                <a:lnTo>
                  <a:pt x="5633733" y="1168187"/>
                </a:lnTo>
                <a:lnTo>
                  <a:pt x="5547447" y="1167189"/>
                </a:lnTo>
                <a:lnTo>
                  <a:pt x="5461162" y="1140552"/>
                </a:lnTo>
                <a:lnTo>
                  <a:pt x="5374877" y="1159531"/>
                </a:lnTo>
                <a:lnTo>
                  <a:pt x="5288591" y="1173914"/>
                </a:lnTo>
                <a:lnTo>
                  <a:pt x="5202306" y="1167340"/>
                </a:lnTo>
                <a:lnTo>
                  <a:pt x="5116021" y="1130825"/>
                </a:lnTo>
                <a:lnTo>
                  <a:pt x="5029736" y="1136554"/>
                </a:lnTo>
                <a:lnTo>
                  <a:pt x="4943450" y="1136937"/>
                </a:lnTo>
                <a:lnTo>
                  <a:pt x="4857165" y="1126650"/>
                </a:lnTo>
                <a:lnTo>
                  <a:pt x="4770880" y="1144463"/>
                </a:lnTo>
                <a:lnTo>
                  <a:pt x="4684594" y="1139529"/>
                </a:lnTo>
                <a:lnTo>
                  <a:pt x="4598309" y="1157531"/>
                </a:lnTo>
                <a:lnTo>
                  <a:pt x="4512024" y="1146437"/>
                </a:lnTo>
                <a:lnTo>
                  <a:pt x="4425739" y="1157615"/>
                </a:lnTo>
                <a:lnTo>
                  <a:pt x="4339453" y="1151091"/>
                </a:lnTo>
                <a:lnTo>
                  <a:pt x="4253168" y="1134665"/>
                </a:lnTo>
                <a:lnTo>
                  <a:pt x="4166883" y="1134063"/>
                </a:lnTo>
                <a:lnTo>
                  <a:pt x="4080597" y="1135779"/>
                </a:lnTo>
                <a:lnTo>
                  <a:pt x="3994312" y="1153642"/>
                </a:lnTo>
                <a:lnTo>
                  <a:pt x="3908027" y="1160809"/>
                </a:lnTo>
                <a:lnTo>
                  <a:pt x="3821741" y="1158470"/>
                </a:lnTo>
                <a:lnTo>
                  <a:pt x="3735456" y="1145144"/>
                </a:lnTo>
                <a:lnTo>
                  <a:pt x="3649171" y="1138037"/>
                </a:lnTo>
                <a:lnTo>
                  <a:pt x="3562886" y="1152539"/>
                </a:lnTo>
                <a:lnTo>
                  <a:pt x="3476600" y="1137394"/>
                </a:lnTo>
                <a:lnTo>
                  <a:pt x="3390315" y="1138219"/>
                </a:lnTo>
                <a:lnTo>
                  <a:pt x="3304030" y="1147739"/>
                </a:lnTo>
                <a:lnTo>
                  <a:pt x="3217744" y="1148816"/>
                </a:lnTo>
                <a:lnTo>
                  <a:pt x="3131459" y="1149652"/>
                </a:lnTo>
                <a:lnTo>
                  <a:pt x="3045174" y="1151347"/>
                </a:lnTo>
                <a:lnTo>
                  <a:pt x="2958889" y="1136704"/>
                </a:lnTo>
                <a:lnTo>
                  <a:pt x="2872603" y="1152212"/>
                </a:lnTo>
                <a:lnTo>
                  <a:pt x="2786318" y="1144918"/>
                </a:lnTo>
                <a:lnTo>
                  <a:pt x="2700033" y="1157058"/>
                </a:lnTo>
                <a:lnTo>
                  <a:pt x="2613747" y="1161064"/>
                </a:lnTo>
                <a:lnTo>
                  <a:pt x="2527462" y="1154174"/>
                </a:lnTo>
                <a:lnTo>
                  <a:pt x="2441177" y="1160216"/>
                </a:lnTo>
                <a:lnTo>
                  <a:pt x="2354891" y="1175384"/>
                </a:lnTo>
                <a:lnTo>
                  <a:pt x="2268606" y="1185702"/>
                </a:lnTo>
                <a:lnTo>
                  <a:pt x="2182321" y="1138302"/>
                </a:lnTo>
                <a:lnTo>
                  <a:pt x="2096036" y="1169140"/>
                </a:lnTo>
                <a:lnTo>
                  <a:pt x="2009750" y="1146770"/>
                </a:lnTo>
                <a:lnTo>
                  <a:pt x="1923465" y="1136277"/>
                </a:lnTo>
                <a:lnTo>
                  <a:pt x="1837180" y="1132129"/>
                </a:lnTo>
                <a:lnTo>
                  <a:pt x="1750894" y="1142796"/>
                </a:lnTo>
                <a:lnTo>
                  <a:pt x="1664609" y="1132658"/>
                </a:lnTo>
                <a:lnTo>
                  <a:pt x="1578324" y="1147703"/>
                </a:lnTo>
                <a:lnTo>
                  <a:pt x="1492039" y="1151798"/>
                </a:lnTo>
                <a:lnTo>
                  <a:pt x="1405753" y="1147649"/>
                </a:lnTo>
                <a:lnTo>
                  <a:pt x="1319468" y="1133196"/>
                </a:lnTo>
                <a:lnTo>
                  <a:pt x="1233183" y="1152839"/>
                </a:lnTo>
                <a:lnTo>
                  <a:pt x="1146897" y="1150679"/>
                </a:lnTo>
                <a:lnTo>
                  <a:pt x="1060612" y="1153212"/>
                </a:lnTo>
                <a:lnTo>
                  <a:pt x="974327" y="1146379"/>
                </a:lnTo>
                <a:lnTo>
                  <a:pt x="888041" y="1122065"/>
                </a:lnTo>
                <a:lnTo>
                  <a:pt x="801756" y="1131796"/>
                </a:lnTo>
                <a:lnTo>
                  <a:pt x="715471" y="1139681"/>
                </a:lnTo>
                <a:lnTo>
                  <a:pt x="629186" y="1139020"/>
                </a:lnTo>
                <a:lnTo>
                  <a:pt x="542900" y="1126007"/>
                </a:lnTo>
                <a:lnTo>
                  <a:pt x="456615" y="1137878"/>
                </a:lnTo>
                <a:lnTo>
                  <a:pt x="370330" y="1149895"/>
                </a:lnTo>
                <a:lnTo>
                  <a:pt x="284044" y="1191052"/>
                </a:lnTo>
                <a:lnTo>
                  <a:pt x="197759" y="1181480"/>
                </a:lnTo>
                <a:lnTo>
                  <a:pt x="111474" y="1171722"/>
                </a:lnTo>
                <a:lnTo>
                  <a:pt x="0" y="1165540"/>
                </a:lnTo>
                <a:lnTo>
                  <a:pt x="37829" y="1079082"/>
                </a:lnTo>
                <a:lnTo>
                  <a:pt x="53219" y="992624"/>
                </a:lnTo>
                <a:lnTo>
                  <a:pt x="32743" y="906166"/>
                </a:lnTo>
                <a:lnTo>
                  <a:pt x="64277" y="819709"/>
                </a:lnTo>
                <a:lnTo>
                  <a:pt x="71691" y="733251"/>
                </a:lnTo>
                <a:lnTo>
                  <a:pt x="36561" y="646793"/>
                </a:lnTo>
                <a:lnTo>
                  <a:pt x="32201" y="560336"/>
                </a:lnTo>
                <a:lnTo>
                  <a:pt x="27135" y="473878"/>
                </a:lnTo>
                <a:lnTo>
                  <a:pt x="15486" y="387420"/>
                </a:lnTo>
                <a:lnTo>
                  <a:pt x="32941" y="300963"/>
                </a:lnTo>
                <a:lnTo>
                  <a:pt x="38137" y="214505"/>
                </a:lnTo>
                <a:lnTo>
                  <a:pt x="23707" y="128047"/>
                </a:lnTo>
                <a:close/>
              </a:path>
            </a:pathLst>
          </a:custGeom>
          <a:blipFill rotWithShape="1">
            <a:blip r:embed="rId5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 rot="21564000">
            <a:off x="3810083" y="4740358"/>
            <a:ext cx="2000250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57"/>
              </a:lnSpc>
            </a:pPr>
            <a:r>
              <a:rPr sz="3450" b="1">
                <a:solidFill>
                  <a:srgbClr val="5C2E14"/>
                </a:solidFill>
                <a:latin typeface="Arial Black"/>
                <a:ea typeface="맑은 고딕"/>
              </a:rPr>
              <a:t>+1.0%p</a:t>
            </a:r>
          </a:p>
        </p:txBody>
      </p:sp>
      <p:sp>
        <p:nvSpPr>
          <p:cNvPr id="21" name="TextBox 20"/>
          <p:cNvSpPr txBox="1"/>
          <p:nvPr/>
        </p:nvSpPr>
        <p:spPr>
          <a:xfrm rot="21564000">
            <a:off x="5903224" y="4918501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수도권: 노출도 0.1 상승 시 고용증가율</a:t>
            </a:r>
          </a:p>
        </p:txBody>
      </p:sp>
      <p:sp>
        <p:nvSpPr>
          <p:cNvPr id="22" name="TextBox 21"/>
          <p:cNvSpPr txBox="1"/>
          <p:nvPr/>
        </p:nvSpPr>
        <p:spPr>
          <a:xfrm rot="21564000">
            <a:off x="5907613" y="5242328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비수도권은 통계적으로 유의한 관계가 없었습니다</a:t>
            </a:r>
          </a:p>
        </p:txBody>
      </p:sp>
      <p:sp>
        <p:nvSpPr>
          <p:cNvPr id="23" name="Oval 22"/>
          <p:cNvSpPr/>
          <p:nvPr/>
        </p:nvSpPr>
        <p:spPr>
          <a:xfrm>
            <a:off x="1809750" y="4629150"/>
            <a:ext cx="1314450" cy="1314450"/>
          </a:xfrm>
          <a:prstGeom prst="ellipse">
            <a:avLst/>
          </a:prstGeom>
          <a:solidFill>
            <a:srgbClr val="FFFDF8"/>
          </a:solidFill>
          <a:ln w="57150">
            <a:solidFill>
              <a:srgbClr val="F3EBDD"/>
            </a:solidFill>
          </a:ln>
          <a:effectLst>
            <a:outerShdw blurRad="133350" dist="57150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tren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57400" y="4876800"/>
            <a:ext cx="819150" cy="8191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667000" y="6096000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* AI 확산 초기의 징후로, AI가 고용지표 변화의 원인이라고 단정하기는 어렵습니다.</a:t>
            </a:r>
          </a:p>
        </p:txBody>
      </p:sp>
      <p:pic>
        <p:nvPicPr>
          <p:cNvPr id="26" name="Picture 25" descr="fern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300000">
            <a:off x="285750" y="285750"/>
            <a:ext cx="857250" cy="3714750"/>
          </a:xfrm>
          <a:prstGeom prst="rect">
            <a:avLst/>
          </a:prstGeom>
        </p:spPr>
      </p:pic>
      <p:pic>
        <p:nvPicPr>
          <p:cNvPr id="27" name="Picture 26" descr="sprig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1000000">
            <a:off x="10191750" y="381000"/>
            <a:ext cx="20955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120000">
            <a:off x="-904532" y="-496570"/>
            <a:ext cx="2663554" cy="7970506"/>
          </a:xfrm>
          <a:custGeom>
            <a:avLst/>
            <a:gdLst/>
            <a:ahLst/>
            <a:cxnLst/>
            <a:rect l="l" t="t" r="r" b="b"/>
            <a:pathLst>
              <a:path w="2663554" h="7970506">
                <a:moveTo>
                  <a:pt x="47282" y="24174"/>
                </a:moveTo>
                <a:lnTo>
                  <a:pt x="133007" y="30329"/>
                </a:lnTo>
                <a:lnTo>
                  <a:pt x="218732" y="31149"/>
                </a:lnTo>
                <a:lnTo>
                  <a:pt x="304457" y="32598"/>
                </a:lnTo>
                <a:lnTo>
                  <a:pt x="390182" y="30838"/>
                </a:lnTo>
                <a:lnTo>
                  <a:pt x="475907" y="13621"/>
                </a:lnTo>
                <a:lnTo>
                  <a:pt x="561632" y="31906"/>
                </a:lnTo>
                <a:lnTo>
                  <a:pt x="647357" y="30770"/>
                </a:lnTo>
                <a:lnTo>
                  <a:pt x="733082" y="8902"/>
                </a:lnTo>
                <a:lnTo>
                  <a:pt x="818807" y="22632"/>
                </a:lnTo>
                <a:lnTo>
                  <a:pt x="904532" y="37561"/>
                </a:lnTo>
                <a:lnTo>
                  <a:pt x="990257" y="19127"/>
                </a:lnTo>
                <a:lnTo>
                  <a:pt x="1075982" y="11669"/>
                </a:lnTo>
                <a:lnTo>
                  <a:pt x="1161707" y="0"/>
                </a:lnTo>
                <a:lnTo>
                  <a:pt x="1247432" y="25629"/>
                </a:lnTo>
                <a:lnTo>
                  <a:pt x="1333157" y="35569"/>
                </a:lnTo>
                <a:lnTo>
                  <a:pt x="1418882" y="36644"/>
                </a:lnTo>
                <a:lnTo>
                  <a:pt x="1504607" y="20559"/>
                </a:lnTo>
                <a:lnTo>
                  <a:pt x="1590332" y="40630"/>
                </a:lnTo>
                <a:lnTo>
                  <a:pt x="1676057" y="9005"/>
                </a:lnTo>
                <a:lnTo>
                  <a:pt x="1761782" y="34407"/>
                </a:lnTo>
                <a:lnTo>
                  <a:pt x="1847507" y="30875"/>
                </a:lnTo>
                <a:lnTo>
                  <a:pt x="1933232" y="28525"/>
                </a:lnTo>
                <a:lnTo>
                  <a:pt x="2018957" y="24640"/>
                </a:lnTo>
                <a:lnTo>
                  <a:pt x="2104682" y="19397"/>
                </a:lnTo>
                <a:lnTo>
                  <a:pt x="2190407" y="43556"/>
                </a:lnTo>
                <a:lnTo>
                  <a:pt x="2276132" y="22446"/>
                </a:lnTo>
                <a:lnTo>
                  <a:pt x="2361857" y="44959"/>
                </a:lnTo>
                <a:lnTo>
                  <a:pt x="2447582" y="51989"/>
                </a:lnTo>
                <a:lnTo>
                  <a:pt x="2533307" y="52356"/>
                </a:lnTo>
                <a:lnTo>
                  <a:pt x="2620866" y="20320"/>
                </a:lnTo>
                <a:lnTo>
                  <a:pt x="2600801" y="106253"/>
                </a:lnTo>
                <a:lnTo>
                  <a:pt x="2613749" y="192185"/>
                </a:lnTo>
                <a:lnTo>
                  <a:pt x="2579396" y="278117"/>
                </a:lnTo>
                <a:lnTo>
                  <a:pt x="2597960" y="364049"/>
                </a:lnTo>
                <a:lnTo>
                  <a:pt x="2610171" y="449981"/>
                </a:lnTo>
                <a:lnTo>
                  <a:pt x="2608124" y="535912"/>
                </a:lnTo>
                <a:lnTo>
                  <a:pt x="2598473" y="621844"/>
                </a:lnTo>
                <a:lnTo>
                  <a:pt x="2604873" y="707776"/>
                </a:lnTo>
                <a:lnTo>
                  <a:pt x="2577950" y="793708"/>
                </a:lnTo>
                <a:lnTo>
                  <a:pt x="2585379" y="879640"/>
                </a:lnTo>
                <a:lnTo>
                  <a:pt x="2583618" y="965572"/>
                </a:lnTo>
                <a:lnTo>
                  <a:pt x="2615002" y="1051504"/>
                </a:lnTo>
                <a:lnTo>
                  <a:pt x="2591757" y="1137436"/>
                </a:lnTo>
                <a:lnTo>
                  <a:pt x="2602830" y="1223368"/>
                </a:lnTo>
                <a:lnTo>
                  <a:pt x="2593906" y="1309300"/>
                </a:lnTo>
                <a:lnTo>
                  <a:pt x="2592253" y="1395233"/>
                </a:lnTo>
                <a:lnTo>
                  <a:pt x="2589387" y="1481165"/>
                </a:lnTo>
                <a:lnTo>
                  <a:pt x="2571442" y="1567097"/>
                </a:lnTo>
                <a:lnTo>
                  <a:pt x="2604241" y="1653029"/>
                </a:lnTo>
                <a:lnTo>
                  <a:pt x="2582474" y="1738961"/>
                </a:lnTo>
                <a:lnTo>
                  <a:pt x="2587073" y="1824893"/>
                </a:lnTo>
                <a:lnTo>
                  <a:pt x="2597795" y="1910825"/>
                </a:lnTo>
                <a:lnTo>
                  <a:pt x="2586164" y="1996757"/>
                </a:lnTo>
                <a:lnTo>
                  <a:pt x="2604398" y="2082689"/>
                </a:lnTo>
                <a:lnTo>
                  <a:pt x="2614978" y="2168621"/>
                </a:lnTo>
                <a:lnTo>
                  <a:pt x="2616309" y="2254553"/>
                </a:lnTo>
                <a:lnTo>
                  <a:pt x="2587192" y="2340485"/>
                </a:lnTo>
                <a:lnTo>
                  <a:pt x="2584571" y="2426417"/>
                </a:lnTo>
                <a:lnTo>
                  <a:pt x="2588961" y="2512349"/>
                </a:lnTo>
                <a:lnTo>
                  <a:pt x="2580001" y="2598281"/>
                </a:lnTo>
                <a:lnTo>
                  <a:pt x="2580060" y="2684214"/>
                </a:lnTo>
                <a:lnTo>
                  <a:pt x="2586952" y="2770146"/>
                </a:lnTo>
                <a:lnTo>
                  <a:pt x="2622289" y="2856078"/>
                </a:lnTo>
                <a:lnTo>
                  <a:pt x="2611455" y="2942010"/>
                </a:lnTo>
                <a:lnTo>
                  <a:pt x="2620171" y="3027942"/>
                </a:lnTo>
                <a:lnTo>
                  <a:pt x="2625665" y="3113874"/>
                </a:lnTo>
                <a:lnTo>
                  <a:pt x="2621964" y="3199806"/>
                </a:lnTo>
                <a:lnTo>
                  <a:pt x="2622346" y="3285738"/>
                </a:lnTo>
                <a:lnTo>
                  <a:pt x="2643444" y="3371670"/>
                </a:lnTo>
                <a:lnTo>
                  <a:pt x="2628937" y="3457602"/>
                </a:lnTo>
                <a:lnTo>
                  <a:pt x="2621483" y="3543534"/>
                </a:lnTo>
                <a:lnTo>
                  <a:pt x="2611803" y="3629466"/>
                </a:lnTo>
                <a:lnTo>
                  <a:pt x="2603092" y="3715398"/>
                </a:lnTo>
                <a:lnTo>
                  <a:pt x="2598438" y="3801330"/>
                </a:lnTo>
                <a:lnTo>
                  <a:pt x="2613062" y="3887262"/>
                </a:lnTo>
                <a:lnTo>
                  <a:pt x="2638549" y="3973195"/>
                </a:lnTo>
                <a:lnTo>
                  <a:pt x="2630696" y="4059127"/>
                </a:lnTo>
                <a:lnTo>
                  <a:pt x="2658751" y="4145059"/>
                </a:lnTo>
                <a:lnTo>
                  <a:pt x="2632613" y="4230991"/>
                </a:lnTo>
                <a:lnTo>
                  <a:pt x="2647024" y="4316923"/>
                </a:lnTo>
                <a:lnTo>
                  <a:pt x="2645716" y="4402855"/>
                </a:lnTo>
                <a:lnTo>
                  <a:pt x="2648709" y="4488787"/>
                </a:lnTo>
                <a:lnTo>
                  <a:pt x="2632170" y="4574719"/>
                </a:lnTo>
                <a:lnTo>
                  <a:pt x="2639609" y="4660651"/>
                </a:lnTo>
                <a:lnTo>
                  <a:pt x="2633272" y="4746583"/>
                </a:lnTo>
                <a:lnTo>
                  <a:pt x="2625198" y="4832515"/>
                </a:lnTo>
                <a:lnTo>
                  <a:pt x="2651037" y="4918447"/>
                </a:lnTo>
                <a:lnTo>
                  <a:pt x="2607585" y="5004379"/>
                </a:lnTo>
                <a:lnTo>
                  <a:pt x="2609257" y="5090311"/>
                </a:lnTo>
                <a:lnTo>
                  <a:pt x="2614568" y="5176243"/>
                </a:lnTo>
                <a:lnTo>
                  <a:pt x="2627979" y="5262175"/>
                </a:lnTo>
                <a:lnTo>
                  <a:pt x="2624117" y="5348108"/>
                </a:lnTo>
                <a:lnTo>
                  <a:pt x="2620533" y="5434040"/>
                </a:lnTo>
                <a:lnTo>
                  <a:pt x="2613022" y="5519972"/>
                </a:lnTo>
                <a:lnTo>
                  <a:pt x="2620309" y="5605904"/>
                </a:lnTo>
                <a:lnTo>
                  <a:pt x="2599349" y="5691836"/>
                </a:lnTo>
                <a:lnTo>
                  <a:pt x="2620594" y="5777768"/>
                </a:lnTo>
                <a:lnTo>
                  <a:pt x="2614218" y="5863700"/>
                </a:lnTo>
                <a:lnTo>
                  <a:pt x="2595582" y="5949632"/>
                </a:lnTo>
                <a:lnTo>
                  <a:pt x="2616050" y="6035564"/>
                </a:lnTo>
                <a:lnTo>
                  <a:pt x="2578832" y="6121496"/>
                </a:lnTo>
                <a:lnTo>
                  <a:pt x="2593646" y="6207428"/>
                </a:lnTo>
                <a:lnTo>
                  <a:pt x="2586304" y="6293360"/>
                </a:lnTo>
                <a:lnTo>
                  <a:pt x="2600663" y="6379292"/>
                </a:lnTo>
                <a:lnTo>
                  <a:pt x="2609104" y="6465224"/>
                </a:lnTo>
                <a:lnTo>
                  <a:pt x="2588254" y="6551156"/>
                </a:lnTo>
                <a:lnTo>
                  <a:pt x="2607316" y="6637089"/>
                </a:lnTo>
                <a:lnTo>
                  <a:pt x="2581217" y="6723021"/>
                </a:lnTo>
                <a:lnTo>
                  <a:pt x="2588424" y="6808953"/>
                </a:lnTo>
                <a:lnTo>
                  <a:pt x="2602878" y="6894885"/>
                </a:lnTo>
                <a:lnTo>
                  <a:pt x="2602342" y="6980817"/>
                </a:lnTo>
                <a:lnTo>
                  <a:pt x="2611785" y="7066749"/>
                </a:lnTo>
                <a:lnTo>
                  <a:pt x="2642588" y="7152681"/>
                </a:lnTo>
                <a:lnTo>
                  <a:pt x="2632174" y="7238613"/>
                </a:lnTo>
                <a:lnTo>
                  <a:pt x="2657102" y="7324545"/>
                </a:lnTo>
                <a:lnTo>
                  <a:pt x="2637002" y="7410477"/>
                </a:lnTo>
                <a:lnTo>
                  <a:pt x="2628707" y="7496409"/>
                </a:lnTo>
                <a:lnTo>
                  <a:pt x="2643236" y="7582341"/>
                </a:lnTo>
                <a:lnTo>
                  <a:pt x="2663554" y="7668273"/>
                </a:lnTo>
                <a:lnTo>
                  <a:pt x="2635291" y="7754205"/>
                </a:lnTo>
                <a:lnTo>
                  <a:pt x="2638252" y="7840137"/>
                </a:lnTo>
                <a:lnTo>
                  <a:pt x="2619032" y="7944106"/>
                </a:lnTo>
                <a:lnTo>
                  <a:pt x="2533307" y="7928842"/>
                </a:lnTo>
                <a:lnTo>
                  <a:pt x="2447582" y="7929874"/>
                </a:lnTo>
                <a:lnTo>
                  <a:pt x="2361857" y="7951791"/>
                </a:lnTo>
                <a:lnTo>
                  <a:pt x="2276132" y="7945709"/>
                </a:lnTo>
                <a:lnTo>
                  <a:pt x="2190407" y="7929157"/>
                </a:lnTo>
                <a:lnTo>
                  <a:pt x="2104682" y="7957476"/>
                </a:lnTo>
                <a:lnTo>
                  <a:pt x="2018957" y="7946177"/>
                </a:lnTo>
                <a:lnTo>
                  <a:pt x="1933232" y="7935006"/>
                </a:lnTo>
                <a:lnTo>
                  <a:pt x="1847507" y="7959115"/>
                </a:lnTo>
                <a:lnTo>
                  <a:pt x="1761782" y="7939883"/>
                </a:lnTo>
                <a:lnTo>
                  <a:pt x="1676057" y="7940794"/>
                </a:lnTo>
                <a:lnTo>
                  <a:pt x="1590332" y="7949652"/>
                </a:lnTo>
                <a:lnTo>
                  <a:pt x="1504607" y="7954015"/>
                </a:lnTo>
                <a:lnTo>
                  <a:pt x="1418882" y="7959884"/>
                </a:lnTo>
                <a:lnTo>
                  <a:pt x="1333157" y="7941986"/>
                </a:lnTo>
                <a:lnTo>
                  <a:pt x="1247432" y="7963733"/>
                </a:lnTo>
                <a:lnTo>
                  <a:pt x="1161707" y="7963886"/>
                </a:lnTo>
                <a:lnTo>
                  <a:pt x="1075982" y="7961313"/>
                </a:lnTo>
                <a:lnTo>
                  <a:pt x="990257" y="7939524"/>
                </a:lnTo>
                <a:lnTo>
                  <a:pt x="904532" y="7931600"/>
                </a:lnTo>
                <a:lnTo>
                  <a:pt x="818807" y="7937471"/>
                </a:lnTo>
                <a:lnTo>
                  <a:pt x="733082" y="7959507"/>
                </a:lnTo>
                <a:lnTo>
                  <a:pt x="647357" y="7959257"/>
                </a:lnTo>
                <a:lnTo>
                  <a:pt x="561632" y="7937780"/>
                </a:lnTo>
                <a:lnTo>
                  <a:pt x="475907" y="7970506"/>
                </a:lnTo>
                <a:lnTo>
                  <a:pt x="390182" y="7949725"/>
                </a:lnTo>
                <a:lnTo>
                  <a:pt x="304457" y="7960212"/>
                </a:lnTo>
                <a:lnTo>
                  <a:pt x="218732" y="7940925"/>
                </a:lnTo>
                <a:lnTo>
                  <a:pt x="133007" y="7952618"/>
                </a:lnTo>
                <a:lnTo>
                  <a:pt x="47919" y="7926070"/>
                </a:lnTo>
                <a:lnTo>
                  <a:pt x="78331" y="7840137"/>
                </a:lnTo>
                <a:lnTo>
                  <a:pt x="57648" y="7754205"/>
                </a:lnTo>
                <a:lnTo>
                  <a:pt x="65344" y="7668273"/>
                </a:lnTo>
                <a:lnTo>
                  <a:pt x="87666" y="7582341"/>
                </a:lnTo>
                <a:lnTo>
                  <a:pt x="61330" y="7496409"/>
                </a:lnTo>
                <a:lnTo>
                  <a:pt x="74879" y="7410477"/>
                </a:lnTo>
                <a:lnTo>
                  <a:pt x="94557" y="7324545"/>
                </a:lnTo>
                <a:lnTo>
                  <a:pt x="81057" y="7238613"/>
                </a:lnTo>
                <a:lnTo>
                  <a:pt x="56922" y="7152681"/>
                </a:lnTo>
                <a:lnTo>
                  <a:pt x="42650" y="7066749"/>
                </a:lnTo>
                <a:lnTo>
                  <a:pt x="16425" y="6980817"/>
                </a:lnTo>
                <a:lnTo>
                  <a:pt x="14739" y="6894885"/>
                </a:lnTo>
                <a:lnTo>
                  <a:pt x="32061" y="6808953"/>
                </a:lnTo>
                <a:lnTo>
                  <a:pt x="20968" y="6723021"/>
                </a:lnTo>
                <a:lnTo>
                  <a:pt x="15427" y="6637089"/>
                </a:lnTo>
                <a:lnTo>
                  <a:pt x="29178" y="6551156"/>
                </a:lnTo>
                <a:lnTo>
                  <a:pt x="0" y="6465224"/>
                </a:lnTo>
                <a:lnTo>
                  <a:pt x="6950" y="6379292"/>
                </a:lnTo>
                <a:lnTo>
                  <a:pt x="3972" y="6293360"/>
                </a:lnTo>
                <a:lnTo>
                  <a:pt x="9271" y="6207428"/>
                </a:lnTo>
                <a:lnTo>
                  <a:pt x="25576" y="6121496"/>
                </a:lnTo>
                <a:lnTo>
                  <a:pt x="28695" y="6035564"/>
                </a:lnTo>
                <a:lnTo>
                  <a:pt x="22366" y="5949632"/>
                </a:lnTo>
                <a:lnTo>
                  <a:pt x="17717" y="5863700"/>
                </a:lnTo>
                <a:lnTo>
                  <a:pt x="43978" y="5777768"/>
                </a:lnTo>
                <a:lnTo>
                  <a:pt x="20192" y="5691836"/>
                </a:lnTo>
                <a:lnTo>
                  <a:pt x="33901" y="5605904"/>
                </a:lnTo>
                <a:lnTo>
                  <a:pt x="34012" y="5519972"/>
                </a:lnTo>
                <a:lnTo>
                  <a:pt x="17223" y="5434040"/>
                </a:lnTo>
                <a:lnTo>
                  <a:pt x="35061" y="5348108"/>
                </a:lnTo>
                <a:lnTo>
                  <a:pt x="61787" y="5262175"/>
                </a:lnTo>
                <a:lnTo>
                  <a:pt x="63635" y="5176243"/>
                </a:lnTo>
                <a:lnTo>
                  <a:pt x="35800" y="5090311"/>
                </a:lnTo>
                <a:lnTo>
                  <a:pt x="48899" y="5004379"/>
                </a:lnTo>
                <a:lnTo>
                  <a:pt x="77213" y="4918447"/>
                </a:lnTo>
                <a:lnTo>
                  <a:pt x="82919" y="4832515"/>
                </a:lnTo>
                <a:lnTo>
                  <a:pt x="53835" y="4746583"/>
                </a:lnTo>
                <a:lnTo>
                  <a:pt x="67566" y="4660651"/>
                </a:lnTo>
                <a:lnTo>
                  <a:pt x="73042" y="4574719"/>
                </a:lnTo>
                <a:lnTo>
                  <a:pt x="63784" y="4488787"/>
                </a:lnTo>
                <a:lnTo>
                  <a:pt x="47545" y="4402855"/>
                </a:lnTo>
                <a:lnTo>
                  <a:pt x="68687" y="4316923"/>
                </a:lnTo>
                <a:lnTo>
                  <a:pt x="88383" y="4230991"/>
                </a:lnTo>
                <a:lnTo>
                  <a:pt x="72849" y="4145059"/>
                </a:lnTo>
                <a:lnTo>
                  <a:pt x="78906" y="4059127"/>
                </a:lnTo>
                <a:lnTo>
                  <a:pt x="78904" y="3973195"/>
                </a:lnTo>
                <a:lnTo>
                  <a:pt x="54070" y="3887262"/>
                </a:lnTo>
                <a:lnTo>
                  <a:pt x="63648" y="3801330"/>
                </a:lnTo>
                <a:lnTo>
                  <a:pt x="61620" y="3715398"/>
                </a:lnTo>
                <a:lnTo>
                  <a:pt x="91799" y="3629466"/>
                </a:lnTo>
                <a:lnTo>
                  <a:pt x="61453" y="3543534"/>
                </a:lnTo>
                <a:lnTo>
                  <a:pt x="72610" y="3457602"/>
                </a:lnTo>
                <a:lnTo>
                  <a:pt x="75483" y="3371670"/>
                </a:lnTo>
                <a:lnTo>
                  <a:pt x="58209" y="3285738"/>
                </a:lnTo>
                <a:lnTo>
                  <a:pt x="52156" y="3199806"/>
                </a:lnTo>
                <a:lnTo>
                  <a:pt x="56623" y="3113874"/>
                </a:lnTo>
                <a:lnTo>
                  <a:pt x="61831" y="3027942"/>
                </a:lnTo>
                <a:lnTo>
                  <a:pt x="67079" y="2942010"/>
                </a:lnTo>
                <a:lnTo>
                  <a:pt x="90743" y="2856078"/>
                </a:lnTo>
                <a:lnTo>
                  <a:pt x="61558" y="2770146"/>
                </a:lnTo>
                <a:lnTo>
                  <a:pt x="80101" y="2684214"/>
                </a:lnTo>
                <a:lnTo>
                  <a:pt x="79061" y="2598281"/>
                </a:lnTo>
                <a:lnTo>
                  <a:pt x="84070" y="2512349"/>
                </a:lnTo>
                <a:lnTo>
                  <a:pt x="71011" y="2426417"/>
                </a:lnTo>
                <a:lnTo>
                  <a:pt x="44537" y="2340485"/>
                </a:lnTo>
                <a:lnTo>
                  <a:pt x="73822" y="2254553"/>
                </a:lnTo>
                <a:lnTo>
                  <a:pt x="81017" y="2168621"/>
                </a:lnTo>
                <a:lnTo>
                  <a:pt x="56074" y="2082689"/>
                </a:lnTo>
                <a:lnTo>
                  <a:pt x="45284" y="1996757"/>
                </a:lnTo>
                <a:lnTo>
                  <a:pt x="21899" y="1910825"/>
                </a:lnTo>
                <a:lnTo>
                  <a:pt x="27955" y="1824893"/>
                </a:lnTo>
                <a:lnTo>
                  <a:pt x="29458" y="1738961"/>
                </a:lnTo>
                <a:lnTo>
                  <a:pt x="26403" y="1653029"/>
                </a:lnTo>
                <a:lnTo>
                  <a:pt x="44484" y="1567097"/>
                </a:lnTo>
                <a:lnTo>
                  <a:pt x="68851" y="1481165"/>
                </a:lnTo>
                <a:lnTo>
                  <a:pt x="59654" y="1395233"/>
                </a:lnTo>
                <a:lnTo>
                  <a:pt x="47629" y="1309300"/>
                </a:lnTo>
                <a:lnTo>
                  <a:pt x="41454" y="1223368"/>
                </a:lnTo>
                <a:lnTo>
                  <a:pt x="46961" y="1137436"/>
                </a:lnTo>
                <a:lnTo>
                  <a:pt x="63492" y="1051504"/>
                </a:lnTo>
                <a:lnTo>
                  <a:pt x="38287" y="965572"/>
                </a:lnTo>
                <a:lnTo>
                  <a:pt x="31178" y="879640"/>
                </a:lnTo>
                <a:lnTo>
                  <a:pt x="31557" y="793708"/>
                </a:lnTo>
                <a:lnTo>
                  <a:pt x="30492" y="707776"/>
                </a:lnTo>
                <a:lnTo>
                  <a:pt x="57840" y="621844"/>
                </a:lnTo>
                <a:lnTo>
                  <a:pt x="42668" y="535912"/>
                </a:lnTo>
                <a:lnTo>
                  <a:pt x="28427" y="449981"/>
                </a:lnTo>
                <a:lnTo>
                  <a:pt x="60434" y="364049"/>
                </a:lnTo>
                <a:lnTo>
                  <a:pt x="62231" y="278117"/>
                </a:lnTo>
                <a:lnTo>
                  <a:pt x="55503" y="192185"/>
                </a:lnTo>
                <a:lnTo>
                  <a:pt x="65996" y="106253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 rot="21480000">
            <a:off x="10905810" y="-508820"/>
            <a:ext cx="2369425" cy="7985714"/>
          </a:xfrm>
          <a:custGeom>
            <a:avLst/>
            <a:gdLst/>
            <a:ahLst/>
            <a:cxnLst/>
            <a:rect l="l" t="t" r="r" b="b"/>
            <a:pathLst>
              <a:path w="2369425" h="7985714">
                <a:moveTo>
                  <a:pt x="47940" y="3827"/>
                </a:moveTo>
                <a:lnTo>
                  <a:pt x="135863" y="1751"/>
                </a:lnTo>
                <a:lnTo>
                  <a:pt x="223786" y="11435"/>
                </a:lnTo>
                <a:lnTo>
                  <a:pt x="311709" y="23294"/>
                </a:lnTo>
                <a:lnTo>
                  <a:pt x="399632" y="27715"/>
                </a:lnTo>
                <a:lnTo>
                  <a:pt x="487555" y="29122"/>
                </a:lnTo>
                <a:lnTo>
                  <a:pt x="575478" y="9207"/>
                </a:lnTo>
                <a:lnTo>
                  <a:pt x="663401" y="10408"/>
                </a:lnTo>
                <a:lnTo>
                  <a:pt x="751324" y="12734"/>
                </a:lnTo>
                <a:lnTo>
                  <a:pt x="839247" y="20951"/>
                </a:lnTo>
                <a:lnTo>
                  <a:pt x="927170" y="20303"/>
                </a:lnTo>
                <a:lnTo>
                  <a:pt x="1015093" y="34901"/>
                </a:lnTo>
                <a:lnTo>
                  <a:pt x="1103016" y="24737"/>
                </a:lnTo>
                <a:lnTo>
                  <a:pt x="1190940" y="3353"/>
                </a:lnTo>
                <a:lnTo>
                  <a:pt x="1278863" y="32065"/>
                </a:lnTo>
                <a:lnTo>
                  <a:pt x="1366786" y="28490"/>
                </a:lnTo>
                <a:lnTo>
                  <a:pt x="1454709" y="12511"/>
                </a:lnTo>
                <a:lnTo>
                  <a:pt x="1542632" y="20667"/>
                </a:lnTo>
                <a:lnTo>
                  <a:pt x="1630555" y="0"/>
                </a:lnTo>
                <a:lnTo>
                  <a:pt x="1718478" y="12396"/>
                </a:lnTo>
                <a:lnTo>
                  <a:pt x="1806401" y="22624"/>
                </a:lnTo>
                <a:lnTo>
                  <a:pt x="1894324" y="36911"/>
                </a:lnTo>
                <a:lnTo>
                  <a:pt x="1982247" y="28383"/>
                </a:lnTo>
                <a:lnTo>
                  <a:pt x="2070170" y="1273"/>
                </a:lnTo>
                <a:lnTo>
                  <a:pt x="2158093" y="14492"/>
                </a:lnTo>
                <a:lnTo>
                  <a:pt x="2246016" y="51032"/>
                </a:lnTo>
                <a:lnTo>
                  <a:pt x="2341187" y="32570"/>
                </a:lnTo>
                <a:lnTo>
                  <a:pt x="2338072" y="118503"/>
                </a:lnTo>
                <a:lnTo>
                  <a:pt x="2348680" y="204435"/>
                </a:lnTo>
                <a:lnTo>
                  <a:pt x="2350863" y="290367"/>
                </a:lnTo>
                <a:lnTo>
                  <a:pt x="2369409" y="376299"/>
                </a:lnTo>
                <a:lnTo>
                  <a:pt x="2368253" y="462231"/>
                </a:lnTo>
                <a:lnTo>
                  <a:pt x="2364855" y="548162"/>
                </a:lnTo>
                <a:lnTo>
                  <a:pt x="2345792" y="634094"/>
                </a:lnTo>
                <a:lnTo>
                  <a:pt x="2336425" y="720026"/>
                </a:lnTo>
                <a:lnTo>
                  <a:pt x="2309539" y="805958"/>
                </a:lnTo>
                <a:lnTo>
                  <a:pt x="2332302" y="891890"/>
                </a:lnTo>
                <a:lnTo>
                  <a:pt x="2334836" y="977822"/>
                </a:lnTo>
                <a:lnTo>
                  <a:pt x="2310078" y="1063754"/>
                </a:lnTo>
                <a:lnTo>
                  <a:pt x="2320133" y="1149686"/>
                </a:lnTo>
                <a:lnTo>
                  <a:pt x="2325815" y="1235618"/>
                </a:lnTo>
                <a:lnTo>
                  <a:pt x="2327431" y="1321550"/>
                </a:lnTo>
                <a:lnTo>
                  <a:pt x="2331375" y="1407483"/>
                </a:lnTo>
                <a:lnTo>
                  <a:pt x="2345713" y="1493415"/>
                </a:lnTo>
                <a:lnTo>
                  <a:pt x="2350031" y="1579347"/>
                </a:lnTo>
                <a:lnTo>
                  <a:pt x="2359707" y="1665279"/>
                </a:lnTo>
                <a:lnTo>
                  <a:pt x="2363110" y="1751211"/>
                </a:lnTo>
                <a:lnTo>
                  <a:pt x="2357316" y="1837143"/>
                </a:lnTo>
                <a:lnTo>
                  <a:pt x="2346667" y="1923075"/>
                </a:lnTo>
                <a:lnTo>
                  <a:pt x="2365425" y="2009007"/>
                </a:lnTo>
                <a:lnTo>
                  <a:pt x="2362816" y="2094939"/>
                </a:lnTo>
                <a:lnTo>
                  <a:pt x="2356308" y="2180871"/>
                </a:lnTo>
                <a:lnTo>
                  <a:pt x="2333040" y="2266803"/>
                </a:lnTo>
                <a:lnTo>
                  <a:pt x="2341585" y="2352735"/>
                </a:lnTo>
                <a:lnTo>
                  <a:pt x="2348768" y="2438667"/>
                </a:lnTo>
                <a:lnTo>
                  <a:pt x="2367590" y="2524599"/>
                </a:lnTo>
                <a:lnTo>
                  <a:pt x="2356817" y="2610531"/>
                </a:lnTo>
                <a:lnTo>
                  <a:pt x="2338677" y="2696464"/>
                </a:lnTo>
                <a:lnTo>
                  <a:pt x="2345132" y="2782396"/>
                </a:lnTo>
                <a:lnTo>
                  <a:pt x="2328061" y="2868328"/>
                </a:lnTo>
                <a:lnTo>
                  <a:pt x="2355199" y="2954260"/>
                </a:lnTo>
                <a:lnTo>
                  <a:pt x="2326435" y="3040192"/>
                </a:lnTo>
                <a:lnTo>
                  <a:pt x="2312054" y="3126124"/>
                </a:lnTo>
                <a:lnTo>
                  <a:pt x="2342596" y="3212056"/>
                </a:lnTo>
                <a:lnTo>
                  <a:pt x="2331510" y="3297988"/>
                </a:lnTo>
                <a:lnTo>
                  <a:pt x="2328685" y="3383920"/>
                </a:lnTo>
                <a:lnTo>
                  <a:pt x="2317365" y="3469852"/>
                </a:lnTo>
                <a:lnTo>
                  <a:pt x="2336967" y="3555784"/>
                </a:lnTo>
                <a:lnTo>
                  <a:pt x="2338173" y="3641716"/>
                </a:lnTo>
                <a:lnTo>
                  <a:pt x="2306676" y="3727648"/>
                </a:lnTo>
                <a:lnTo>
                  <a:pt x="2333075" y="3813580"/>
                </a:lnTo>
                <a:lnTo>
                  <a:pt x="2318145" y="3899512"/>
                </a:lnTo>
                <a:lnTo>
                  <a:pt x="2309410" y="3985445"/>
                </a:lnTo>
                <a:lnTo>
                  <a:pt x="2337023" y="4071377"/>
                </a:lnTo>
                <a:lnTo>
                  <a:pt x="2339336" y="4157309"/>
                </a:lnTo>
                <a:lnTo>
                  <a:pt x="2337631" y="4243241"/>
                </a:lnTo>
                <a:lnTo>
                  <a:pt x="2335897" y="4329173"/>
                </a:lnTo>
                <a:lnTo>
                  <a:pt x="2340772" y="4415105"/>
                </a:lnTo>
                <a:lnTo>
                  <a:pt x="2300391" y="4501037"/>
                </a:lnTo>
                <a:lnTo>
                  <a:pt x="2321643" y="4586969"/>
                </a:lnTo>
                <a:lnTo>
                  <a:pt x="2343346" y="4672901"/>
                </a:lnTo>
                <a:lnTo>
                  <a:pt x="2340117" y="4758833"/>
                </a:lnTo>
                <a:lnTo>
                  <a:pt x="2317105" y="4844765"/>
                </a:lnTo>
                <a:lnTo>
                  <a:pt x="2316902" y="4930697"/>
                </a:lnTo>
                <a:lnTo>
                  <a:pt x="2319422" y="5016629"/>
                </a:lnTo>
                <a:lnTo>
                  <a:pt x="2328307" y="5102561"/>
                </a:lnTo>
                <a:lnTo>
                  <a:pt x="2306419" y="5188493"/>
                </a:lnTo>
                <a:lnTo>
                  <a:pt x="2313504" y="5274425"/>
                </a:lnTo>
                <a:lnTo>
                  <a:pt x="2318055" y="5360358"/>
                </a:lnTo>
                <a:lnTo>
                  <a:pt x="2324568" y="5446290"/>
                </a:lnTo>
                <a:lnTo>
                  <a:pt x="2306732" y="5532222"/>
                </a:lnTo>
                <a:lnTo>
                  <a:pt x="2314233" y="5618154"/>
                </a:lnTo>
                <a:lnTo>
                  <a:pt x="2321878" y="5704086"/>
                </a:lnTo>
                <a:lnTo>
                  <a:pt x="2308478" y="5790018"/>
                </a:lnTo>
                <a:lnTo>
                  <a:pt x="2319737" y="5875950"/>
                </a:lnTo>
                <a:lnTo>
                  <a:pt x="2333501" y="5961882"/>
                </a:lnTo>
                <a:lnTo>
                  <a:pt x="2325835" y="6047814"/>
                </a:lnTo>
                <a:lnTo>
                  <a:pt x="2300639" y="6133746"/>
                </a:lnTo>
                <a:lnTo>
                  <a:pt x="2304638" y="6219678"/>
                </a:lnTo>
                <a:lnTo>
                  <a:pt x="2338549" y="6305610"/>
                </a:lnTo>
                <a:lnTo>
                  <a:pt x="2323369" y="6391542"/>
                </a:lnTo>
                <a:lnTo>
                  <a:pt x="2343166" y="6477474"/>
                </a:lnTo>
                <a:lnTo>
                  <a:pt x="2333909" y="6563406"/>
                </a:lnTo>
                <a:lnTo>
                  <a:pt x="2369425" y="6649339"/>
                </a:lnTo>
                <a:lnTo>
                  <a:pt x="2357599" y="6735271"/>
                </a:lnTo>
                <a:lnTo>
                  <a:pt x="2353957" y="6821203"/>
                </a:lnTo>
                <a:lnTo>
                  <a:pt x="2355315" y="6907135"/>
                </a:lnTo>
                <a:lnTo>
                  <a:pt x="2321778" y="6993067"/>
                </a:lnTo>
                <a:lnTo>
                  <a:pt x="2338689" y="7078999"/>
                </a:lnTo>
                <a:lnTo>
                  <a:pt x="2353418" y="7164931"/>
                </a:lnTo>
                <a:lnTo>
                  <a:pt x="2358217" y="7250863"/>
                </a:lnTo>
                <a:lnTo>
                  <a:pt x="2343173" y="7336795"/>
                </a:lnTo>
                <a:lnTo>
                  <a:pt x="2339080" y="7422727"/>
                </a:lnTo>
                <a:lnTo>
                  <a:pt x="2328611" y="7508659"/>
                </a:lnTo>
                <a:lnTo>
                  <a:pt x="2325760" y="7594591"/>
                </a:lnTo>
                <a:lnTo>
                  <a:pt x="2325325" y="7680523"/>
                </a:lnTo>
                <a:lnTo>
                  <a:pt x="2320212" y="7766455"/>
                </a:lnTo>
                <a:lnTo>
                  <a:pt x="2335807" y="7852387"/>
                </a:lnTo>
                <a:lnTo>
                  <a:pt x="2333940" y="7936596"/>
                </a:lnTo>
                <a:lnTo>
                  <a:pt x="2246016" y="7916631"/>
                </a:lnTo>
                <a:lnTo>
                  <a:pt x="2158093" y="7893665"/>
                </a:lnTo>
                <a:lnTo>
                  <a:pt x="2070170" y="7915568"/>
                </a:lnTo>
                <a:lnTo>
                  <a:pt x="1982247" y="7890235"/>
                </a:lnTo>
                <a:lnTo>
                  <a:pt x="1894324" y="7917458"/>
                </a:lnTo>
                <a:lnTo>
                  <a:pt x="1806401" y="7923837"/>
                </a:lnTo>
                <a:lnTo>
                  <a:pt x="1718478" y="7927500"/>
                </a:lnTo>
                <a:lnTo>
                  <a:pt x="1630555" y="7920660"/>
                </a:lnTo>
                <a:lnTo>
                  <a:pt x="1542632" y="7914769"/>
                </a:lnTo>
                <a:lnTo>
                  <a:pt x="1454709" y="7941453"/>
                </a:lnTo>
                <a:lnTo>
                  <a:pt x="1366786" y="7914464"/>
                </a:lnTo>
                <a:lnTo>
                  <a:pt x="1278863" y="7898681"/>
                </a:lnTo>
                <a:lnTo>
                  <a:pt x="1190940" y="7903741"/>
                </a:lnTo>
                <a:lnTo>
                  <a:pt x="1103016" y="7926067"/>
                </a:lnTo>
                <a:lnTo>
                  <a:pt x="1015093" y="7932636"/>
                </a:lnTo>
                <a:lnTo>
                  <a:pt x="927170" y="7937242"/>
                </a:lnTo>
                <a:lnTo>
                  <a:pt x="839247" y="7922331"/>
                </a:lnTo>
                <a:lnTo>
                  <a:pt x="751324" y="7935560"/>
                </a:lnTo>
                <a:lnTo>
                  <a:pt x="663401" y="7943822"/>
                </a:lnTo>
                <a:lnTo>
                  <a:pt x="575478" y="7963782"/>
                </a:lnTo>
                <a:lnTo>
                  <a:pt x="487555" y="7960706"/>
                </a:lnTo>
                <a:lnTo>
                  <a:pt x="399632" y="7962989"/>
                </a:lnTo>
                <a:lnTo>
                  <a:pt x="311709" y="7979347"/>
                </a:lnTo>
                <a:lnTo>
                  <a:pt x="223786" y="7985714"/>
                </a:lnTo>
                <a:lnTo>
                  <a:pt x="135863" y="7971904"/>
                </a:lnTo>
                <a:lnTo>
                  <a:pt x="43071" y="7938320"/>
                </a:lnTo>
                <a:lnTo>
                  <a:pt x="67436" y="7852387"/>
                </a:lnTo>
                <a:lnTo>
                  <a:pt x="67902" y="7766455"/>
                </a:lnTo>
                <a:lnTo>
                  <a:pt x="72656" y="7680523"/>
                </a:lnTo>
                <a:lnTo>
                  <a:pt x="49198" y="7594591"/>
                </a:lnTo>
                <a:lnTo>
                  <a:pt x="33090" y="7508659"/>
                </a:lnTo>
                <a:lnTo>
                  <a:pt x="64236" y="7422727"/>
                </a:lnTo>
                <a:lnTo>
                  <a:pt x="26350" y="7336795"/>
                </a:lnTo>
                <a:lnTo>
                  <a:pt x="26771" y="7250863"/>
                </a:lnTo>
                <a:lnTo>
                  <a:pt x="20917" y="7164931"/>
                </a:lnTo>
                <a:lnTo>
                  <a:pt x="33642" y="7078999"/>
                </a:lnTo>
                <a:lnTo>
                  <a:pt x="33858" y="6993067"/>
                </a:lnTo>
                <a:lnTo>
                  <a:pt x="52508" y="6907135"/>
                </a:lnTo>
                <a:lnTo>
                  <a:pt x="25482" y="6821203"/>
                </a:lnTo>
                <a:lnTo>
                  <a:pt x="60818" y="6735271"/>
                </a:lnTo>
                <a:lnTo>
                  <a:pt x="32867" y="6649339"/>
                </a:lnTo>
                <a:lnTo>
                  <a:pt x="47259" y="6563406"/>
                </a:lnTo>
                <a:lnTo>
                  <a:pt x="31419" y="6477474"/>
                </a:lnTo>
                <a:lnTo>
                  <a:pt x="13733" y="6391542"/>
                </a:lnTo>
                <a:lnTo>
                  <a:pt x="23104" y="6305610"/>
                </a:lnTo>
                <a:lnTo>
                  <a:pt x="56828" y="6219678"/>
                </a:lnTo>
                <a:lnTo>
                  <a:pt x="43997" y="6133746"/>
                </a:lnTo>
                <a:lnTo>
                  <a:pt x="43858" y="6047814"/>
                </a:lnTo>
                <a:lnTo>
                  <a:pt x="39971" y="5961882"/>
                </a:lnTo>
                <a:lnTo>
                  <a:pt x="39380" y="5875950"/>
                </a:lnTo>
                <a:lnTo>
                  <a:pt x="32904" y="5790018"/>
                </a:lnTo>
                <a:lnTo>
                  <a:pt x="44670" y="5704086"/>
                </a:lnTo>
                <a:lnTo>
                  <a:pt x="32612" y="5618154"/>
                </a:lnTo>
                <a:lnTo>
                  <a:pt x="60235" y="5532222"/>
                </a:lnTo>
                <a:lnTo>
                  <a:pt x="33063" y="5446290"/>
                </a:lnTo>
                <a:lnTo>
                  <a:pt x="37139" y="5360358"/>
                </a:lnTo>
                <a:lnTo>
                  <a:pt x="32223" y="5274425"/>
                </a:lnTo>
                <a:lnTo>
                  <a:pt x="38447" y="5188493"/>
                </a:lnTo>
                <a:lnTo>
                  <a:pt x="43101" y="5102561"/>
                </a:lnTo>
                <a:lnTo>
                  <a:pt x="20924" y="5016629"/>
                </a:lnTo>
                <a:lnTo>
                  <a:pt x="13649" y="4930697"/>
                </a:lnTo>
                <a:lnTo>
                  <a:pt x="11146" y="4844765"/>
                </a:lnTo>
                <a:lnTo>
                  <a:pt x="27953" y="4758833"/>
                </a:lnTo>
                <a:lnTo>
                  <a:pt x="10882" y="4672901"/>
                </a:lnTo>
                <a:lnTo>
                  <a:pt x="32996" y="4586969"/>
                </a:lnTo>
                <a:lnTo>
                  <a:pt x="3748" y="4501037"/>
                </a:lnTo>
                <a:lnTo>
                  <a:pt x="36802" y="4415105"/>
                </a:lnTo>
                <a:lnTo>
                  <a:pt x="39351" y="4329173"/>
                </a:lnTo>
                <a:lnTo>
                  <a:pt x="53447" y="4243241"/>
                </a:lnTo>
                <a:lnTo>
                  <a:pt x="30420" y="4157309"/>
                </a:lnTo>
                <a:lnTo>
                  <a:pt x="43243" y="4071377"/>
                </a:lnTo>
                <a:lnTo>
                  <a:pt x="64597" y="3985445"/>
                </a:lnTo>
                <a:lnTo>
                  <a:pt x="67163" y="3899512"/>
                </a:lnTo>
                <a:lnTo>
                  <a:pt x="65790" y="3813580"/>
                </a:lnTo>
                <a:lnTo>
                  <a:pt x="38226" y="3727648"/>
                </a:lnTo>
                <a:lnTo>
                  <a:pt x="56945" y="3641716"/>
                </a:lnTo>
                <a:lnTo>
                  <a:pt x="46810" y="3555784"/>
                </a:lnTo>
                <a:lnTo>
                  <a:pt x="40108" y="3469852"/>
                </a:lnTo>
                <a:lnTo>
                  <a:pt x="33602" y="3383920"/>
                </a:lnTo>
                <a:lnTo>
                  <a:pt x="26545" y="3297988"/>
                </a:lnTo>
                <a:lnTo>
                  <a:pt x="25971" y="3212056"/>
                </a:lnTo>
                <a:lnTo>
                  <a:pt x="27511" y="3126124"/>
                </a:lnTo>
                <a:lnTo>
                  <a:pt x="33243" y="3040192"/>
                </a:lnTo>
                <a:lnTo>
                  <a:pt x="70736" y="2954260"/>
                </a:lnTo>
                <a:lnTo>
                  <a:pt x="25494" y="2868328"/>
                </a:lnTo>
                <a:lnTo>
                  <a:pt x="59446" y="2782396"/>
                </a:lnTo>
                <a:lnTo>
                  <a:pt x="68305" y="2696464"/>
                </a:lnTo>
                <a:lnTo>
                  <a:pt x="65615" y="2610531"/>
                </a:lnTo>
                <a:lnTo>
                  <a:pt x="76652" y="2524599"/>
                </a:lnTo>
                <a:lnTo>
                  <a:pt x="53162" y="2438667"/>
                </a:lnTo>
                <a:lnTo>
                  <a:pt x="57933" y="2352735"/>
                </a:lnTo>
                <a:lnTo>
                  <a:pt x="51053" y="2266803"/>
                </a:lnTo>
                <a:lnTo>
                  <a:pt x="45481" y="2180871"/>
                </a:lnTo>
                <a:lnTo>
                  <a:pt x="53146" y="2094939"/>
                </a:lnTo>
                <a:lnTo>
                  <a:pt x="40151" y="2009007"/>
                </a:lnTo>
                <a:lnTo>
                  <a:pt x="72517" y="1923075"/>
                </a:lnTo>
                <a:lnTo>
                  <a:pt x="60895" y="1837143"/>
                </a:lnTo>
                <a:lnTo>
                  <a:pt x="63741" y="1751211"/>
                </a:lnTo>
                <a:lnTo>
                  <a:pt x="56757" y="1665279"/>
                </a:lnTo>
                <a:lnTo>
                  <a:pt x="36026" y="1579347"/>
                </a:lnTo>
                <a:lnTo>
                  <a:pt x="24507" y="1493415"/>
                </a:lnTo>
                <a:lnTo>
                  <a:pt x="59590" y="1407483"/>
                </a:lnTo>
                <a:lnTo>
                  <a:pt x="71008" y="1321550"/>
                </a:lnTo>
                <a:lnTo>
                  <a:pt x="58996" y="1235618"/>
                </a:lnTo>
                <a:lnTo>
                  <a:pt x="48942" y="1149686"/>
                </a:lnTo>
                <a:lnTo>
                  <a:pt x="36542" y="1063754"/>
                </a:lnTo>
                <a:lnTo>
                  <a:pt x="71087" y="977822"/>
                </a:lnTo>
                <a:lnTo>
                  <a:pt x="61244" y="891890"/>
                </a:lnTo>
                <a:lnTo>
                  <a:pt x="30095" y="805958"/>
                </a:lnTo>
                <a:lnTo>
                  <a:pt x="42557" y="720026"/>
                </a:lnTo>
                <a:lnTo>
                  <a:pt x="22600" y="634094"/>
                </a:lnTo>
                <a:lnTo>
                  <a:pt x="34652" y="548162"/>
                </a:lnTo>
                <a:lnTo>
                  <a:pt x="23262" y="462231"/>
                </a:lnTo>
                <a:lnTo>
                  <a:pt x="26563" y="376299"/>
                </a:lnTo>
                <a:lnTo>
                  <a:pt x="10522" y="290367"/>
                </a:lnTo>
                <a:lnTo>
                  <a:pt x="30828" y="204435"/>
                </a:lnTo>
                <a:lnTo>
                  <a:pt x="0" y="118503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14500" y="381000"/>
            <a:ext cx="8763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3"/>
              </a:lnSpc>
            </a:pPr>
            <a:r>
              <a:rPr sz="4050" b="1">
                <a:solidFill>
                  <a:srgbClr val="5C2E14"/>
                </a:solidFill>
                <a:latin typeface="Arial Black"/>
                <a:ea typeface="맑은 고딕"/>
              </a:rPr>
              <a:t>그 밖의 </a:t>
            </a:r>
            <a:r>
              <a:rPr sz="3645" b="1">
                <a:solidFill>
                  <a:srgbClr val="7A4A2A"/>
                </a:solidFill>
                <a:latin typeface="Arial"/>
                <a:ea typeface="맑은 고딕"/>
              </a:rPr>
              <a:t>초</a:t>
            </a:r>
            <a:r>
              <a:rPr sz="4050" b="1">
                <a:solidFill>
                  <a:srgbClr val="5C2E14"/>
                </a:solidFill>
                <a:latin typeface="Arial Black"/>
                <a:ea typeface="맑은 고딕"/>
              </a:rPr>
              <a:t>기 징후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4500" y="1066800"/>
            <a:ext cx="8763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고노출 일자리 증가와 함께 나타난 신호들</a:t>
            </a:r>
          </a:p>
        </p:txBody>
      </p:sp>
      <p:sp>
        <p:nvSpPr>
          <p:cNvPr id="7" name="Freeform 6"/>
          <p:cNvSpPr/>
          <p:nvPr/>
        </p:nvSpPr>
        <p:spPr>
          <a:xfrm rot="21540000">
            <a:off x="2095500" y="1752600"/>
            <a:ext cx="3905250" cy="2171700"/>
          </a:xfrm>
          <a:custGeom>
            <a:avLst/>
            <a:gdLst/>
            <a:ahLst/>
            <a:cxnLst/>
            <a:rect l="l" t="t" r="r" b="b"/>
            <a:pathLst>
              <a:path w="3905250" h="2171700">
                <a:moveTo>
                  <a:pt x="0" y="0"/>
                </a:moveTo>
                <a:lnTo>
                  <a:pt x="76200" y="0"/>
                </a:lnTo>
                <a:lnTo>
                  <a:pt x="82580" y="23812"/>
                </a:lnTo>
                <a:lnTo>
                  <a:pt x="100012" y="41244"/>
                </a:lnTo>
                <a:lnTo>
                  <a:pt x="123825" y="47625"/>
                </a:lnTo>
                <a:lnTo>
                  <a:pt x="147637" y="41244"/>
                </a:lnTo>
                <a:lnTo>
                  <a:pt x="165069" y="23812"/>
                </a:lnTo>
                <a:lnTo>
                  <a:pt x="171450" y="0"/>
                </a:lnTo>
                <a:lnTo>
                  <a:pt x="228600" y="0"/>
                </a:lnTo>
                <a:lnTo>
                  <a:pt x="234980" y="23812"/>
                </a:lnTo>
                <a:lnTo>
                  <a:pt x="252412" y="41244"/>
                </a:lnTo>
                <a:lnTo>
                  <a:pt x="276225" y="47625"/>
                </a:lnTo>
                <a:lnTo>
                  <a:pt x="300037" y="41244"/>
                </a:lnTo>
                <a:lnTo>
                  <a:pt x="317469" y="23812"/>
                </a:lnTo>
                <a:lnTo>
                  <a:pt x="323850" y="0"/>
                </a:lnTo>
                <a:lnTo>
                  <a:pt x="381000" y="0"/>
                </a:lnTo>
                <a:lnTo>
                  <a:pt x="387380" y="23812"/>
                </a:lnTo>
                <a:lnTo>
                  <a:pt x="404812" y="41244"/>
                </a:lnTo>
                <a:lnTo>
                  <a:pt x="428625" y="47625"/>
                </a:lnTo>
                <a:lnTo>
                  <a:pt x="452437" y="41244"/>
                </a:lnTo>
                <a:lnTo>
                  <a:pt x="469869" y="23812"/>
                </a:lnTo>
                <a:lnTo>
                  <a:pt x="476250" y="0"/>
                </a:lnTo>
                <a:lnTo>
                  <a:pt x="533400" y="0"/>
                </a:lnTo>
                <a:lnTo>
                  <a:pt x="539780" y="23812"/>
                </a:lnTo>
                <a:lnTo>
                  <a:pt x="557212" y="41244"/>
                </a:lnTo>
                <a:lnTo>
                  <a:pt x="581025" y="47625"/>
                </a:lnTo>
                <a:lnTo>
                  <a:pt x="604837" y="41244"/>
                </a:lnTo>
                <a:lnTo>
                  <a:pt x="622269" y="23812"/>
                </a:lnTo>
                <a:lnTo>
                  <a:pt x="628650" y="0"/>
                </a:lnTo>
                <a:lnTo>
                  <a:pt x="685800" y="0"/>
                </a:lnTo>
                <a:lnTo>
                  <a:pt x="692180" y="23812"/>
                </a:lnTo>
                <a:lnTo>
                  <a:pt x="709612" y="41244"/>
                </a:lnTo>
                <a:lnTo>
                  <a:pt x="733425" y="47625"/>
                </a:lnTo>
                <a:lnTo>
                  <a:pt x="757237" y="41244"/>
                </a:lnTo>
                <a:lnTo>
                  <a:pt x="774669" y="23812"/>
                </a:lnTo>
                <a:lnTo>
                  <a:pt x="781050" y="0"/>
                </a:lnTo>
                <a:lnTo>
                  <a:pt x="838200" y="0"/>
                </a:lnTo>
                <a:lnTo>
                  <a:pt x="844580" y="23812"/>
                </a:lnTo>
                <a:lnTo>
                  <a:pt x="862012" y="41244"/>
                </a:lnTo>
                <a:lnTo>
                  <a:pt x="885825" y="47625"/>
                </a:lnTo>
                <a:lnTo>
                  <a:pt x="909637" y="41244"/>
                </a:lnTo>
                <a:lnTo>
                  <a:pt x="927069" y="23812"/>
                </a:lnTo>
                <a:lnTo>
                  <a:pt x="933450" y="0"/>
                </a:lnTo>
                <a:lnTo>
                  <a:pt x="990600" y="0"/>
                </a:lnTo>
                <a:lnTo>
                  <a:pt x="996980" y="23812"/>
                </a:lnTo>
                <a:lnTo>
                  <a:pt x="1014412" y="41244"/>
                </a:lnTo>
                <a:lnTo>
                  <a:pt x="1038225" y="47625"/>
                </a:lnTo>
                <a:lnTo>
                  <a:pt x="1062037" y="41244"/>
                </a:lnTo>
                <a:lnTo>
                  <a:pt x="1079469" y="23812"/>
                </a:lnTo>
                <a:lnTo>
                  <a:pt x="1085850" y="0"/>
                </a:lnTo>
                <a:lnTo>
                  <a:pt x="1143000" y="0"/>
                </a:lnTo>
                <a:lnTo>
                  <a:pt x="1149380" y="23812"/>
                </a:lnTo>
                <a:lnTo>
                  <a:pt x="1166812" y="41244"/>
                </a:lnTo>
                <a:lnTo>
                  <a:pt x="1190625" y="47625"/>
                </a:lnTo>
                <a:lnTo>
                  <a:pt x="1214437" y="41244"/>
                </a:lnTo>
                <a:lnTo>
                  <a:pt x="1231869" y="23812"/>
                </a:lnTo>
                <a:lnTo>
                  <a:pt x="1238250" y="0"/>
                </a:lnTo>
                <a:lnTo>
                  <a:pt x="1295400" y="0"/>
                </a:lnTo>
                <a:lnTo>
                  <a:pt x="1301780" y="23812"/>
                </a:lnTo>
                <a:lnTo>
                  <a:pt x="1319212" y="41244"/>
                </a:lnTo>
                <a:lnTo>
                  <a:pt x="1343025" y="47625"/>
                </a:lnTo>
                <a:lnTo>
                  <a:pt x="1366837" y="41244"/>
                </a:lnTo>
                <a:lnTo>
                  <a:pt x="1384269" y="23812"/>
                </a:lnTo>
                <a:lnTo>
                  <a:pt x="1390650" y="0"/>
                </a:lnTo>
                <a:lnTo>
                  <a:pt x="1447800" y="0"/>
                </a:lnTo>
                <a:lnTo>
                  <a:pt x="1454180" y="23812"/>
                </a:lnTo>
                <a:lnTo>
                  <a:pt x="1471612" y="41244"/>
                </a:lnTo>
                <a:lnTo>
                  <a:pt x="1495425" y="47625"/>
                </a:lnTo>
                <a:lnTo>
                  <a:pt x="1519237" y="41244"/>
                </a:lnTo>
                <a:lnTo>
                  <a:pt x="1536669" y="23812"/>
                </a:lnTo>
                <a:lnTo>
                  <a:pt x="1543050" y="0"/>
                </a:lnTo>
                <a:lnTo>
                  <a:pt x="1600200" y="0"/>
                </a:lnTo>
                <a:lnTo>
                  <a:pt x="1606580" y="23812"/>
                </a:lnTo>
                <a:lnTo>
                  <a:pt x="1624012" y="41244"/>
                </a:lnTo>
                <a:lnTo>
                  <a:pt x="1647825" y="47625"/>
                </a:lnTo>
                <a:lnTo>
                  <a:pt x="1671637" y="41244"/>
                </a:lnTo>
                <a:lnTo>
                  <a:pt x="1689069" y="23812"/>
                </a:lnTo>
                <a:lnTo>
                  <a:pt x="1695450" y="0"/>
                </a:lnTo>
                <a:lnTo>
                  <a:pt x="1752600" y="0"/>
                </a:lnTo>
                <a:lnTo>
                  <a:pt x="1758980" y="23812"/>
                </a:lnTo>
                <a:lnTo>
                  <a:pt x="1776412" y="41244"/>
                </a:lnTo>
                <a:lnTo>
                  <a:pt x="1800225" y="47625"/>
                </a:lnTo>
                <a:lnTo>
                  <a:pt x="1824037" y="41244"/>
                </a:lnTo>
                <a:lnTo>
                  <a:pt x="1841469" y="23812"/>
                </a:lnTo>
                <a:lnTo>
                  <a:pt x="1847850" y="0"/>
                </a:lnTo>
                <a:lnTo>
                  <a:pt x="1905000" y="0"/>
                </a:lnTo>
                <a:lnTo>
                  <a:pt x="1911380" y="23812"/>
                </a:lnTo>
                <a:lnTo>
                  <a:pt x="1928812" y="41244"/>
                </a:lnTo>
                <a:lnTo>
                  <a:pt x="1952625" y="47625"/>
                </a:lnTo>
                <a:lnTo>
                  <a:pt x="1976437" y="41244"/>
                </a:lnTo>
                <a:lnTo>
                  <a:pt x="1993869" y="23812"/>
                </a:lnTo>
                <a:lnTo>
                  <a:pt x="2000250" y="0"/>
                </a:lnTo>
                <a:lnTo>
                  <a:pt x="2057400" y="0"/>
                </a:lnTo>
                <a:lnTo>
                  <a:pt x="2063780" y="23812"/>
                </a:lnTo>
                <a:lnTo>
                  <a:pt x="2081212" y="41244"/>
                </a:lnTo>
                <a:lnTo>
                  <a:pt x="2105025" y="47625"/>
                </a:lnTo>
                <a:lnTo>
                  <a:pt x="2128837" y="41244"/>
                </a:lnTo>
                <a:lnTo>
                  <a:pt x="2146269" y="23812"/>
                </a:lnTo>
                <a:lnTo>
                  <a:pt x="2152650" y="0"/>
                </a:lnTo>
                <a:lnTo>
                  <a:pt x="2209800" y="0"/>
                </a:lnTo>
                <a:lnTo>
                  <a:pt x="2216180" y="23812"/>
                </a:lnTo>
                <a:lnTo>
                  <a:pt x="2233612" y="41244"/>
                </a:lnTo>
                <a:lnTo>
                  <a:pt x="2257425" y="47625"/>
                </a:lnTo>
                <a:lnTo>
                  <a:pt x="2281237" y="41244"/>
                </a:lnTo>
                <a:lnTo>
                  <a:pt x="2298669" y="23812"/>
                </a:lnTo>
                <a:lnTo>
                  <a:pt x="2305050" y="0"/>
                </a:lnTo>
                <a:lnTo>
                  <a:pt x="2362200" y="0"/>
                </a:lnTo>
                <a:lnTo>
                  <a:pt x="2368580" y="23812"/>
                </a:lnTo>
                <a:lnTo>
                  <a:pt x="2386012" y="41244"/>
                </a:lnTo>
                <a:lnTo>
                  <a:pt x="2409825" y="47625"/>
                </a:lnTo>
                <a:lnTo>
                  <a:pt x="2433637" y="41244"/>
                </a:lnTo>
                <a:lnTo>
                  <a:pt x="2451069" y="23812"/>
                </a:lnTo>
                <a:lnTo>
                  <a:pt x="2457450" y="0"/>
                </a:lnTo>
                <a:lnTo>
                  <a:pt x="2514600" y="0"/>
                </a:lnTo>
                <a:lnTo>
                  <a:pt x="2520980" y="23812"/>
                </a:lnTo>
                <a:lnTo>
                  <a:pt x="2538412" y="41244"/>
                </a:lnTo>
                <a:lnTo>
                  <a:pt x="2562225" y="47625"/>
                </a:lnTo>
                <a:lnTo>
                  <a:pt x="2586037" y="41244"/>
                </a:lnTo>
                <a:lnTo>
                  <a:pt x="2603469" y="23812"/>
                </a:lnTo>
                <a:lnTo>
                  <a:pt x="2609850" y="0"/>
                </a:lnTo>
                <a:lnTo>
                  <a:pt x="2667000" y="0"/>
                </a:lnTo>
                <a:lnTo>
                  <a:pt x="2673380" y="23812"/>
                </a:lnTo>
                <a:lnTo>
                  <a:pt x="2690812" y="41244"/>
                </a:lnTo>
                <a:lnTo>
                  <a:pt x="2714625" y="47625"/>
                </a:lnTo>
                <a:lnTo>
                  <a:pt x="2738437" y="41244"/>
                </a:lnTo>
                <a:lnTo>
                  <a:pt x="2755869" y="23812"/>
                </a:lnTo>
                <a:lnTo>
                  <a:pt x="2762250" y="0"/>
                </a:lnTo>
                <a:lnTo>
                  <a:pt x="2819400" y="0"/>
                </a:lnTo>
                <a:lnTo>
                  <a:pt x="2825780" y="23812"/>
                </a:lnTo>
                <a:lnTo>
                  <a:pt x="2843212" y="41244"/>
                </a:lnTo>
                <a:lnTo>
                  <a:pt x="2867025" y="47625"/>
                </a:lnTo>
                <a:lnTo>
                  <a:pt x="2890837" y="41244"/>
                </a:lnTo>
                <a:lnTo>
                  <a:pt x="2908269" y="23812"/>
                </a:lnTo>
                <a:lnTo>
                  <a:pt x="2914650" y="0"/>
                </a:lnTo>
                <a:lnTo>
                  <a:pt x="2971800" y="0"/>
                </a:lnTo>
                <a:lnTo>
                  <a:pt x="2978180" y="23812"/>
                </a:lnTo>
                <a:lnTo>
                  <a:pt x="2995612" y="41244"/>
                </a:lnTo>
                <a:lnTo>
                  <a:pt x="3019425" y="47625"/>
                </a:lnTo>
                <a:lnTo>
                  <a:pt x="3043237" y="41244"/>
                </a:lnTo>
                <a:lnTo>
                  <a:pt x="3060669" y="23812"/>
                </a:lnTo>
                <a:lnTo>
                  <a:pt x="3067050" y="0"/>
                </a:lnTo>
                <a:lnTo>
                  <a:pt x="3124200" y="0"/>
                </a:lnTo>
                <a:lnTo>
                  <a:pt x="3130580" y="23812"/>
                </a:lnTo>
                <a:lnTo>
                  <a:pt x="3148012" y="41244"/>
                </a:lnTo>
                <a:lnTo>
                  <a:pt x="3171825" y="47625"/>
                </a:lnTo>
                <a:lnTo>
                  <a:pt x="3195637" y="41244"/>
                </a:lnTo>
                <a:lnTo>
                  <a:pt x="3213069" y="23812"/>
                </a:lnTo>
                <a:lnTo>
                  <a:pt x="3219450" y="0"/>
                </a:lnTo>
                <a:lnTo>
                  <a:pt x="3276600" y="0"/>
                </a:lnTo>
                <a:lnTo>
                  <a:pt x="3282980" y="23812"/>
                </a:lnTo>
                <a:lnTo>
                  <a:pt x="3300412" y="41244"/>
                </a:lnTo>
                <a:lnTo>
                  <a:pt x="3324225" y="47625"/>
                </a:lnTo>
                <a:lnTo>
                  <a:pt x="3348037" y="41244"/>
                </a:lnTo>
                <a:lnTo>
                  <a:pt x="3365469" y="23812"/>
                </a:lnTo>
                <a:lnTo>
                  <a:pt x="3371850" y="0"/>
                </a:lnTo>
                <a:lnTo>
                  <a:pt x="3429000" y="0"/>
                </a:lnTo>
                <a:lnTo>
                  <a:pt x="3435380" y="23812"/>
                </a:lnTo>
                <a:lnTo>
                  <a:pt x="3452812" y="41244"/>
                </a:lnTo>
                <a:lnTo>
                  <a:pt x="3476625" y="47625"/>
                </a:lnTo>
                <a:lnTo>
                  <a:pt x="3500437" y="41244"/>
                </a:lnTo>
                <a:lnTo>
                  <a:pt x="3517869" y="23812"/>
                </a:lnTo>
                <a:lnTo>
                  <a:pt x="3524250" y="0"/>
                </a:lnTo>
                <a:lnTo>
                  <a:pt x="3581400" y="0"/>
                </a:lnTo>
                <a:lnTo>
                  <a:pt x="3587780" y="23812"/>
                </a:lnTo>
                <a:lnTo>
                  <a:pt x="3605212" y="41244"/>
                </a:lnTo>
                <a:lnTo>
                  <a:pt x="3629025" y="47625"/>
                </a:lnTo>
                <a:lnTo>
                  <a:pt x="3652837" y="41244"/>
                </a:lnTo>
                <a:lnTo>
                  <a:pt x="3670269" y="23812"/>
                </a:lnTo>
                <a:lnTo>
                  <a:pt x="3676650" y="0"/>
                </a:lnTo>
                <a:lnTo>
                  <a:pt x="3733800" y="0"/>
                </a:lnTo>
                <a:lnTo>
                  <a:pt x="3740180" y="23812"/>
                </a:lnTo>
                <a:lnTo>
                  <a:pt x="3757612" y="41244"/>
                </a:lnTo>
                <a:lnTo>
                  <a:pt x="3781425" y="47625"/>
                </a:lnTo>
                <a:lnTo>
                  <a:pt x="3805237" y="41244"/>
                </a:lnTo>
                <a:lnTo>
                  <a:pt x="3822669" y="23812"/>
                </a:lnTo>
                <a:lnTo>
                  <a:pt x="3829050" y="0"/>
                </a:lnTo>
                <a:lnTo>
                  <a:pt x="3905250" y="0"/>
                </a:lnTo>
                <a:lnTo>
                  <a:pt x="3905250" y="47625"/>
                </a:lnTo>
                <a:lnTo>
                  <a:pt x="3881437" y="54005"/>
                </a:lnTo>
                <a:lnTo>
                  <a:pt x="3864005" y="71437"/>
                </a:lnTo>
                <a:lnTo>
                  <a:pt x="3857625" y="95250"/>
                </a:lnTo>
                <a:lnTo>
                  <a:pt x="3864005" y="119062"/>
                </a:lnTo>
                <a:lnTo>
                  <a:pt x="3881437" y="136494"/>
                </a:lnTo>
                <a:lnTo>
                  <a:pt x="3905250" y="142875"/>
                </a:lnTo>
                <a:lnTo>
                  <a:pt x="3905250" y="200025"/>
                </a:lnTo>
                <a:lnTo>
                  <a:pt x="3881437" y="206405"/>
                </a:lnTo>
                <a:lnTo>
                  <a:pt x="3864005" y="223837"/>
                </a:lnTo>
                <a:lnTo>
                  <a:pt x="3857625" y="247650"/>
                </a:lnTo>
                <a:lnTo>
                  <a:pt x="3864005" y="271462"/>
                </a:lnTo>
                <a:lnTo>
                  <a:pt x="3881437" y="288894"/>
                </a:lnTo>
                <a:lnTo>
                  <a:pt x="3905250" y="295275"/>
                </a:lnTo>
                <a:lnTo>
                  <a:pt x="3905250" y="352425"/>
                </a:lnTo>
                <a:lnTo>
                  <a:pt x="3881437" y="358805"/>
                </a:lnTo>
                <a:lnTo>
                  <a:pt x="3864005" y="376237"/>
                </a:lnTo>
                <a:lnTo>
                  <a:pt x="3857625" y="400050"/>
                </a:lnTo>
                <a:lnTo>
                  <a:pt x="3864005" y="423862"/>
                </a:lnTo>
                <a:lnTo>
                  <a:pt x="3881437" y="441294"/>
                </a:lnTo>
                <a:lnTo>
                  <a:pt x="3905250" y="447675"/>
                </a:lnTo>
                <a:lnTo>
                  <a:pt x="3905250" y="504825"/>
                </a:lnTo>
                <a:lnTo>
                  <a:pt x="3881437" y="511205"/>
                </a:lnTo>
                <a:lnTo>
                  <a:pt x="3864005" y="528637"/>
                </a:lnTo>
                <a:lnTo>
                  <a:pt x="3857625" y="552450"/>
                </a:lnTo>
                <a:lnTo>
                  <a:pt x="3864005" y="576262"/>
                </a:lnTo>
                <a:lnTo>
                  <a:pt x="3881437" y="593694"/>
                </a:lnTo>
                <a:lnTo>
                  <a:pt x="3905250" y="600075"/>
                </a:lnTo>
                <a:lnTo>
                  <a:pt x="3905250" y="657225"/>
                </a:lnTo>
                <a:lnTo>
                  <a:pt x="3881437" y="663605"/>
                </a:lnTo>
                <a:lnTo>
                  <a:pt x="3864005" y="681037"/>
                </a:lnTo>
                <a:lnTo>
                  <a:pt x="3857625" y="704850"/>
                </a:lnTo>
                <a:lnTo>
                  <a:pt x="3864005" y="728662"/>
                </a:lnTo>
                <a:lnTo>
                  <a:pt x="3881437" y="746094"/>
                </a:lnTo>
                <a:lnTo>
                  <a:pt x="3905250" y="752475"/>
                </a:lnTo>
                <a:lnTo>
                  <a:pt x="3905250" y="809625"/>
                </a:lnTo>
                <a:lnTo>
                  <a:pt x="3881437" y="816005"/>
                </a:lnTo>
                <a:lnTo>
                  <a:pt x="3864005" y="833437"/>
                </a:lnTo>
                <a:lnTo>
                  <a:pt x="3857625" y="857250"/>
                </a:lnTo>
                <a:lnTo>
                  <a:pt x="3864005" y="881062"/>
                </a:lnTo>
                <a:lnTo>
                  <a:pt x="3881437" y="898494"/>
                </a:lnTo>
                <a:lnTo>
                  <a:pt x="3905250" y="904875"/>
                </a:lnTo>
                <a:lnTo>
                  <a:pt x="3905250" y="962025"/>
                </a:lnTo>
                <a:lnTo>
                  <a:pt x="3881437" y="968405"/>
                </a:lnTo>
                <a:lnTo>
                  <a:pt x="3864005" y="985837"/>
                </a:lnTo>
                <a:lnTo>
                  <a:pt x="3857625" y="1009650"/>
                </a:lnTo>
                <a:lnTo>
                  <a:pt x="3864005" y="1033462"/>
                </a:lnTo>
                <a:lnTo>
                  <a:pt x="3881437" y="1050894"/>
                </a:lnTo>
                <a:lnTo>
                  <a:pt x="3905250" y="1057275"/>
                </a:lnTo>
                <a:lnTo>
                  <a:pt x="3905250" y="1114425"/>
                </a:lnTo>
                <a:lnTo>
                  <a:pt x="3881437" y="1120805"/>
                </a:lnTo>
                <a:lnTo>
                  <a:pt x="3864005" y="1138237"/>
                </a:lnTo>
                <a:lnTo>
                  <a:pt x="3857625" y="1162050"/>
                </a:lnTo>
                <a:lnTo>
                  <a:pt x="3864005" y="1185862"/>
                </a:lnTo>
                <a:lnTo>
                  <a:pt x="3881437" y="1203294"/>
                </a:lnTo>
                <a:lnTo>
                  <a:pt x="3905250" y="1209675"/>
                </a:lnTo>
                <a:lnTo>
                  <a:pt x="3905250" y="1266825"/>
                </a:lnTo>
                <a:lnTo>
                  <a:pt x="3881437" y="1273205"/>
                </a:lnTo>
                <a:lnTo>
                  <a:pt x="3864005" y="1290637"/>
                </a:lnTo>
                <a:lnTo>
                  <a:pt x="3857625" y="1314450"/>
                </a:lnTo>
                <a:lnTo>
                  <a:pt x="3864005" y="1338262"/>
                </a:lnTo>
                <a:lnTo>
                  <a:pt x="3881437" y="1355694"/>
                </a:lnTo>
                <a:lnTo>
                  <a:pt x="3905250" y="1362075"/>
                </a:lnTo>
                <a:lnTo>
                  <a:pt x="3905250" y="1419225"/>
                </a:lnTo>
                <a:lnTo>
                  <a:pt x="3881437" y="1425605"/>
                </a:lnTo>
                <a:lnTo>
                  <a:pt x="3864005" y="1443037"/>
                </a:lnTo>
                <a:lnTo>
                  <a:pt x="3857625" y="1466850"/>
                </a:lnTo>
                <a:lnTo>
                  <a:pt x="3864005" y="1490662"/>
                </a:lnTo>
                <a:lnTo>
                  <a:pt x="3881437" y="1508094"/>
                </a:lnTo>
                <a:lnTo>
                  <a:pt x="3905250" y="1514475"/>
                </a:lnTo>
                <a:lnTo>
                  <a:pt x="3905250" y="1571625"/>
                </a:lnTo>
                <a:lnTo>
                  <a:pt x="3881437" y="1578005"/>
                </a:lnTo>
                <a:lnTo>
                  <a:pt x="3864005" y="1595437"/>
                </a:lnTo>
                <a:lnTo>
                  <a:pt x="3857625" y="1619250"/>
                </a:lnTo>
                <a:lnTo>
                  <a:pt x="3864005" y="1643062"/>
                </a:lnTo>
                <a:lnTo>
                  <a:pt x="3881437" y="1660494"/>
                </a:lnTo>
                <a:lnTo>
                  <a:pt x="3905250" y="1666875"/>
                </a:lnTo>
                <a:lnTo>
                  <a:pt x="3905250" y="1724025"/>
                </a:lnTo>
                <a:lnTo>
                  <a:pt x="3881437" y="1730405"/>
                </a:lnTo>
                <a:lnTo>
                  <a:pt x="3864005" y="1747837"/>
                </a:lnTo>
                <a:lnTo>
                  <a:pt x="3857625" y="1771650"/>
                </a:lnTo>
                <a:lnTo>
                  <a:pt x="3864005" y="1795462"/>
                </a:lnTo>
                <a:lnTo>
                  <a:pt x="3881437" y="1812894"/>
                </a:lnTo>
                <a:lnTo>
                  <a:pt x="3905250" y="1819275"/>
                </a:lnTo>
                <a:lnTo>
                  <a:pt x="3905250" y="1876425"/>
                </a:lnTo>
                <a:lnTo>
                  <a:pt x="3881437" y="1882805"/>
                </a:lnTo>
                <a:lnTo>
                  <a:pt x="3864005" y="1900237"/>
                </a:lnTo>
                <a:lnTo>
                  <a:pt x="3857625" y="1924050"/>
                </a:lnTo>
                <a:lnTo>
                  <a:pt x="3864005" y="1947862"/>
                </a:lnTo>
                <a:lnTo>
                  <a:pt x="3881437" y="1965294"/>
                </a:lnTo>
                <a:lnTo>
                  <a:pt x="3905250" y="1971675"/>
                </a:lnTo>
                <a:lnTo>
                  <a:pt x="3905250" y="2028825"/>
                </a:lnTo>
                <a:lnTo>
                  <a:pt x="3881437" y="2035205"/>
                </a:lnTo>
                <a:lnTo>
                  <a:pt x="3864005" y="2052637"/>
                </a:lnTo>
                <a:lnTo>
                  <a:pt x="3857625" y="2076450"/>
                </a:lnTo>
                <a:lnTo>
                  <a:pt x="3864005" y="2100262"/>
                </a:lnTo>
                <a:lnTo>
                  <a:pt x="3881437" y="2117694"/>
                </a:lnTo>
                <a:lnTo>
                  <a:pt x="3905250" y="2124075"/>
                </a:lnTo>
                <a:lnTo>
                  <a:pt x="3905250" y="2171700"/>
                </a:lnTo>
                <a:lnTo>
                  <a:pt x="3829050" y="2171700"/>
                </a:lnTo>
                <a:lnTo>
                  <a:pt x="3822669" y="2147887"/>
                </a:lnTo>
                <a:lnTo>
                  <a:pt x="3805237" y="2130455"/>
                </a:lnTo>
                <a:lnTo>
                  <a:pt x="3781425" y="2124075"/>
                </a:lnTo>
                <a:lnTo>
                  <a:pt x="3757612" y="2130455"/>
                </a:lnTo>
                <a:lnTo>
                  <a:pt x="3740180" y="2147887"/>
                </a:lnTo>
                <a:lnTo>
                  <a:pt x="3733800" y="2171700"/>
                </a:lnTo>
                <a:lnTo>
                  <a:pt x="3676650" y="2171700"/>
                </a:lnTo>
                <a:lnTo>
                  <a:pt x="3670269" y="2147887"/>
                </a:lnTo>
                <a:lnTo>
                  <a:pt x="3652837" y="2130455"/>
                </a:lnTo>
                <a:lnTo>
                  <a:pt x="3629025" y="2124075"/>
                </a:lnTo>
                <a:lnTo>
                  <a:pt x="3605212" y="2130455"/>
                </a:lnTo>
                <a:lnTo>
                  <a:pt x="3587780" y="2147887"/>
                </a:lnTo>
                <a:lnTo>
                  <a:pt x="3581400" y="2171700"/>
                </a:lnTo>
                <a:lnTo>
                  <a:pt x="3524250" y="2171700"/>
                </a:lnTo>
                <a:lnTo>
                  <a:pt x="3517869" y="2147887"/>
                </a:lnTo>
                <a:lnTo>
                  <a:pt x="3500437" y="2130455"/>
                </a:lnTo>
                <a:lnTo>
                  <a:pt x="3476625" y="2124075"/>
                </a:lnTo>
                <a:lnTo>
                  <a:pt x="3452812" y="2130455"/>
                </a:lnTo>
                <a:lnTo>
                  <a:pt x="3435380" y="2147887"/>
                </a:lnTo>
                <a:lnTo>
                  <a:pt x="3429000" y="2171700"/>
                </a:lnTo>
                <a:lnTo>
                  <a:pt x="3371850" y="2171700"/>
                </a:lnTo>
                <a:lnTo>
                  <a:pt x="3365469" y="2147887"/>
                </a:lnTo>
                <a:lnTo>
                  <a:pt x="3348037" y="2130455"/>
                </a:lnTo>
                <a:lnTo>
                  <a:pt x="3324225" y="2124075"/>
                </a:lnTo>
                <a:lnTo>
                  <a:pt x="3300412" y="2130455"/>
                </a:lnTo>
                <a:lnTo>
                  <a:pt x="3282980" y="2147887"/>
                </a:lnTo>
                <a:lnTo>
                  <a:pt x="3276600" y="2171700"/>
                </a:lnTo>
                <a:lnTo>
                  <a:pt x="3219450" y="2171700"/>
                </a:lnTo>
                <a:lnTo>
                  <a:pt x="3213069" y="2147887"/>
                </a:lnTo>
                <a:lnTo>
                  <a:pt x="3195637" y="2130455"/>
                </a:lnTo>
                <a:lnTo>
                  <a:pt x="3171825" y="2124075"/>
                </a:lnTo>
                <a:lnTo>
                  <a:pt x="3148012" y="2130455"/>
                </a:lnTo>
                <a:lnTo>
                  <a:pt x="3130580" y="2147887"/>
                </a:lnTo>
                <a:lnTo>
                  <a:pt x="3124200" y="2171700"/>
                </a:lnTo>
                <a:lnTo>
                  <a:pt x="3067050" y="2171700"/>
                </a:lnTo>
                <a:lnTo>
                  <a:pt x="3060669" y="2147887"/>
                </a:lnTo>
                <a:lnTo>
                  <a:pt x="3043237" y="2130455"/>
                </a:lnTo>
                <a:lnTo>
                  <a:pt x="3019425" y="2124075"/>
                </a:lnTo>
                <a:lnTo>
                  <a:pt x="2995612" y="2130455"/>
                </a:lnTo>
                <a:lnTo>
                  <a:pt x="2978180" y="2147887"/>
                </a:lnTo>
                <a:lnTo>
                  <a:pt x="2971800" y="2171700"/>
                </a:lnTo>
                <a:lnTo>
                  <a:pt x="2914650" y="2171700"/>
                </a:lnTo>
                <a:lnTo>
                  <a:pt x="2908269" y="2147887"/>
                </a:lnTo>
                <a:lnTo>
                  <a:pt x="2890837" y="2130455"/>
                </a:lnTo>
                <a:lnTo>
                  <a:pt x="2867025" y="2124075"/>
                </a:lnTo>
                <a:lnTo>
                  <a:pt x="2843212" y="2130455"/>
                </a:lnTo>
                <a:lnTo>
                  <a:pt x="2825780" y="2147887"/>
                </a:lnTo>
                <a:lnTo>
                  <a:pt x="2819400" y="2171700"/>
                </a:lnTo>
                <a:lnTo>
                  <a:pt x="2762250" y="2171700"/>
                </a:lnTo>
                <a:lnTo>
                  <a:pt x="2755869" y="2147887"/>
                </a:lnTo>
                <a:lnTo>
                  <a:pt x="2738437" y="2130455"/>
                </a:lnTo>
                <a:lnTo>
                  <a:pt x="2714625" y="2124075"/>
                </a:lnTo>
                <a:lnTo>
                  <a:pt x="2690812" y="2130455"/>
                </a:lnTo>
                <a:lnTo>
                  <a:pt x="2673380" y="2147887"/>
                </a:lnTo>
                <a:lnTo>
                  <a:pt x="2667000" y="2171700"/>
                </a:lnTo>
                <a:lnTo>
                  <a:pt x="2609850" y="2171700"/>
                </a:lnTo>
                <a:lnTo>
                  <a:pt x="2603469" y="2147887"/>
                </a:lnTo>
                <a:lnTo>
                  <a:pt x="2586037" y="2130455"/>
                </a:lnTo>
                <a:lnTo>
                  <a:pt x="2562225" y="2124075"/>
                </a:lnTo>
                <a:lnTo>
                  <a:pt x="2538412" y="2130455"/>
                </a:lnTo>
                <a:lnTo>
                  <a:pt x="2520980" y="2147887"/>
                </a:lnTo>
                <a:lnTo>
                  <a:pt x="2514600" y="2171700"/>
                </a:lnTo>
                <a:lnTo>
                  <a:pt x="2457450" y="2171700"/>
                </a:lnTo>
                <a:lnTo>
                  <a:pt x="2451069" y="2147887"/>
                </a:lnTo>
                <a:lnTo>
                  <a:pt x="2433637" y="2130455"/>
                </a:lnTo>
                <a:lnTo>
                  <a:pt x="2409825" y="2124075"/>
                </a:lnTo>
                <a:lnTo>
                  <a:pt x="2386012" y="2130455"/>
                </a:lnTo>
                <a:lnTo>
                  <a:pt x="2368580" y="2147887"/>
                </a:lnTo>
                <a:lnTo>
                  <a:pt x="2362200" y="2171700"/>
                </a:lnTo>
                <a:lnTo>
                  <a:pt x="2305050" y="2171700"/>
                </a:lnTo>
                <a:lnTo>
                  <a:pt x="2298669" y="2147887"/>
                </a:lnTo>
                <a:lnTo>
                  <a:pt x="2281237" y="2130455"/>
                </a:lnTo>
                <a:lnTo>
                  <a:pt x="2257425" y="2124075"/>
                </a:lnTo>
                <a:lnTo>
                  <a:pt x="2233612" y="2130455"/>
                </a:lnTo>
                <a:lnTo>
                  <a:pt x="2216180" y="2147887"/>
                </a:lnTo>
                <a:lnTo>
                  <a:pt x="2209800" y="2171700"/>
                </a:lnTo>
                <a:lnTo>
                  <a:pt x="2152650" y="2171700"/>
                </a:lnTo>
                <a:lnTo>
                  <a:pt x="2146269" y="2147887"/>
                </a:lnTo>
                <a:lnTo>
                  <a:pt x="2128837" y="2130455"/>
                </a:lnTo>
                <a:lnTo>
                  <a:pt x="2105025" y="2124075"/>
                </a:lnTo>
                <a:lnTo>
                  <a:pt x="2081212" y="2130455"/>
                </a:lnTo>
                <a:lnTo>
                  <a:pt x="2063780" y="2147887"/>
                </a:lnTo>
                <a:lnTo>
                  <a:pt x="2057400" y="2171700"/>
                </a:lnTo>
                <a:lnTo>
                  <a:pt x="2000250" y="2171700"/>
                </a:lnTo>
                <a:lnTo>
                  <a:pt x="1993869" y="2147887"/>
                </a:lnTo>
                <a:lnTo>
                  <a:pt x="1976437" y="2130455"/>
                </a:lnTo>
                <a:lnTo>
                  <a:pt x="1952625" y="2124075"/>
                </a:lnTo>
                <a:lnTo>
                  <a:pt x="1928812" y="2130455"/>
                </a:lnTo>
                <a:lnTo>
                  <a:pt x="1911380" y="2147887"/>
                </a:lnTo>
                <a:lnTo>
                  <a:pt x="1905000" y="2171700"/>
                </a:lnTo>
                <a:lnTo>
                  <a:pt x="1847850" y="2171700"/>
                </a:lnTo>
                <a:lnTo>
                  <a:pt x="1841469" y="2147887"/>
                </a:lnTo>
                <a:lnTo>
                  <a:pt x="1824037" y="2130455"/>
                </a:lnTo>
                <a:lnTo>
                  <a:pt x="1800225" y="2124075"/>
                </a:lnTo>
                <a:lnTo>
                  <a:pt x="1776412" y="2130455"/>
                </a:lnTo>
                <a:lnTo>
                  <a:pt x="1758980" y="2147887"/>
                </a:lnTo>
                <a:lnTo>
                  <a:pt x="1752600" y="2171700"/>
                </a:lnTo>
                <a:lnTo>
                  <a:pt x="1695450" y="2171700"/>
                </a:lnTo>
                <a:lnTo>
                  <a:pt x="1689069" y="2147887"/>
                </a:lnTo>
                <a:lnTo>
                  <a:pt x="1671637" y="2130455"/>
                </a:lnTo>
                <a:lnTo>
                  <a:pt x="1647825" y="2124075"/>
                </a:lnTo>
                <a:lnTo>
                  <a:pt x="1624012" y="2130455"/>
                </a:lnTo>
                <a:lnTo>
                  <a:pt x="1606580" y="2147887"/>
                </a:lnTo>
                <a:lnTo>
                  <a:pt x="1600200" y="2171700"/>
                </a:lnTo>
                <a:lnTo>
                  <a:pt x="1543050" y="2171700"/>
                </a:lnTo>
                <a:lnTo>
                  <a:pt x="1536669" y="2147887"/>
                </a:lnTo>
                <a:lnTo>
                  <a:pt x="1519237" y="2130455"/>
                </a:lnTo>
                <a:lnTo>
                  <a:pt x="1495425" y="2124075"/>
                </a:lnTo>
                <a:lnTo>
                  <a:pt x="1471612" y="2130455"/>
                </a:lnTo>
                <a:lnTo>
                  <a:pt x="1454180" y="2147887"/>
                </a:lnTo>
                <a:lnTo>
                  <a:pt x="1447800" y="2171700"/>
                </a:lnTo>
                <a:lnTo>
                  <a:pt x="1390650" y="2171700"/>
                </a:lnTo>
                <a:lnTo>
                  <a:pt x="1384269" y="2147887"/>
                </a:lnTo>
                <a:lnTo>
                  <a:pt x="1366837" y="2130455"/>
                </a:lnTo>
                <a:lnTo>
                  <a:pt x="1343025" y="2124075"/>
                </a:lnTo>
                <a:lnTo>
                  <a:pt x="1319212" y="2130455"/>
                </a:lnTo>
                <a:lnTo>
                  <a:pt x="1301780" y="2147887"/>
                </a:lnTo>
                <a:lnTo>
                  <a:pt x="1295400" y="2171700"/>
                </a:lnTo>
                <a:lnTo>
                  <a:pt x="1238250" y="2171700"/>
                </a:lnTo>
                <a:lnTo>
                  <a:pt x="1231869" y="2147887"/>
                </a:lnTo>
                <a:lnTo>
                  <a:pt x="1214437" y="2130455"/>
                </a:lnTo>
                <a:lnTo>
                  <a:pt x="1190625" y="2124075"/>
                </a:lnTo>
                <a:lnTo>
                  <a:pt x="1166812" y="2130455"/>
                </a:lnTo>
                <a:lnTo>
                  <a:pt x="1149380" y="2147887"/>
                </a:lnTo>
                <a:lnTo>
                  <a:pt x="1143000" y="2171700"/>
                </a:lnTo>
                <a:lnTo>
                  <a:pt x="1085850" y="2171700"/>
                </a:lnTo>
                <a:lnTo>
                  <a:pt x="1079469" y="2147887"/>
                </a:lnTo>
                <a:lnTo>
                  <a:pt x="1062037" y="2130455"/>
                </a:lnTo>
                <a:lnTo>
                  <a:pt x="1038225" y="2124075"/>
                </a:lnTo>
                <a:lnTo>
                  <a:pt x="1014412" y="2130455"/>
                </a:lnTo>
                <a:lnTo>
                  <a:pt x="996980" y="2147887"/>
                </a:lnTo>
                <a:lnTo>
                  <a:pt x="990600" y="2171700"/>
                </a:lnTo>
                <a:lnTo>
                  <a:pt x="933450" y="2171700"/>
                </a:lnTo>
                <a:lnTo>
                  <a:pt x="927069" y="2147887"/>
                </a:lnTo>
                <a:lnTo>
                  <a:pt x="909637" y="2130455"/>
                </a:lnTo>
                <a:lnTo>
                  <a:pt x="885825" y="2124075"/>
                </a:lnTo>
                <a:lnTo>
                  <a:pt x="862012" y="2130455"/>
                </a:lnTo>
                <a:lnTo>
                  <a:pt x="844580" y="2147887"/>
                </a:lnTo>
                <a:lnTo>
                  <a:pt x="838200" y="2171700"/>
                </a:lnTo>
                <a:lnTo>
                  <a:pt x="781050" y="2171700"/>
                </a:lnTo>
                <a:lnTo>
                  <a:pt x="774669" y="2147887"/>
                </a:lnTo>
                <a:lnTo>
                  <a:pt x="757237" y="2130455"/>
                </a:lnTo>
                <a:lnTo>
                  <a:pt x="733425" y="2124075"/>
                </a:lnTo>
                <a:lnTo>
                  <a:pt x="709612" y="2130455"/>
                </a:lnTo>
                <a:lnTo>
                  <a:pt x="692180" y="2147887"/>
                </a:lnTo>
                <a:lnTo>
                  <a:pt x="685800" y="2171700"/>
                </a:lnTo>
                <a:lnTo>
                  <a:pt x="628650" y="2171700"/>
                </a:lnTo>
                <a:lnTo>
                  <a:pt x="622269" y="2147887"/>
                </a:lnTo>
                <a:lnTo>
                  <a:pt x="604837" y="2130455"/>
                </a:lnTo>
                <a:lnTo>
                  <a:pt x="581025" y="2124075"/>
                </a:lnTo>
                <a:lnTo>
                  <a:pt x="557212" y="2130455"/>
                </a:lnTo>
                <a:lnTo>
                  <a:pt x="539780" y="2147887"/>
                </a:lnTo>
                <a:lnTo>
                  <a:pt x="533400" y="2171700"/>
                </a:lnTo>
                <a:lnTo>
                  <a:pt x="476250" y="2171700"/>
                </a:lnTo>
                <a:lnTo>
                  <a:pt x="469869" y="2147887"/>
                </a:lnTo>
                <a:lnTo>
                  <a:pt x="452437" y="2130455"/>
                </a:lnTo>
                <a:lnTo>
                  <a:pt x="428625" y="2124075"/>
                </a:lnTo>
                <a:lnTo>
                  <a:pt x="404812" y="2130455"/>
                </a:lnTo>
                <a:lnTo>
                  <a:pt x="387380" y="2147887"/>
                </a:lnTo>
                <a:lnTo>
                  <a:pt x="381000" y="2171700"/>
                </a:lnTo>
                <a:lnTo>
                  <a:pt x="323850" y="2171700"/>
                </a:lnTo>
                <a:lnTo>
                  <a:pt x="317469" y="2147887"/>
                </a:lnTo>
                <a:lnTo>
                  <a:pt x="300037" y="2130455"/>
                </a:lnTo>
                <a:lnTo>
                  <a:pt x="276225" y="2124075"/>
                </a:lnTo>
                <a:lnTo>
                  <a:pt x="252412" y="2130455"/>
                </a:lnTo>
                <a:lnTo>
                  <a:pt x="234980" y="2147887"/>
                </a:lnTo>
                <a:lnTo>
                  <a:pt x="228600" y="2171700"/>
                </a:lnTo>
                <a:lnTo>
                  <a:pt x="171450" y="2171700"/>
                </a:lnTo>
                <a:lnTo>
                  <a:pt x="165069" y="2147887"/>
                </a:lnTo>
                <a:lnTo>
                  <a:pt x="147637" y="2130455"/>
                </a:lnTo>
                <a:lnTo>
                  <a:pt x="123825" y="2124075"/>
                </a:lnTo>
                <a:lnTo>
                  <a:pt x="100012" y="2130455"/>
                </a:lnTo>
                <a:lnTo>
                  <a:pt x="82580" y="2147887"/>
                </a:lnTo>
                <a:lnTo>
                  <a:pt x="76200" y="2171700"/>
                </a:lnTo>
                <a:lnTo>
                  <a:pt x="0" y="2171700"/>
                </a:lnTo>
                <a:lnTo>
                  <a:pt x="0" y="2124075"/>
                </a:lnTo>
                <a:lnTo>
                  <a:pt x="23812" y="2117694"/>
                </a:lnTo>
                <a:lnTo>
                  <a:pt x="41244" y="2100262"/>
                </a:lnTo>
                <a:lnTo>
                  <a:pt x="47625" y="2076450"/>
                </a:lnTo>
                <a:lnTo>
                  <a:pt x="41244" y="2052637"/>
                </a:lnTo>
                <a:lnTo>
                  <a:pt x="23812" y="2035205"/>
                </a:lnTo>
                <a:lnTo>
                  <a:pt x="0" y="2028825"/>
                </a:lnTo>
                <a:lnTo>
                  <a:pt x="0" y="1971675"/>
                </a:lnTo>
                <a:lnTo>
                  <a:pt x="23812" y="1965294"/>
                </a:lnTo>
                <a:lnTo>
                  <a:pt x="41244" y="1947862"/>
                </a:lnTo>
                <a:lnTo>
                  <a:pt x="47625" y="1924050"/>
                </a:lnTo>
                <a:lnTo>
                  <a:pt x="41244" y="1900237"/>
                </a:lnTo>
                <a:lnTo>
                  <a:pt x="23812" y="1882805"/>
                </a:lnTo>
                <a:lnTo>
                  <a:pt x="0" y="1876425"/>
                </a:lnTo>
                <a:lnTo>
                  <a:pt x="0" y="1819275"/>
                </a:lnTo>
                <a:lnTo>
                  <a:pt x="23812" y="1812894"/>
                </a:lnTo>
                <a:lnTo>
                  <a:pt x="41244" y="1795462"/>
                </a:lnTo>
                <a:lnTo>
                  <a:pt x="47625" y="1771650"/>
                </a:lnTo>
                <a:lnTo>
                  <a:pt x="41244" y="1747837"/>
                </a:lnTo>
                <a:lnTo>
                  <a:pt x="23812" y="1730405"/>
                </a:lnTo>
                <a:lnTo>
                  <a:pt x="0" y="1724025"/>
                </a:lnTo>
                <a:lnTo>
                  <a:pt x="0" y="1666875"/>
                </a:lnTo>
                <a:lnTo>
                  <a:pt x="23812" y="1660494"/>
                </a:lnTo>
                <a:lnTo>
                  <a:pt x="41244" y="1643062"/>
                </a:lnTo>
                <a:lnTo>
                  <a:pt x="47625" y="1619250"/>
                </a:lnTo>
                <a:lnTo>
                  <a:pt x="41244" y="1595437"/>
                </a:lnTo>
                <a:lnTo>
                  <a:pt x="23812" y="1578005"/>
                </a:lnTo>
                <a:lnTo>
                  <a:pt x="0" y="1571625"/>
                </a:lnTo>
                <a:lnTo>
                  <a:pt x="0" y="1514475"/>
                </a:lnTo>
                <a:lnTo>
                  <a:pt x="23812" y="1508094"/>
                </a:lnTo>
                <a:lnTo>
                  <a:pt x="41244" y="1490662"/>
                </a:lnTo>
                <a:lnTo>
                  <a:pt x="47625" y="1466850"/>
                </a:lnTo>
                <a:lnTo>
                  <a:pt x="41244" y="1443037"/>
                </a:lnTo>
                <a:lnTo>
                  <a:pt x="23812" y="1425605"/>
                </a:lnTo>
                <a:lnTo>
                  <a:pt x="0" y="1419225"/>
                </a:lnTo>
                <a:lnTo>
                  <a:pt x="0" y="1362075"/>
                </a:lnTo>
                <a:lnTo>
                  <a:pt x="23812" y="1355694"/>
                </a:lnTo>
                <a:lnTo>
                  <a:pt x="41244" y="1338262"/>
                </a:lnTo>
                <a:lnTo>
                  <a:pt x="47625" y="1314450"/>
                </a:lnTo>
                <a:lnTo>
                  <a:pt x="41244" y="1290637"/>
                </a:lnTo>
                <a:lnTo>
                  <a:pt x="23812" y="1273205"/>
                </a:lnTo>
                <a:lnTo>
                  <a:pt x="0" y="1266825"/>
                </a:lnTo>
                <a:lnTo>
                  <a:pt x="0" y="1209675"/>
                </a:lnTo>
                <a:lnTo>
                  <a:pt x="23812" y="1203294"/>
                </a:lnTo>
                <a:lnTo>
                  <a:pt x="41244" y="1185862"/>
                </a:lnTo>
                <a:lnTo>
                  <a:pt x="47625" y="1162050"/>
                </a:lnTo>
                <a:lnTo>
                  <a:pt x="41244" y="1138237"/>
                </a:lnTo>
                <a:lnTo>
                  <a:pt x="23812" y="1120805"/>
                </a:lnTo>
                <a:lnTo>
                  <a:pt x="0" y="1114425"/>
                </a:lnTo>
                <a:lnTo>
                  <a:pt x="0" y="1057275"/>
                </a:lnTo>
                <a:lnTo>
                  <a:pt x="23812" y="1050894"/>
                </a:lnTo>
                <a:lnTo>
                  <a:pt x="41244" y="1033462"/>
                </a:lnTo>
                <a:lnTo>
                  <a:pt x="47625" y="1009650"/>
                </a:lnTo>
                <a:lnTo>
                  <a:pt x="41244" y="985837"/>
                </a:lnTo>
                <a:lnTo>
                  <a:pt x="23812" y="968405"/>
                </a:lnTo>
                <a:lnTo>
                  <a:pt x="0" y="962025"/>
                </a:lnTo>
                <a:lnTo>
                  <a:pt x="0" y="904875"/>
                </a:lnTo>
                <a:lnTo>
                  <a:pt x="23812" y="898494"/>
                </a:lnTo>
                <a:lnTo>
                  <a:pt x="41244" y="881062"/>
                </a:lnTo>
                <a:lnTo>
                  <a:pt x="47625" y="857250"/>
                </a:lnTo>
                <a:lnTo>
                  <a:pt x="41244" y="833437"/>
                </a:lnTo>
                <a:lnTo>
                  <a:pt x="23812" y="816005"/>
                </a:lnTo>
                <a:lnTo>
                  <a:pt x="0" y="809625"/>
                </a:lnTo>
                <a:lnTo>
                  <a:pt x="0" y="752475"/>
                </a:lnTo>
                <a:lnTo>
                  <a:pt x="23812" y="746094"/>
                </a:lnTo>
                <a:lnTo>
                  <a:pt x="41244" y="728662"/>
                </a:lnTo>
                <a:lnTo>
                  <a:pt x="47625" y="704850"/>
                </a:lnTo>
                <a:lnTo>
                  <a:pt x="41244" y="681037"/>
                </a:lnTo>
                <a:lnTo>
                  <a:pt x="23812" y="663605"/>
                </a:lnTo>
                <a:lnTo>
                  <a:pt x="0" y="657225"/>
                </a:lnTo>
                <a:lnTo>
                  <a:pt x="0" y="600075"/>
                </a:lnTo>
                <a:lnTo>
                  <a:pt x="23812" y="593694"/>
                </a:lnTo>
                <a:lnTo>
                  <a:pt x="41244" y="576262"/>
                </a:lnTo>
                <a:lnTo>
                  <a:pt x="47625" y="552450"/>
                </a:lnTo>
                <a:lnTo>
                  <a:pt x="41244" y="528637"/>
                </a:lnTo>
                <a:lnTo>
                  <a:pt x="23812" y="511205"/>
                </a:lnTo>
                <a:lnTo>
                  <a:pt x="0" y="504825"/>
                </a:lnTo>
                <a:lnTo>
                  <a:pt x="0" y="447675"/>
                </a:lnTo>
                <a:lnTo>
                  <a:pt x="23812" y="441294"/>
                </a:lnTo>
                <a:lnTo>
                  <a:pt x="41244" y="423862"/>
                </a:lnTo>
                <a:lnTo>
                  <a:pt x="47625" y="400050"/>
                </a:lnTo>
                <a:lnTo>
                  <a:pt x="41244" y="376237"/>
                </a:lnTo>
                <a:lnTo>
                  <a:pt x="23812" y="358805"/>
                </a:lnTo>
                <a:lnTo>
                  <a:pt x="0" y="352425"/>
                </a:lnTo>
                <a:lnTo>
                  <a:pt x="0" y="295275"/>
                </a:lnTo>
                <a:lnTo>
                  <a:pt x="23812" y="288894"/>
                </a:lnTo>
                <a:lnTo>
                  <a:pt x="41244" y="271462"/>
                </a:lnTo>
                <a:lnTo>
                  <a:pt x="47625" y="247650"/>
                </a:lnTo>
                <a:lnTo>
                  <a:pt x="41244" y="223837"/>
                </a:lnTo>
                <a:lnTo>
                  <a:pt x="23812" y="206405"/>
                </a:lnTo>
                <a:lnTo>
                  <a:pt x="0" y="200025"/>
                </a:lnTo>
                <a:lnTo>
                  <a:pt x="0" y="142875"/>
                </a:lnTo>
                <a:lnTo>
                  <a:pt x="23812" y="136494"/>
                </a:lnTo>
                <a:lnTo>
                  <a:pt x="41244" y="119062"/>
                </a:lnTo>
                <a:lnTo>
                  <a:pt x="47625" y="95250"/>
                </a:lnTo>
                <a:lnTo>
                  <a:pt x="41244" y="71437"/>
                </a:lnTo>
                <a:lnTo>
                  <a:pt x="23812" y="54005"/>
                </a:lnTo>
                <a:lnTo>
                  <a:pt x="0" y="47625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540000">
            <a:off x="2181225" y="1838325"/>
            <a:ext cx="3733800" cy="2000250"/>
          </a:xfrm>
          <a:prstGeom prst="rect">
            <a:avLst/>
          </a:prstGeom>
          <a:noFill/>
          <a:ln w="14287">
            <a:solidFill>
              <a:srgbClr val="8F6B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21540000">
            <a:off x="3800574" y="1524165"/>
            <a:ext cx="457200" cy="457200"/>
          </a:xfrm>
          <a:prstGeom prst="ellipse">
            <a:avLst/>
          </a:prstGeom>
          <a:solidFill>
            <a:srgbClr val="F3EBDD"/>
          </a:solidFill>
          <a:ln w="28575">
            <a:solidFill>
              <a:srgbClr val="5C2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510"/>
              </a:lnSpc>
            </a:pPr>
            <a:r>
              <a:rPr sz="1425" b="1">
                <a:solidFill>
                  <a:srgbClr val="5C2E14"/>
                </a:solidFill>
                <a:latin typeface="Arial Black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 rot="21540000">
            <a:off x="2370524" y="2085687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F3EBDD"/>
                </a:solidFill>
                <a:latin typeface="Arial"/>
                <a:ea typeface="맑은 고딕"/>
              </a:rPr>
              <a:t>인력부족 · 임금</a:t>
            </a:r>
          </a:p>
        </p:txBody>
      </p:sp>
      <p:sp>
        <p:nvSpPr>
          <p:cNvPr id="11" name="Rounded Rectangle 10"/>
          <p:cNvSpPr/>
          <p:nvPr/>
        </p:nvSpPr>
        <p:spPr>
          <a:xfrm rot="21540000">
            <a:off x="5075505" y="2071987"/>
            <a:ext cx="628650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수도권</a:t>
            </a:r>
          </a:p>
        </p:txBody>
      </p:sp>
      <p:sp>
        <p:nvSpPr>
          <p:cNvPr id="12" name="TextBox 11"/>
          <p:cNvSpPr txBox="1"/>
          <p:nvPr/>
        </p:nvSpPr>
        <p:spPr>
          <a:xfrm rot="21540000">
            <a:off x="2386901" y="2495500"/>
            <a:ext cx="333375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에이전틱AI 고노출 일자리가 늘었는데도 수도권 기업이 느끼는 인력부족이 더 컸고, 임금은 수도권 중심으로 오를 조짐입니다.</a:t>
            </a:r>
          </a:p>
        </p:txBody>
      </p:sp>
      <p:sp>
        <p:nvSpPr>
          <p:cNvPr id="13" name="Freeform 12"/>
          <p:cNvSpPr/>
          <p:nvPr/>
        </p:nvSpPr>
        <p:spPr>
          <a:xfrm rot="60000">
            <a:off x="6286500" y="1752600"/>
            <a:ext cx="3905250" cy="2171700"/>
          </a:xfrm>
          <a:custGeom>
            <a:avLst/>
            <a:gdLst/>
            <a:ahLst/>
            <a:cxnLst/>
            <a:rect l="l" t="t" r="r" b="b"/>
            <a:pathLst>
              <a:path w="3905250" h="2171700">
                <a:moveTo>
                  <a:pt x="0" y="0"/>
                </a:moveTo>
                <a:lnTo>
                  <a:pt x="76200" y="0"/>
                </a:lnTo>
                <a:lnTo>
                  <a:pt x="82580" y="23812"/>
                </a:lnTo>
                <a:lnTo>
                  <a:pt x="100012" y="41244"/>
                </a:lnTo>
                <a:lnTo>
                  <a:pt x="123825" y="47625"/>
                </a:lnTo>
                <a:lnTo>
                  <a:pt x="147637" y="41244"/>
                </a:lnTo>
                <a:lnTo>
                  <a:pt x="165069" y="23812"/>
                </a:lnTo>
                <a:lnTo>
                  <a:pt x="171450" y="0"/>
                </a:lnTo>
                <a:lnTo>
                  <a:pt x="228600" y="0"/>
                </a:lnTo>
                <a:lnTo>
                  <a:pt x="234980" y="23812"/>
                </a:lnTo>
                <a:lnTo>
                  <a:pt x="252412" y="41244"/>
                </a:lnTo>
                <a:lnTo>
                  <a:pt x="276225" y="47625"/>
                </a:lnTo>
                <a:lnTo>
                  <a:pt x="300037" y="41244"/>
                </a:lnTo>
                <a:lnTo>
                  <a:pt x="317469" y="23812"/>
                </a:lnTo>
                <a:lnTo>
                  <a:pt x="323850" y="0"/>
                </a:lnTo>
                <a:lnTo>
                  <a:pt x="381000" y="0"/>
                </a:lnTo>
                <a:lnTo>
                  <a:pt x="387380" y="23812"/>
                </a:lnTo>
                <a:lnTo>
                  <a:pt x="404812" y="41244"/>
                </a:lnTo>
                <a:lnTo>
                  <a:pt x="428625" y="47625"/>
                </a:lnTo>
                <a:lnTo>
                  <a:pt x="452437" y="41244"/>
                </a:lnTo>
                <a:lnTo>
                  <a:pt x="469869" y="23812"/>
                </a:lnTo>
                <a:lnTo>
                  <a:pt x="476250" y="0"/>
                </a:lnTo>
                <a:lnTo>
                  <a:pt x="533400" y="0"/>
                </a:lnTo>
                <a:lnTo>
                  <a:pt x="539780" y="23812"/>
                </a:lnTo>
                <a:lnTo>
                  <a:pt x="557212" y="41244"/>
                </a:lnTo>
                <a:lnTo>
                  <a:pt x="581025" y="47625"/>
                </a:lnTo>
                <a:lnTo>
                  <a:pt x="604837" y="41244"/>
                </a:lnTo>
                <a:lnTo>
                  <a:pt x="622269" y="23812"/>
                </a:lnTo>
                <a:lnTo>
                  <a:pt x="628650" y="0"/>
                </a:lnTo>
                <a:lnTo>
                  <a:pt x="685800" y="0"/>
                </a:lnTo>
                <a:lnTo>
                  <a:pt x="692180" y="23812"/>
                </a:lnTo>
                <a:lnTo>
                  <a:pt x="709612" y="41244"/>
                </a:lnTo>
                <a:lnTo>
                  <a:pt x="733425" y="47625"/>
                </a:lnTo>
                <a:lnTo>
                  <a:pt x="757237" y="41244"/>
                </a:lnTo>
                <a:lnTo>
                  <a:pt x="774669" y="23812"/>
                </a:lnTo>
                <a:lnTo>
                  <a:pt x="781050" y="0"/>
                </a:lnTo>
                <a:lnTo>
                  <a:pt x="838200" y="0"/>
                </a:lnTo>
                <a:lnTo>
                  <a:pt x="844580" y="23812"/>
                </a:lnTo>
                <a:lnTo>
                  <a:pt x="862012" y="41244"/>
                </a:lnTo>
                <a:lnTo>
                  <a:pt x="885825" y="47625"/>
                </a:lnTo>
                <a:lnTo>
                  <a:pt x="909637" y="41244"/>
                </a:lnTo>
                <a:lnTo>
                  <a:pt x="927069" y="23812"/>
                </a:lnTo>
                <a:lnTo>
                  <a:pt x="933450" y="0"/>
                </a:lnTo>
                <a:lnTo>
                  <a:pt x="990600" y="0"/>
                </a:lnTo>
                <a:lnTo>
                  <a:pt x="996980" y="23812"/>
                </a:lnTo>
                <a:lnTo>
                  <a:pt x="1014412" y="41244"/>
                </a:lnTo>
                <a:lnTo>
                  <a:pt x="1038225" y="47625"/>
                </a:lnTo>
                <a:lnTo>
                  <a:pt x="1062037" y="41244"/>
                </a:lnTo>
                <a:lnTo>
                  <a:pt x="1079469" y="23812"/>
                </a:lnTo>
                <a:lnTo>
                  <a:pt x="1085850" y="0"/>
                </a:lnTo>
                <a:lnTo>
                  <a:pt x="1143000" y="0"/>
                </a:lnTo>
                <a:lnTo>
                  <a:pt x="1149380" y="23812"/>
                </a:lnTo>
                <a:lnTo>
                  <a:pt x="1166812" y="41244"/>
                </a:lnTo>
                <a:lnTo>
                  <a:pt x="1190625" y="47625"/>
                </a:lnTo>
                <a:lnTo>
                  <a:pt x="1214437" y="41244"/>
                </a:lnTo>
                <a:lnTo>
                  <a:pt x="1231869" y="23812"/>
                </a:lnTo>
                <a:lnTo>
                  <a:pt x="1238250" y="0"/>
                </a:lnTo>
                <a:lnTo>
                  <a:pt x="1295400" y="0"/>
                </a:lnTo>
                <a:lnTo>
                  <a:pt x="1301780" y="23812"/>
                </a:lnTo>
                <a:lnTo>
                  <a:pt x="1319212" y="41244"/>
                </a:lnTo>
                <a:lnTo>
                  <a:pt x="1343025" y="47625"/>
                </a:lnTo>
                <a:lnTo>
                  <a:pt x="1366837" y="41244"/>
                </a:lnTo>
                <a:lnTo>
                  <a:pt x="1384269" y="23812"/>
                </a:lnTo>
                <a:lnTo>
                  <a:pt x="1390650" y="0"/>
                </a:lnTo>
                <a:lnTo>
                  <a:pt x="1447800" y="0"/>
                </a:lnTo>
                <a:lnTo>
                  <a:pt x="1454180" y="23812"/>
                </a:lnTo>
                <a:lnTo>
                  <a:pt x="1471612" y="41244"/>
                </a:lnTo>
                <a:lnTo>
                  <a:pt x="1495425" y="47625"/>
                </a:lnTo>
                <a:lnTo>
                  <a:pt x="1519237" y="41244"/>
                </a:lnTo>
                <a:lnTo>
                  <a:pt x="1536669" y="23812"/>
                </a:lnTo>
                <a:lnTo>
                  <a:pt x="1543050" y="0"/>
                </a:lnTo>
                <a:lnTo>
                  <a:pt x="1600200" y="0"/>
                </a:lnTo>
                <a:lnTo>
                  <a:pt x="1606580" y="23812"/>
                </a:lnTo>
                <a:lnTo>
                  <a:pt x="1624012" y="41244"/>
                </a:lnTo>
                <a:lnTo>
                  <a:pt x="1647825" y="47625"/>
                </a:lnTo>
                <a:lnTo>
                  <a:pt x="1671637" y="41244"/>
                </a:lnTo>
                <a:lnTo>
                  <a:pt x="1689069" y="23812"/>
                </a:lnTo>
                <a:lnTo>
                  <a:pt x="1695450" y="0"/>
                </a:lnTo>
                <a:lnTo>
                  <a:pt x="1752600" y="0"/>
                </a:lnTo>
                <a:lnTo>
                  <a:pt x="1758980" y="23812"/>
                </a:lnTo>
                <a:lnTo>
                  <a:pt x="1776412" y="41244"/>
                </a:lnTo>
                <a:lnTo>
                  <a:pt x="1800225" y="47625"/>
                </a:lnTo>
                <a:lnTo>
                  <a:pt x="1824037" y="41244"/>
                </a:lnTo>
                <a:lnTo>
                  <a:pt x="1841469" y="23812"/>
                </a:lnTo>
                <a:lnTo>
                  <a:pt x="1847850" y="0"/>
                </a:lnTo>
                <a:lnTo>
                  <a:pt x="1905000" y="0"/>
                </a:lnTo>
                <a:lnTo>
                  <a:pt x="1911380" y="23812"/>
                </a:lnTo>
                <a:lnTo>
                  <a:pt x="1928812" y="41244"/>
                </a:lnTo>
                <a:lnTo>
                  <a:pt x="1952625" y="47625"/>
                </a:lnTo>
                <a:lnTo>
                  <a:pt x="1976437" y="41244"/>
                </a:lnTo>
                <a:lnTo>
                  <a:pt x="1993869" y="23812"/>
                </a:lnTo>
                <a:lnTo>
                  <a:pt x="2000250" y="0"/>
                </a:lnTo>
                <a:lnTo>
                  <a:pt x="2057400" y="0"/>
                </a:lnTo>
                <a:lnTo>
                  <a:pt x="2063780" y="23812"/>
                </a:lnTo>
                <a:lnTo>
                  <a:pt x="2081212" y="41244"/>
                </a:lnTo>
                <a:lnTo>
                  <a:pt x="2105025" y="47625"/>
                </a:lnTo>
                <a:lnTo>
                  <a:pt x="2128837" y="41244"/>
                </a:lnTo>
                <a:lnTo>
                  <a:pt x="2146269" y="23812"/>
                </a:lnTo>
                <a:lnTo>
                  <a:pt x="2152650" y="0"/>
                </a:lnTo>
                <a:lnTo>
                  <a:pt x="2209800" y="0"/>
                </a:lnTo>
                <a:lnTo>
                  <a:pt x="2216180" y="23812"/>
                </a:lnTo>
                <a:lnTo>
                  <a:pt x="2233612" y="41244"/>
                </a:lnTo>
                <a:lnTo>
                  <a:pt x="2257425" y="47625"/>
                </a:lnTo>
                <a:lnTo>
                  <a:pt x="2281237" y="41244"/>
                </a:lnTo>
                <a:lnTo>
                  <a:pt x="2298669" y="23812"/>
                </a:lnTo>
                <a:lnTo>
                  <a:pt x="2305050" y="0"/>
                </a:lnTo>
                <a:lnTo>
                  <a:pt x="2362200" y="0"/>
                </a:lnTo>
                <a:lnTo>
                  <a:pt x="2368580" y="23812"/>
                </a:lnTo>
                <a:lnTo>
                  <a:pt x="2386012" y="41244"/>
                </a:lnTo>
                <a:lnTo>
                  <a:pt x="2409825" y="47625"/>
                </a:lnTo>
                <a:lnTo>
                  <a:pt x="2433637" y="41244"/>
                </a:lnTo>
                <a:lnTo>
                  <a:pt x="2451069" y="23812"/>
                </a:lnTo>
                <a:lnTo>
                  <a:pt x="2457450" y="0"/>
                </a:lnTo>
                <a:lnTo>
                  <a:pt x="2514600" y="0"/>
                </a:lnTo>
                <a:lnTo>
                  <a:pt x="2520980" y="23812"/>
                </a:lnTo>
                <a:lnTo>
                  <a:pt x="2538412" y="41244"/>
                </a:lnTo>
                <a:lnTo>
                  <a:pt x="2562225" y="47625"/>
                </a:lnTo>
                <a:lnTo>
                  <a:pt x="2586037" y="41244"/>
                </a:lnTo>
                <a:lnTo>
                  <a:pt x="2603469" y="23812"/>
                </a:lnTo>
                <a:lnTo>
                  <a:pt x="2609850" y="0"/>
                </a:lnTo>
                <a:lnTo>
                  <a:pt x="2667000" y="0"/>
                </a:lnTo>
                <a:lnTo>
                  <a:pt x="2673380" y="23812"/>
                </a:lnTo>
                <a:lnTo>
                  <a:pt x="2690812" y="41244"/>
                </a:lnTo>
                <a:lnTo>
                  <a:pt x="2714625" y="47625"/>
                </a:lnTo>
                <a:lnTo>
                  <a:pt x="2738437" y="41244"/>
                </a:lnTo>
                <a:lnTo>
                  <a:pt x="2755869" y="23812"/>
                </a:lnTo>
                <a:lnTo>
                  <a:pt x="2762250" y="0"/>
                </a:lnTo>
                <a:lnTo>
                  <a:pt x="2819400" y="0"/>
                </a:lnTo>
                <a:lnTo>
                  <a:pt x="2825780" y="23812"/>
                </a:lnTo>
                <a:lnTo>
                  <a:pt x="2843212" y="41244"/>
                </a:lnTo>
                <a:lnTo>
                  <a:pt x="2867025" y="47625"/>
                </a:lnTo>
                <a:lnTo>
                  <a:pt x="2890837" y="41244"/>
                </a:lnTo>
                <a:lnTo>
                  <a:pt x="2908269" y="23812"/>
                </a:lnTo>
                <a:lnTo>
                  <a:pt x="2914650" y="0"/>
                </a:lnTo>
                <a:lnTo>
                  <a:pt x="2971800" y="0"/>
                </a:lnTo>
                <a:lnTo>
                  <a:pt x="2978180" y="23812"/>
                </a:lnTo>
                <a:lnTo>
                  <a:pt x="2995612" y="41244"/>
                </a:lnTo>
                <a:lnTo>
                  <a:pt x="3019425" y="47625"/>
                </a:lnTo>
                <a:lnTo>
                  <a:pt x="3043237" y="41244"/>
                </a:lnTo>
                <a:lnTo>
                  <a:pt x="3060669" y="23812"/>
                </a:lnTo>
                <a:lnTo>
                  <a:pt x="3067050" y="0"/>
                </a:lnTo>
                <a:lnTo>
                  <a:pt x="3124200" y="0"/>
                </a:lnTo>
                <a:lnTo>
                  <a:pt x="3130580" y="23812"/>
                </a:lnTo>
                <a:lnTo>
                  <a:pt x="3148012" y="41244"/>
                </a:lnTo>
                <a:lnTo>
                  <a:pt x="3171825" y="47625"/>
                </a:lnTo>
                <a:lnTo>
                  <a:pt x="3195637" y="41244"/>
                </a:lnTo>
                <a:lnTo>
                  <a:pt x="3213069" y="23812"/>
                </a:lnTo>
                <a:lnTo>
                  <a:pt x="3219450" y="0"/>
                </a:lnTo>
                <a:lnTo>
                  <a:pt x="3276600" y="0"/>
                </a:lnTo>
                <a:lnTo>
                  <a:pt x="3282980" y="23812"/>
                </a:lnTo>
                <a:lnTo>
                  <a:pt x="3300412" y="41244"/>
                </a:lnTo>
                <a:lnTo>
                  <a:pt x="3324225" y="47625"/>
                </a:lnTo>
                <a:lnTo>
                  <a:pt x="3348037" y="41244"/>
                </a:lnTo>
                <a:lnTo>
                  <a:pt x="3365469" y="23812"/>
                </a:lnTo>
                <a:lnTo>
                  <a:pt x="3371850" y="0"/>
                </a:lnTo>
                <a:lnTo>
                  <a:pt x="3429000" y="0"/>
                </a:lnTo>
                <a:lnTo>
                  <a:pt x="3435380" y="23812"/>
                </a:lnTo>
                <a:lnTo>
                  <a:pt x="3452812" y="41244"/>
                </a:lnTo>
                <a:lnTo>
                  <a:pt x="3476625" y="47625"/>
                </a:lnTo>
                <a:lnTo>
                  <a:pt x="3500437" y="41244"/>
                </a:lnTo>
                <a:lnTo>
                  <a:pt x="3517869" y="23812"/>
                </a:lnTo>
                <a:lnTo>
                  <a:pt x="3524250" y="0"/>
                </a:lnTo>
                <a:lnTo>
                  <a:pt x="3581400" y="0"/>
                </a:lnTo>
                <a:lnTo>
                  <a:pt x="3587780" y="23812"/>
                </a:lnTo>
                <a:lnTo>
                  <a:pt x="3605212" y="41244"/>
                </a:lnTo>
                <a:lnTo>
                  <a:pt x="3629025" y="47625"/>
                </a:lnTo>
                <a:lnTo>
                  <a:pt x="3652837" y="41244"/>
                </a:lnTo>
                <a:lnTo>
                  <a:pt x="3670269" y="23812"/>
                </a:lnTo>
                <a:lnTo>
                  <a:pt x="3676650" y="0"/>
                </a:lnTo>
                <a:lnTo>
                  <a:pt x="3733800" y="0"/>
                </a:lnTo>
                <a:lnTo>
                  <a:pt x="3740180" y="23812"/>
                </a:lnTo>
                <a:lnTo>
                  <a:pt x="3757612" y="41244"/>
                </a:lnTo>
                <a:lnTo>
                  <a:pt x="3781425" y="47625"/>
                </a:lnTo>
                <a:lnTo>
                  <a:pt x="3805237" y="41244"/>
                </a:lnTo>
                <a:lnTo>
                  <a:pt x="3822669" y="23812"/>
                </a:lnTo>
                <a:lnTo>
                  <a:pt x="3829050" y="0"/>
                </a:lnTo>
                <a:lnTo>
                  <a:pt x="3905250" y="0"/>
                </a:lnTo>
                <a:lnTo>
                  <a:pt x="3905250" y="47625"/>
                </a:lnTo>
                <a:lnTo>
                  <a:pt x="3881437" y="54005"/>
                </a:lnTo>
                <a:lnTo>
                  <a:pt x="3864005" y="71437"/>
                </a:lnTo>
                <a:lnTo>
                  <a:pt x="3857625" y="95250"/>
                </a:lnTo>
                <a:lnTo>
                  <a:pt x="3864005" y="119062"/>
                </a:lnTo>
                <a:lnTo>
                  <a:pt x="3881437" y="136494"/>
                </a:lnTo>
                <a:lnTo>
                  <a:pt x="3905250" y="142875"/>
                </a:lnTo>
                <a:lnTo>
                  <a:pt x="3905250" y="200025"/>
                </a:lnTo>
                <a:lnTo>
                  <a:pt x="3881437" y="206405"/>
                </a:lnTo>
                <a:lnTo>
                  <a:pt x="3864005" y="223837"/>
                </a:lnTo>
                <a:lnTo>
                  <a:pt x="3857625" y="247650"/>
                </a:lnTo>
                <a:lnTo>
                  <a:pt x="3864005" y="271462"/>
                </a:lnTo>
                <a:lnTo>
                  <a:pt x="3881437" y="288894"/>
                </a:lnTo>
                <a:lnTo>
                  <a:pt x="3905250" y="295275"/>
                </a:lnTo>
                <a:lnTo>
                  <a:pt x="3905250" y="352425"/>
                </a:lnTo>
                <a:lnTo>
                  <a:pt x="3881437" y="358805"/>
                </a:lnTo>
                <a:lnTo>
                  <a:pt x="3864005" y="376237"/>
                </a:lnTo>
                <a:lnTo>
                  <a:pt x="3857625" y="400050"/>
                </a:lnTo>
                <a:lnTo>
                  <a:pt x="3864005" y="423862"/>
                </a:lnTo>
                <a:lnTo>
                  <a:pt x="3881437" y="441294"/>
                </a:lnTo>
                <a:lnTo>
                  <a:pt x="3905250" y="447675"/>
                </a:lnTo>
                <a:lnTo>
                  <a:pt x="3905250" y="504825"/>
                </a:lnTo>
                <a:lnTo>
                  <a:pt x="3881437" y="511205"/>
                </a:lnTo>
                <a:lnTo>
                  <a:pt x="3864005" y="528637"/>
                </a:lnTo>
                <a:lnTo>
                  <a:pt x="3857625" y="552450"/>
                </a:lnTo>
                <a:lnTo>
                  <a:pt x="3864005" y="576262"/>
                </a:lnTo>
                <a:lnTo>
                  <a:pt x="3881437" y="593694"/>
                </a:lnTo>
                <a:lnTo>
                  <a:pt x="3905250" y="600075"/>
                </a:lnTo>
                <a:lnTo>
                  <a:pt x="3905250" y="657225"/>
                </a:lnTo>
                <a:lnTo>
                  <a:pt x="3881437" y="663605"/>
                </a:lnTo>
                <a:lnTo>
                  <a:pt x="3864005" y="681037"/>
                </a:lnTo>
                <a:lnTo>
                  <a:pt x="3857625" y="704850"/>
                </a:lnTo>
                <a:lnTo>
                  <a:pt x="3864005" y="728662"/>
                </a:lnTo>
                <a:lnTo>
                  <a:pt x="3881437" y="746094"/>
                </a:lnTo>
                <a:lnTo>
                  <a:pt x="3905250" y="752475"/>
                </a:lnTo>
                <a:lnTo>
                  <a:pt x="3905250" y="809625"/>
                </a:lnTo>
                <a:lnTo>
                  <a:pt x="3881437" y="816005"/>
                </a:lnTo>
                <a:lnTo>
                  <a:pt x="3864005" y="833437"/>
                </a:lnTo>
                <a:lnTo>
                  <a:pt x="3857625" y="857250"/>
                </a:lnTo>
                <a:lnTo>
                  <a:pt x="3864005" y="881062"/>
                </a:lnTo>
                <a:lnTo>
                  <a:pt x="3881437" y="898494"/>
                </a:lnTo>
                <a:lnTo>
                  <a:pt x="3905250" y="904875"/>
                </a:lnTo>
                <a:lnTo>
                  <a:pt x="3905250" y="962025"/>
                </a:lnTo>
                <a:lnTo>
                  <a:pt x="3881437" y="968405"/>
                </a:lnTo>
                <a:lnTo>
                  <a:pt x="3864005" y="985837"/>
                </a:lnTo>
                <a:lnTo>
                  <a:pt x="3857625" y="1009650"/>
                </a:lnTo>
                <a:lnTo>
                  <a:pt x="3864005" y="1033462"/>
                </a:lnTo>
                <a:lnTo>
                  <a:pt x="3881437" y="1050894"/>
                </a:lnTo>
                <a:lnTo>
                  <a:pt x="3905250" y="1057275"/>
                </a:lnTo>
                <a:lnTo>
                  <a:pt x="3905250" y="1114425"/>
                </a:lnTo>
                <a:lnTo>
                  <a:pt x="3881437" y="1120805"/>
                </a:lnTo>
                <a:lnTo>
                  <a:pt x="3864005" y="1138237"/>
                </a:lnTo>
                <a:lnTo>
                  <a:pt x="3857625" y="1162050"/>
                </a:lnTo>
                <a:lnTo>
                  <a:pt x="3864005" y="1185862"/>
                </a:lnTo>
                <a:lnTo>
                  <a:pt x="3881437" y="1203294"/>
                </a:lnTo>
                <a:lnTo>
                  <a:pt x="3905250" y="1209675"/>
                </a:lnTo>
                <a:lnTo>
                  <a:pt x="3905250" y="1266825"/>
                </a:lnTo>
                <a:lnTo>
                  <a:pt x="3881437" y="1273205"/>
                </a:lnTo>
                <a:lnTo>
                  <a:pt x="3864005" y="1290637"/>
                </a:lnTo>
                <a:lnTo>
                  <a:pt x="3857625" y="1314450"/>
                </a:lnTo>
                <a:lnTo>
                  <a:pt x="3864005" y="1338262"/>
                </a:lnTo>
                <a:lnTo>
                  <a:pt x="3881437" y="1355694"/>
                </a:lnTo>
                <a:lnTo>
                  <a:pt x="3905250" y="1362075"/>
                </a:lnTo>
                <a:lnTo>
                  <a:pt x="3905250" y="1419225"/>
                </a:lnTo>
                <a:lnTo>
                  <a:pt x="3881437" y="1425605"/>
                </a:lnTo>
                <a:lnTo>
                  <a:pt x="3864005" y="1443037"/>
                </a:lnTo>
                <a:lnTo>
                  <a:pt x="3857625" y="1466850"/>
                </a:lnTo>
                <a:lnTo>
                  <a:pt x="3864005" y="1490662"/>
                </a:lnTo>
                <a:lnTo>
                  <a:pt x="3881437" y="1508094"/>
                </a:lnTo>
                <a:lnTo>
                  <a:pt x="3905250" y="1514475"/>
                </a:lnTo>
                <a:lnTo>
                  <a:pt x="3905250" y="1571625"/>
                </a:lnTo>
                <a:lnTo>
                  <a:pt x="3881437" y="1578005"/>
                </a:lnTo>
                <a:lnTo>
                  <a:pt x="3864005" y="1595437"/>
                </a:lnTo>
                <a:lnTo>
                  <a:pt x="3857625" y="1619250"/>
                </a:lnTo>
                <a:lnTo>
                  <a:pt x="3864005" y="1643062"/>
                </a:lnTo>
                <a:lnTo>
                  <a:pt x="3881437" y="1660494"/>
                </a:lnTo>
                <a:lnTo>
                  <a:pt x="3905250" y="1666875"/>
                </a:lnTo>
                <a:lnTo>
                  <a:pt x="3905250" y="1724025"/>
                </a:lnTo>
                <a:lnTo>
                  <a:pt x="3881437" y="1730405"/>
                </a:lnTo>
                <a:lnTo>
                  <a:pt x="3864005" y="1747837"/>
                </a:lnTo>
                <a:lnTo>
                  <a:pt x="3857625" y="1771650"/>
                </a:lnTo>
                <a:lnTo>
                  <a:pt x="3864005" y="1795462"/>
                </a:lnTo>
                <a:lnTo>
                  <a:pt x="3881437" y="1812894"/>
                </a:lnTo>
                <a:lnTo>
                  <a:pt x="3905250" y="1819275"/>
                </a:lnTo>
                <a:lnTo>
                  <a:pt x="3905250" y="1876425"/>
                </a:lnTo>
                <a:lnTo>
                  <a:pt x="3881437" y="1882805"/>
                </a:lnTo>
                <a:lnTo>
                  <a:pt x="3864005" y="1900237"/>
                </a:lnTo>
                <a:lnTo>
                  <a:pt x="3857625" y="1924050"/>
                </a:lnTo>
                <a:lnTo>
                  <a:pt x="3864005" y="1947862"/>
                </a:lnTo>
                <a:lnTo>
                  <a:pt x="3881437" y="1965294"/>
                </a:lnTo>
                <a:lnTo>
                  <a:pt x="3905250" y="1971675"/>
                </a:lnTo>
                <a:lnTo>
                  <a:pt x="3905250" y="2028825"/>
                </a:lnTo>
                <a:lnTo>
                  <a:pt x="3881437" y="2035205"/>
                </a:lnTo>
                <a:lnTo>
                  <a:pt x="3864005" y="2052637"/>
                </a:lnTo>
                <a:lnTo>
                  <a:pt x="3857625" y="2076450"/>
                </a:lnTo>
                <a:lnTo>
                  <a:pt x="3864005" y="2100262"/>
                </a:lnTo>
                <a:lnTo>
                  <a:pt x="3881437" y="2117694"/>
                </a:lnTo>
                <a:lnTo>
                  <a:pt x="3905250" y="2124075"/>
                </a:lnTo>
                <a:lnTo>
                  <a:pt x="3905250" y="2171700"/>
                </a:lnTo>
                <a:lnTo>
                  <a:pt x="3829050" y="2171700"/>
                </a:lnTo>
                <a:lnTo>
                  <a:pt x="3822669" y="2147887"/>
                </a:lnTo>
                <a:lnTo>
                  <a:pt x="3805237" y="2130455"/>
                </a:lnTo>
                <a:lnTo>
                  <a:pt x="3781425" y="2124075"/>
                </a:lnTo>
                <a:lnTo>
                  <a:pt x="3757612" y="2130455"/>
                </a:lnTo>
                <a:lnTo>
                  <a:pt x="3740180" y="2147887"/>
                </a:lnTo>
                <a:lnTo>
                  <a:pt x="3733800" y="2171700"/>
                </a:lnTo>
                <a:lnTo>
                  <a:pt x="3676650" y="2171700"/>
                </a:lnTo>
                <a:lnTo>
                  <a:pt x="3670269" y="2147887"/>
                </a:lnTo>
                <a:lnTo>
                  <a:pt x="3652837" y="2130455"/>
                </a:lnTo>
                <a:lnTo>
                  <a:pt x="3629025" y="2124075"/>
                </a:lnTo>
                <a:lnTo>
                  <a:pt x="3605212" y="2130455"/>
                </a:lnTo>
                <a:lnTo>
                  <a:pt x="3587780" y="2147887"/>
                </a:lnTo>
                <a:lnTo>
                  <a:pt x="3581400" y="2171700"/>
                </a:lnTo>
                <a:lnTo>
                  <a:pt x="3524250" y="2171700"/>
                </a:lnTo>
                <a:lnTo>
                  <a:pt x="3517869" y="2147887"/>
                </a:lnTo>
                <a:lnTo>
                  <a:pt x="3500437" y="2130455"/>
                </a:lnTo>
                <a:lnTo>
                  <a:pt x="3476625" y="2124075"/>
                </a:lnTo>
                <a:lnTo>
                  <a:pt x="3452812" y="2130455"/>
                </a:lnTo>
                <a:lnTo>
                  <a:pt x="3435380" y="2147887"/>
                </a:lnTo>
                <a:lnTo>
                  <a:pt x="3429000" y="2171700"/>
                </a:lnTo>
                <a:lnTo>
                  <a:pt x="3371850" y="2171700"/>
                </a:lnTo>
                <a:lnTo>
                  <a:pt x="3365469" y="2147887"/>
                </a:lnTo>
                <a:lnTo>
                  <a:pt x="3348037" y="2130455"/>
                </a:lnTo>
                <a:lnTo>
                  <a:pt x="3324225" y="2124075"/>
                </a:lnTo>
                <a:lnTo>
                  <a:pt x="3300412" y="2130455"/>
                </a:lnTo>
                <a:lnTo>
                  <a:pt x="3282980" y="2147887"/>
                </a:lnTo>
                <a:lnTo>
                  <a:pt x="3276600" y="2171700"/>
                </a:lnTo>
                <a:lnTo>
                  <a:pt x="3219450" y="2171700"/>
                </a:lnTo>
                <a:lnTo>
                  <a:pt x="3213069" y="2147887"/>
                </a:lnTo>
                <a:lnTo>
                  <a:pt x="3195637" y="2130455"/>
                </a:lnTo>
                <a:lnTo>
                  <a:pt x="3171825" y="2124075"/>
                </a:lnTo>
                <a:lnTo>
                  <a:pt x="3148012" y="2130455"/>
                </a:lnTo>
                <a:lnTo>
                  <a:pt x="3130580" y="2147887"/>
                </a:lnTo>
                <a:lnTo>
                  <a:pt x="3124200" y="2171700"/>
                </a:lnTo>
                <a:lnTo>
                  <a:pt x="3067050" y="2171700"/>
                </a:lnTo>
                <a:lnTo>
                  <a:pt x="3060669" y="2147887"/>
                </a:lnTo>
                <a:lnTo>
                  <a:pt x="3043237" y="2130455"/>
                </a:lnTo>
                <a:lnTo>
                  <a:pt x="3019425" y="2124075"/>
                </a:lnTo>
                <a:lnTo>
                  <a:pt x="2995612" y="2130455"/>
                </a:lnTo>
                <a:lnTo>
                  <a:pt x="2978180" y="2147887"/>
                </a:lnTo>
                <a:lnTo>
                  <a:pt x="2971800" y="2171700"/>
                </a:lnTo>
                <a:lnTo>
                  <a:pt x="2914650" y="2171700"/>
                </a:lnTo>
                <a:lnTo>
                  <a:pt x="2908269" y="2147887"/>
                </a:lnTo>
                <a:lnTo>
                  <a:pt x="2890837" y="2130455"/>
                </a:lnTo>
                <a:lnTo>
                  <a:pt x="2867025" y="2124075"/>
                </a:lnTo>
                <a:lnTo>
                  <a:pt x="2843212" y="2130455"/>
                </a:lnTo>
                <a:lnTo>
                  <a:pt x="2825780" y="2147887"/>
                </a:lnTo>
                <a:lnTo>
                  <a:pt x="2819400" y="2171700"/>
                </a:lnTo>
                <a:lnTo>
                  <a:pt x="2762250" y="2171700"/>
                </a:lnTo>
                <a:lnTo>
                  <a:pt x="2755869" y="2147887"/>
                </a:lnTo>
                <a:lnTo>
                  <a:pt x="2738437" y="2130455"/>
                </a:lnTo>
                <a:lnTo>
                  <a:pt x="2714625" y="2124075"/>
                </a:lnTo>
                <a:lnTo>
                  <a:pt x="2690812" y="2130455"/>
                </a:lnTo>
                <a:lnTo>
                  <a:pt x="2673380" y="2147887"/>
                </a:lnTo>
                <a:lnTo>
                  <a:pt x="2667000" y="2171700"/>
                </a:lnTo>
                <a:lnTo>
                  <a:pt x="2609850" y="2171700"/>
                </a:lnTo>
                <a:lnTo>
                  <a:pt x="2603469" y="2147887"/>
                </a:lnTo>
                <a:lnTo>
                  <a:pt x="2586037" y="2130455"/>
                </a:lnTo>
                <a:lnTo>
                  <a:pt x="2562225" y="2124075"/>
                </a:lnTo>
                <a:lnTo>
                  <a:pt x="2538412" y="2130455"/>
                </a:lnTo>
                <a:lnTo>
                  <a:pt x="2520980" y="2147887"/>
                </a:lnTo>
                <a:lnTo>
                  <a:pt x="2514600" y="2171700"/>
                </a:lnTo>
                <a:lnTo>
                  <a:pt x="2457450" y="2171700"/>
                </a:lnTo>
                <a:lnTo>
                  <a:pt x="2451069" y="2147887"/>
                </a:lnTo>
                <a:lnTo>
                  <a:pt x="2433637" y="2130455"/>
                </a:lnTo>
                <a:lnTo>
                  <a:pt x="2409825" y="2124075"/>
                </a:lnTo>
                <a:lnTo>
                  <a:pt x="2386012" y="2130455"/>
                </a:lnTo>
                <a:lnTo>
                  <a:pt x="2368580" y="2147887"/>
                </a:lnTo>
                <a:lnTo>
                  <a:pt x="2362200" y="2171700"/>
                </a:lnTo>
                <a:lnTo>
                  <a:pt x="2305050" y="2171700"/>
                </a:lnTo>
                <a:lnTo>
                  <a:pt x="2298669" y="2147887"/>
                </a:lnTo>
                <a:lnTo>
                  <a:pt x="2281237" y="2130455"/>
                </a:lnTo>
                <a:lnTo>
                  <a:pt x="2257425" y="2124075"/>
                </a:lnTo>
                <a:lnTo>
                  <a:pt x="2233612" y="2130455"/>
                </a:lnTo>
                <a:lnTo>
                  <a:pt x="2216180" y="2147887"/>
                </a:lnTo>
                <a:lnTo>
                  <a:pt x="2209800" y="2171700"/>
                </a:lnTo>
                <a:lnTo>
                  <a:pt x="2152650" y="2171700"/>
                </a:lnTo>
                <a:lnTo>
                  <a:pt x="2146269" y="2147887"/>
                </a:lnTo>
                <a:lnTo>
                  <a:pt x="2128837" y="2130455"/>
                </a:lnTo>
                <a:lnTo>
                  <a:pt x="2105025" y="2124075"/>
                </a:lnTo>
                <a:lnTo>
                  <a:pt x="2081212" y="2130455"/>
                </a:lnTo>
                <a:lnTo>
                  <a:pt x="2063780" y="2147887"/>
                </a:lnTo>
                <a:lnTo>
                  <a:pt x="2057400" y="2171700"/>
                </a:lnTo>
                <a:lnTo>
                  <a:pt x="2000250" y="2171700"/>
                </a:lnTo>
                <a:lnTo>
                  <a:pt x="1993869" y="2147887"/>
                </a:lnTo>
                <a:lnTo>
                  <a:pt x="1976437" y="2130455"/>
                </a:lnTo>
                <a:lnTo>
                  <a:pt x="1952625" y="2124075"/>
                </a:lnTo>
                <a:lnTo>
                  <a:pt x="1928812" y="2130455"/>
                </a:lnTo>
                <a:lnTo>
                  <a:pt x="1911380" y="2147887"/>
                </a:lnTo>
                <a:lnTo>
                  <a:pt x="1905000" y="2171700"/>
                </a:lnTo>
                <a:lnTo>
                  <a:pt x="1847850" y="2171700"/>
                </a:lnTo>
                <a:lnTo>
                  <a:pt x="1841469" y="2147887"/>
                </a:lnTo>
                <a:lnTo>
                  <a:pt x="1824037" y="2130455"/>
                </a:lnTo>
                <a:lnTo>
                  <a:pt x="1800225" y="2124075"/>
                </a:lnTo>
                <a:lnTo>
                  <a:pt x="1776412" y="2130455"/>
                </a:lnTo>
                <a:lnTo>
                  <a:pt x="1758980" y="2147887"/>
                </a:lnTo>
                <a:lnTo>
                  <a:pt x="1752600" y="2171700"/>
                </a:lnTo>
                <a:lnTo>
                  <a:pt x="1695450" y="2171700"/>
                </a:lnTo>
                <a:lnTo>
                  <a:pt x="1689069" y="2147887"/>
                </a:lnTo>
                <a:lnTo>
                  <a:pt x="1671637" y="2130455"/>
                </a:lnTo>
                <a:lnTo>
                  <a:pt x="1647825" y="2124075"/>
                </a:lnTo>
                <a:lnTo>
                  <a:pt x="1624012" y="2130455"/>
                </a:lnTo>
                <a:lnTo>
                  <a:pt x="1606580" y="2147887"/>
                </a:lnTo>
                <a:lnTo>
                  <a:pt x="1600200" y="2171700"/>
                </a:lnTo>
                <a:lnTo>
                  <a:pt x="1543050" y="2171700"/>
                </a:lnTo>
                <a:lnTo>
                  <a:pt x="1536669" y="2147887"/>
                </a:lnTo>
                <a:lnTo>
                  <a:pt x="1519237" y="2130455"/>
                </a:lnTo>
                <a:lnTo>
                  <a:pt x="1495425" y="2124075"/>
                </a:lnTo>
                <a:lnTo>
                  <a:pt x="1471612" y="2130455"/>
                </a:lnTo>
                <a:lnTo>
                  <a:pt x="1454180" y="2147887"/>
                </a:lnTo>
                <a:lnTo>
                  <a:pt x="1447800" y="2171700"/>
                </a:lnTo>
                <a:lnTo>
                  <a:pt x="1390650" y="2171700"/>
                </a:lnTo>
                <a:lnTo>
                  <a:pt x="1384269" y="2147887"/>
                </a:lnTo>
                <a:lnTo>
                  <a:pt x="1366837" y="2130455"/>
                </a:lnTo>
                <a:lnTo>
                  <a:pt x="1343025" y="2124075"/>
                </a:lnTo>
                <a:lnTo>
                  <a:pt x="1319212" y="2130455"/>
                </a:lnTo>
                <a:lnTo>
                  <a:pt x="1301780" y="2147887"/>
                </a:lnTo>
                <a:lnTo>
                  <a:pt x="1295400" y="2171700"/>
                </a:lnTo>
                <a:lnTo>
                  <a:pt x="1238250" y="2171700"/>
                </a:lnTo>
                <a:lnTo>
                  <a:pt x="1231869" y="2147887"/>
                </a:lnTo>
                <a:lnTo>
                  <a:pt x="1214437" y="2130455"/>
                </a:lnTo>
                <a:lnTo>
                  <a:pt x="1190625" y="2124075"/>
                </a:lnTo>
                <a:lnTo>
                  <a:pt x="1166812" y="2130455"/>
                </a:lnTo>
                <a:lnTo>
                  <a:pt x="1149380" y="2147887"/>
                </a:lnTo>
                <a:lnTo>
                  <a:pt x="1143000" y="2171700"/>
                </a:lnTo>
                <a:lnTo>
                  <a:pt x="1085850" y="2171700"/>
                </a:lnTo>
                <a:lnTo>
                  <a:pt x="1079469" y="2147887"/>
                </a:lnTo>
                <a:lnTo>
                  <a:pt x="1062037" y="2130455"/>
                </a:lnTo>
                <a:lnTo>
                  <a:pt x="1038225" y="2124075"/>
                </a:lnTo>
                <a:lnTo>
                  <a:pt x="1014412" y="2130455"/>
                </a:lnTo>
                <a:lnTo>
                  <a:pt x="996980" y="2147887"/>
                </a:lnTo>
                <a:lnTo>
                  <a:pt x="990600" y="2171700"/>
                </a:lnTo>
                <a:lnTo>
                  <a:pt x="933450" y="2171700"/>
                </a:lnTo>
                <a:lnTo>
                  <a:pt x="927069" y="2147887"/>
                </a:lnTo>
                <a:lnTo>
                  <a:pt x="909637" y="2130455"/>
                </a:lnTo>
                <a:lnTo>
                  <a:pt x="885825" y="2124075"/>
                </a:lnTo>
                <a:lnTo>
                  <a:pt x="862012" y="2130455"/>
                </a:lnTo>
                <a:lnTo>
                  <a:pt x="844580" y="2147887"/>
                </a:lnTo>
                <a:lnTo>
                  <a:pt x="838200" y="2171700"/>
                </a:lnTo>
                <a:lnTo>
                  <a:pt x="781050" y="2171700"/>
                </a:lnTo>
                <a:lnTo>
                  <a:pt x="774669" y="2147887"/>
                </a:lnTo>
                <a:lnTo>
                  <a:pt x="757237" y="2130455"/>
                </a:lnTo>
                <a:lnTo>
                  <a:pt x="733425" y="2124075"/>
                </a:lnTo>
                <a:lnTo>
                  <a:pt x="709612" y="2130455"/>
                </a:lnTo>
                <a:lnTo>
                  <a:pt x="692180" y="2147887"/>
                </a:lnTo>
                <a:lnTo>
                  <a:pt x="685800" y="2171700"/>
                </a:lnTo>
                <a:lnTo>
                  <a:pt x="628650" y="2171700"/>
                </a:lnTo>
                <a:lnTo>
                  <a:pt x="622269" y="2147887"/>
                </a:lnTo>
                <a:lnTo>
                  <a:pt x="604837" y="2130455"/>
                </a:lnTo>
                <a:lnTo>
                  <a:pt x="581025" y="2124075"/>
                </a:lnTo>
                <a:lnTo>
                  <a:pt x="557212" y="2130455"/>
                </a:lnTo>
                <a:lnTo>
                  <a:pt x="539780" y="2147887"/>
                </a:lnTo>
                <a:lnTo>
                  <a:pt x="533400" y="2171700"/>
                </a:lnTo>
                <a:lnTo>
                  <a:pt x="476250" y="2171700"/>
                </a:lnTo>
                <a:lnTo>
                  <a:pt x="469869" y="2147887"/>
                </a:lnTo>
                <a:lnTo>
                  <a:pt x="452437" y="2130455"/>
                </a:lnTo>
                <a:lnTo>
                  <a:pt x="428625" y="2124075"/>
                </a:lnTo>
                <a:lnTo>
                  <a:pt x="404812" y="2130455"/>
                </a:lnTo>
                <a:lnTo>
                  <a:pt x="387380" y="2147887"/>
                </a:lnTo>
                <a:lnTo>
                  <a:pt x="381000" y="2171700"/>
                </a:lnTo>
                <a:lnTo>
                  <a:pt x="323850" y="2171700"/>
                </a:lnTo>
                <a:lnTo>
                  <a:pt x="317469" y="2147887"/>
                </a:lnTo>
                <a:lnTo>
                  <a:pt x="300037" y="2130455"/>
                </a:lnTo>
                <a:lnTo>
                  <a:pt x="276225" y="2124075"/>
                </a:lnTo>
                <a:lnTo>
                  <a:pt x="252412" y="2130455"/>
                </a:lnTo>
                <a:lnTo>
                  <a:pt x="234980" y="2147887"/>
                </a:lnTo>
                <a:lnTo>
                  <a:pt x="228600" y="2171700"/>
                </a:lnTo>
                <a:lnTo>
                  <a:pt x="171450" y="2171700"/>
                </a:lnTo>
                <a:lnTo>
                  <a:pt x="165069" y="2147887"/>
                </a:lnTo>
                <a:lnTo>
                  <a:pt x="147637" y="2130455"/>
                </a:lnTo>
                <a:lnTo>
                  <a:pt x="123825" y="2124075"/>
                </a:lnTo>
                <a:lnTo>
                  <a:pt x="100012" y="2130455"/>
                </a:lnTo>
                <a:lnTo>
                  <a:pt x="82580" y="2147887"/>
                </a:lnTo>
                <a:lnTo>
                  <a:pt x="76200" y="2171700"/>
                </a:lnTo>
                <a:lnTo>
                  <a:pt x="0" y="2171700"/>
                </a:lnTo>
                <a:lnTo>
                  <a:pt x="0" y="2124075"/>
                </a:lnTo>
                <a:lnTo>
                  <a:pt x="23812" y="2117694"/>
                </a:lnTo>
                <a:lnTo>
                  <a:pt x="41244" y="2100262"/>
                </a:lnTo>
                <a:lnTo>
                  <a:pt x="47625" y="2076450"/>
                </a:lnTo>
                <a:lnTo>
                  <a:pt x="41244" y="2052637"/>
                </a:lnTo>
                <a:lnTo>
                  <a:pt x="23812" y="2035205"/>
                </a:lnTo>
                <a:lnTo>
                  <a:pt x="0" y="2028825"/>
                </a:lnTo>
                <a:lnTo>
                  <a:pt x="0" y="1971675"/>
                </a:lnTo>
                <a:lnTo>
                  <a:pt x="23812" y="1965294"/>
                </a:lnTo>
                <a:lnTo>
                  <a:pt x="41244" y="1947862"/>
                </a:lnTo>
                <a:lnTo>
                  <a:pt x="47625" y="1924050"/>
                </a:lnTo>
                <a:lnTo>
                  <a:pt x="41244" y="1900237"/>
                </a:lnTo>
                <a:lnTo>
                  <a:pt x="23812" y="1882805"/>
                </a:lnTo>
                <a:lnTo>
                  <a:pt x="0" y="1876425"/>
                </a:lnTo>
                <a:lnTo>
                  <a:pt x="0" y="1819275"/>
                </a:lnTo>
                <a:lnTo>
                  <a:pt x="23812" y="1812894"/>
                </a:lnTo>
                <a:lnTo>
                  <a:pt x="41244" y="1795462"/>
                </a:lnTo>
                <a:lnTo>
                  <a:pt x="47625" y="1771650"/>
                </a:lnTo>
                <a:lnTo>
                  <a:pt x="41244" y="1747837"/>
                </a:lnTo>
                <a:lnTo>
                  <a:pt x="23812" y="1730405"/>
                </a:lnTo>
                <a:lnTo>
                  <a:pt x="0" y="1724025"/>
                </a:lnTo>
                <a:lnTo>
                  <a:pt x="0" y="1666875"/>
                </a:lnTo>
                <a:lnTo>
                  <a:pt x="23812" y="1660494"/>
                </a:lnTo>
                <a:lnTo>
                  <a:pt x="41244" y="1643062"/>
                </a:lnTo>
                <a:lnTo>
                  <a:pt x="47625" y="1619250"/>
                </a:lnTo>
                <a:lnTo>
                  <a:pt x="41244" y="1595437"/>
                </a:lnTo>
                <a:lnTo>
                  <a:pt x="23812" y="1578005"/>
                </a:lnTo>
                <a:lnTo>
                  <a:pt x="0" y="1571625"/>
                </a:lnTo>
                <a:lnTo>
                  <a:pt x="0" y="1514475"/>
                </a:lnTo>
                <a:lnTo>
                  <a:pt x="23812" y="1508094"/>
                </a:lnTo>
                <a:lnTo>
                  <a:pt x="41244" y="1490662"/>
                </a:lnTo>
                <a:lnTo>
                  <a:pt x="47625" y="1466850"/>
                </a:lnTo>
                <a:lnTo>
                  <a:pt x="41244" y="1443037"/>
                </a:lnTo>
                <a:lnTo>
                  <a:pt x="23812" y="1425605"/>
                </a:lnTo>
                <a:lnTo>
                  <a:pt x="0" y="1419225"/>
                </a:lnTo>
                <a:lnTo>
                  <a:pt x="0" y="1362075"/>
                </a:lnTo>
                <a:lnTo>
                  <a:pt x="23812" y="1355694"/>
                </a:lnTo>
                <a:lnTo>
                  <a:pt x="41244" y="1338262"/>
                </a:lnTo>
                <a:lnTo>
                  <a:pt x="47625" y="1314450"/>
                </a:lnTo>
                <a:lnTo>
                  <a:pt x="41244" y="1290637"/>
                </a:lnTo>
                <a:lnTo>
                  <a:pt x="23812" y="1273205"/>
                </a:lnTo>
                <a:lnTo>
                  <a:pt x="0" y="1266825"/>
                </a:lnTo>
                <a:lnTo>
                  <a:pt x="0" y="1209675"/>
                </a:lnTo>
                <a:lnTo>
                  <a:pt x="23812" y="1203294"/>
                </a:lnTo>
                <a:lnTo>
                  <a:pt x="41244" y="1185862"/>
                </a:lnTo>
                <a:lnTo>
                  <a:pt x="47625" y="1162050"/>
                </a:lnTo>
                <a:lnTo>
                  <a:pt x="41244" y="1138237"/>
                </a:lnTo>
                <a:lnTo>
                  <a:pt x="23812" y="1120805"/>
                </a:lnTo>
                <a:lnTo>
                  <a:pt x="0" y="1114425"/>
                </a:lnTo>
                <a:lnTo>
                  <a:pt x="0" y="1057275"/>
                </a:lnTo>
                <a:lnTo>
                  <a:pt x="23812" y="1050894"/>
                </a:lnTo>
                <a:lnTo>
                  <a:pt x="41244" y="1033462"/>
                </a:lnTo>
                <a:lnTo>
                  <a:pt x="47625" y="1009650"/>
                </a:lnTo>
                <a:lnTo>
                  <a:pt x="41244" y="985837"/>
                </a:lnTo>
                <a:lnTo>
                  <a:pt x="23812" y="968405"/>
                </a:lnTo>
                <a:lnTo>
                  <a:pt x="0" y="962025"/>
                </a:lnTo>
                <a:lnTo>
                  <a:pt x="0" y="904875"/>
                </a:lnTo>
                <a:lnTo>
                  <a:pt x="23812" y="898494"/>
                </a:lnTo>
                <a:lnTo>
                  <a:pt x="41244" y="881062"/>
                </a:lnTo>
                <a:lnTo>
                  <a:pt x="47625" y="857250"/>
                </a:lnTo>
                <a:lnTo>
                  <a:pt x="41244" y="833437"/>
                </a:lnTo>
                <a:lnTo>
                  <a:pt x="23812" y="816005"/>
                </a:lnTo>
                <a:lnTo>
                  <a:pt x="0" y="809625"/>
                </a:lnTo>
                <a:lnTo>
                  <a:pt x="0" y="752475"/>
                </a:lnTo>
                <a:lnTo>
                  <a:pt x="23812" y="746094"/>
                </a:lnTo>
                <a:lnTo>
                  <a:pt x="41244" y="728662"/>
                </a:lnTo>
                <a:lnTo>
                  <a:pt x="47625" y="704850"/>
                </a:lnTo>
                <a:lnTo>
                  <a:pt x="41244" y="681037"/>
                </a:lnTo>
                <a:lnTo>
                  <a:pt x="23812" y="663605"/>
                </a:lnTo>
                <a:lnTo>
                  <a:pt x="0" y="657225"/>
                </a:lnTo>
                <a:lnTo>
                  <a:pt x="0" y="600075"/>
                </a:lnTo>
                <a:lnTo>
                  <a:pt x="23812" y="593694"/>
                </a:lnTo>
                <a:lnTo>
                  <a:pt x="41244" y="576262"/>
                </a:lnTo>
                <a:lnTo>
                  <a:pt x="47625" y="552450"/>
                </a:lnTo>
                <a:lnTo>
                  <a:pt x="41244" y="528637"/>
                </a:lnTo>
                <a:lnTo>
                  <a:pt x="23812" y="511205"/>
                </a:lnTo>
                <a:lnTo>
                  <a:pt x="0" y="504825"/>
                </a:lnTo>
                <a:lnTo>
                  <a:pt x="0" y="447675"/>
                </a:lnTo>
                <a:lnTo>
                  <a:pt x="23812" y="441294"/>
                </a:lnTo>
                <a:lnTo>
                  <a:pt x="41244" y="423862"/>
                </a:lnTo>
                <a:lnTo>
                  <a:pt x="47625" y="400050"/>
                </a:lnTo>
                <a:lnTo>
                  <a:pt x="41244" y="376237"/>
                </a:lnTo>
                <a:lnTo>
                  <a:pt x="23812" y="358805"/>
                </a:lnTo>
                <a:lnTo>
                  <a:pt x="0" y="352425"/>
                </a:lnTo>
                <a:lnTo>
                  <a:pt x="0" y="295275"/>
                </a:lnTo>
                <a:lnTo>
                  <a:pt x="23812" y="288894"/>
                </a:lnTo>
                <a:lnTo>
                  <a:pt x="41244" y="271462"/>
                </a:lnTo>
                <a:lnTo>
                  <a:pt x="47625" y="247650"/>
                </a:lnTo>
                <a:lnTo>
                  <a:pt x="41244" y="223837"/>
                </a:lnTo>
                <a:lnTo>
                  <a:pt x="23812" y="206405"/>
                </a:lnTo>
                <a:lnTo>
                  <a:pt x="0" y="200025"/>
                </a:lnTo>
                <a:lnTo>
                  <a:pt x="0" y="142875"/>
                </a:lnTo>
                <a:lnTo>
                  <a:pt x="23812" y="136494"/>
                </a:lnTo>
                <a:lnTo>
                  <a:pt x="41244" y="119062"/>
                </a:lnTo>
                <a:lnTo>
                  <a:pt x="47625" y="95250"/>
                </a:lnTo>
                <a:lnTo>
                  <a:pt x="41244" y="71437"/>
                </a:lnTo>
                <a:lnTo>
                  <a:pt x="23812" y="54005"/>
                </a:lnTo>
                <a:lnTo>
                  <a:pt x="0" y="47625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60000">
            <a:off x="6372225" y="1838325"/>
            <a:ext cx="3733800" cy="2000250"/>
          </a:xfrm>
          <a:prstGeom prst="rect">
            <a:avLst/>
          </a:prstGeom>
          <a:noFill/>
          <a:ln w="14287">
            <a:solidFill>
              <a:srgbClr val="8F6B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60000">
            <a:off x="8029475" y="1524165"/>
            <a:ext cx="457200" cy="457200"/>
          </a:xfrm>
          <a:prstGeom prst="ellipse">
            <a:avLst/>
          </a:prstGeom>
          <a:solidFill>
            <a:srgbClr val="F3EBDD"/>
          </a:solidFill>
          <a:ln w="28575">
            <a:solidFill>
              <a:srgbClr val="5C2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510"/>
              </a:lnSpc>
            </a:pPr>
            <a:r>
              <a:rPr sz="1425" b="1">
                <a:solidFill>
                  <a:srgbClr val="5C2E14"/>
                </a:solidFill>
                <a:latin typeface="Arial Black"/>
                <a:ea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 rot="60000">
            <a:off x="6583135" y="2067401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F3EBDD"/>
                </a:solidFill>
                <a:latin typeface="Arial"/>
                <a:ea typeface="맑은 고딕"/>
              </a:rPr>
              <a:t>미스매치 신호</a:t>
            </a:r>
          </a:p>
        </p:txBody>
      </p:sp>
      <p:sp>
        <p:nvSpPr>
          <p:cNvPr id="17" name="Rounded Rectangle 16"/>
          <p:cNvSpPr/>
          <p:nvPr/>
        </p:nvSpPr>
        <p:spPr>
          <a:xfrm rot="60000">
            <a:off x="9421122" y="2120361"/>
            <a:ext cx="495300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해석</a:t>
            </a:r>
          </a:p>
        </p:txBody>
      </p:sp>
      <p:sp>
        <p:nvSpPr>
          <p:cNvPr id="18" name="TextBox 17"/>
          <p:cNvSpPr txBox="1"/>
          <p:nvPr/>
        </p:nvSpPr>
        <p:spPr>
          <a:xfrm rot="60000">
            <a:off x="6566598" y="2495500"/>
            <a:ext cx="333375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전문성 · 실무경험 수요는 늘었지만 맞는 인력 공급이 부족합니다. 전문성에 대한 임금프리미엄이 커질 가능성을 시사합니다.</a:t>
            </a:r>
          </a:p>
        </p:txBody>
      </p:sp>
      <p:sp>
        <p:nvSpPr>
          <p:cNvPr id="19" name="Freeform 18"/>
          <p:cNvSpPr/>
          <p:nvPr/>
        </p:nvSpPr>
        <p:spPr>
          <a:xfrm rot="48000">
            <a:off x="2095500" y="4248150"/>
            <a:ext cx="3905250" cy="2171700"/>
          </a:xfrm>
          <a:custGeom>
            <a:avLst/>
            <a:gdLst/>
            <a:ahLst/>
            <a:cxnLst/>
            <a:rect l="l" t="t" r="r" b="b"/>
            <a:pathLst>
              <a:path w="3905250" h="2171700">
                <a:moveTo>
                  <a:pt x="0" y="0"/>
                </a:moveTo>
                <a:lnTo>
                  <a:pt x="76200" y="0"/>
                </a:lnTo>
                <a:lnTo>
                  <a:pt x="82580" y="23812"/>
                </a:lnTo>
                <a:lnTo>
                  <a:pt x="100012" y="41244"/>
                </a:lnTo>
                <a:lnTo>
                  <a:pt x="123825" y="47625"/>
                </a:lnTo>
                <a:lnTo>
                  <a:pt x="147637" y="41244"/>
                </a:lnTo>
                <a:lnTo>
                  <a:pt x="165069" y="23812"/>
                </a:lnTo>
                <a:lnTo>
                  <a:pt x="171450" y="0"/>
                </a:lnTo>
                <a:lnTo>
                  <a:pt x="228600" y="0"/>
                </a:lnTo>
                <a:lnTo>
                  <a:pt x="234980" y="23812"/>
                </a:lnTo>
                <a:lnTo>
                  <a:pt x="252412" y="41244"/>
                </a:lnTo>
                <a:lnTo>
                  <a:pt x="276225" y="47625"/>
                </a:lnTo>
                <a:lnTo>
                  <a:pt x="300037" y="41244"/>
                </a:lnTo>
                <a:lnTo>
                  <a:pt x="317469" y="23812"/>
                </a:lnTo>
                <a:lnTo>
                  <a:pt x="323850" y="0"/>
                </a:lnTo>
                <a:lnTo>
                  <a:pt x="381000" y="0"/>
                </a:lnTo>
                <a:lnTo>
                  <a:pt x="387380" y="23812"/>
                </a:lnTo>
                <a:lnTo>
                  <a:pt x="404812" y="41244"/>
                </a:lnTo>
                <a:lnTo>
                  <a:pt x="428625" y="47625"/>
                </a:lnTo>
                <a:lnTo>
                  <a:pt x="452437" y="41244"/>
                </a:lnTo>
                <a:lnTo>
                  <a:pt x="469869" y="23812"/>
                </a:lnTo>
                <a:lnTo>
                  <a:pt x="476250" y="0"/>
                </a:lnTo>
                <a:lnTo>
                  <a:pt x="533400" y="0"/>
                </a:lnTo>
                <a:lnTo>
                  <a:pt x="539780" y="23812"/>
                </a:lnTo>
                <a:lnTo>
                  <a:pt x="557212" y="41244"/>
                </a:lnTo>
                <a:lnTo>
                  <a:pt x="581025" y="47625"/>
                </a:lnTo>
                <a:lnTo>
                  <a:pt x="604837" y="41244"/>
                </a:lnTo>
                <a:lnTo>
                  <a:pt x="622269" y="23812"/>
                </a:lnTo>
                <a:lnTo>
                  <a:pt x="628650" y="0"/>
                </a:lnTo>
                <a:lnTo>
                  <a:pt x="685800" y="0"/>
                </a:lnTo>
                <a:lnTo>
                  <a:pt x="692180" y="23812"/>
                </a:lnTo>
                <a:lnTo>
                  <a:pt x="709612" y="41244"/>
                </a:lnTo>
                <a:lnTo>
                  <a:pt x="733425" y="47625"/>
                </a:lnTo>
                <a:lnTo>
                  <a:pt x="757237" y="41244"/>
                </a:lnTo>
                <a:lnTo>
                  <a:pt x="774669" y="23812"/>
                </a:lnTo>
                <a:lnTo>
                  <a:pt x="781050" y="0"/>
                </a:lnTo>
                <a:lnTo>
                  <a:pt x="838200" y="0"/>
                </a:lnTo>
                <a:lnTo>
                  <a:pt x="844580" y="23812"/>
                </a:lnTo>
                <a:lnTo>
                  <a:pt x="862012" y="41244"/>
                </a:lnTo>
                <a:lnTo>
                  <a:pt x="885825" y="47625"/>
                </a:lnTo>
                <a:lnTo>
                  <a:pt x="909637" y="41244"/>
                </a:lnTo>
                <a:lnTo>
                  <a:pt x="927069" y="23812"/>
                </a:lnTo>
                <a:lnTo>
                  <a:pt x="933450" y="0"/>
                </a:lnTo>
                <a:lnTo>
                  <a:pt x="990600" y="0"/>
                </a:lnTo>
                <a:lnTo>
                  <a:pt x="996980" y="23812"/>
                </a:lnTo>
                <a:lnTo>
                  <a:pt x="1014412" y="41244"/>
                </a:lnTo>
                <a:lnTo>
                  <a:pt x="1038225" y="47625"/>
                </a:lnTo>
                <a:lnTo>
                  <a:pt x="1062037" y="41244"/>
                </a:lnTo>
                <a:lnTo>
                  <a:pt x="1079469" y="23812"/>
                </a:lnTo>
                <a:lnTo>
                  <a:pt x="1085850" y="0"/>
                </a:lnTo>
                <a:lnTo>
                  <a:pt x="1143000" y="0"/>
                </a:lnTo>
                <a:lnTo>
                  <a:pt x="1149380" y="23812"/>
                </a:lnTo>
                <a:lnTo>
                  <a:pt x="1166812" y="41244"/>
                </a:lnTo>
                <a:lnTo>
                  <a:pt x="1190625" y="47625"/>
                </a:lnTo>
                <a:lnTo>
                  <a:pt x="1214437" y="41244"/>
                </a:lnTo>
                <a:lnTo>
                  <a:pt x="1231869" y="23812"/>
                </a:lnTo>
                <a:lnTo>
                  <a:pt x="1238250" y="0"/>
                </a:lnTo>
                <a:lnTo>
                  <a:pt x="1295400" y="0"/>
                </a:lnTo>
                <a:lnTo>
                  <a:pt x="1301780" y="23812"/>
                </a:lnTo>
                <a:lnTo>
                  <a:pt x="1319212" y="41244"/>
                </a:lnTo>
                <a:lnTo>
                  <a:pt x="1343025" y="47625"/>
                </a:lnTo>
                <a:lnTo>
                  <a:pt x="1366837" y="41244"/>
                </a:lnTo>
                <a:lnTo>
                  <a:pt x="1384269" y="23812"/>
                </a:lnTo>
                <a:lnTo>
                  <a:pt x="1390650" y="0"/>
                </a:lnTo>
                <a:lnTo>
                  <a:pt x="1447800" y="0"/>
                </a:lnTo>
                <a:lnTo>
                  <a:pt x="1454180" y="23812"/>
                </a:lnTo>
                <a:lnTo>
                  <a:pt x="1471612" y="41244"/>
                </a:lnTo>
                <a:lnTo>
                  <a:pt x="1495425" y="47625"/>
                </a:lnTo>
                <a:lnTo>
                  <a:pt x="1519237" y="41244"/>
                </a:lnTo>
                <a:lnTo>
                  <a:pt x="1536669" y="23812"/>
                </a:lnTo>
                <a:lnTo>
                  <a:pt x="1543050" y="0"/>
                </a:lnTo>
                <a:lnTo>
                  <a:pt x="1600200" y="0"/>
                </a:lnTo>
                <a:lnTo>
                  <a:pt x="1606580" y="23812"/>
                </a:lnTo>
                <a:lnTo>
                  <a:pt x="1624012" y="41244"/>
                </a:lnTo>
                <a:lnTo>
                  <a:pt x="1647825" y="47625"/>
                </a:lnTo>
                <a:lnTo>
                  <a:pt x="1671637" y="41244"/>
                </a:lnTo>
                <a:lnTo>
                  <a:pt x="1689069" y="23812"/>
                </a:lnTo>
                <a:lnTo>
                  <a:pt x="1695450" y="0"/>
                </a:lnTo>
                <a:lnTo>
                  <a:pt x="1752600" y="0"/>
                </a:lnTo>
                <a:lnTo>
                  <a:pt x="1758980" y="23812"/>
                </a:lnTo>
                <a:lnTo>
                  <a:pt x="1776412" y="41244"/>
                </a:lnTo>
                <a:lnTo>
                  <a:pt x="1800225" y="47625"/>
                </a:lnTo>
                <a:lnTo>
                  <a:pt x="1824037" y="41244"/>
                </a:lnTo>
                <a:lnTo>
                  <a:pt x="1841469" y="23812"/>
                </a:lnTo>
                <a:lnTo>
                  <a:pt x="1847850" y="0"/>
                </a:lnTo>
                <a:lnTo>
                  <a:pt x="1905000" y="0"/>
                </a:lnTo>
                <a:lnTo>
                  <a:pt x="1911380" y="23812"/>
                </a:lnTo>
                <a:lnTo>
                  <a:pt x="1928812" y="41244"/>
                </a:lnTo>
                <a:lnTo>
                  <a:pt x="1952625" y="47625"/>
                </a:lnTo>
                <a:lnTo>
                  <a:pt x="1976437" y="41244"/>
                </a:lnTo>
                <a:lnTo>
                  <a:pt x="1993869" y="23812"/>
                </a:lnTo>
                <a:lnTo>
                  <a:pt x="2000250" y="0"/>
                </a:lnTo>
                <a:lnTo>
                  <a:pt x="2057400" y="0"/>
                </a:lnTo>
                <a:lnTo>
                  <a:pt x="2063780" y="23812"/>
                </a:lnTo>
                <a:lnTo>
                  <a:pt x="2081212" y="41244"/>
                </a:lnTo>
                <a:lnTo>
                  <a:pt x="2105025" y="47625"/>
                </a:lnTo>
                <a:lnTo>
                  <a:pt x="2128837" y="41244"/>
                </a:lnTo>
                <a:lnTo>
                  <a:pt x="2146269" y="23812"/>
                </a:lnTo>
                <a:lnTo>
                  <a:pt x="2152650" y="0"/>
                </a:lnTo>
                <a:lnTo>
                  <a:pt x="2209800" y="0"/>
                </a:lnTo>
                <a:lnTo>
                  <a:pt x="2216180" y="23812"/>
                </a:lnTo>
                <a:lnTo>
                  <a:pt x="2233612" y="41244"/>
                </a:lnTo>
                <a:lnTo>
                  <a:pt x="2257425" y="47625"/>
                </a:lnTo>
                <a:lnTo>
                  <a:pt x="2281237" y="41244"/>
                </a:lnTo>
                <a:lnTo>
                  <a:pt x="2298669" y="23812"/>
                </a:lnTo>
                <a:lnTo>
                  <a:pt x="2305050" y="0"/>
                </a:lnTo>
                <a:lnTo>
                  <a:pt x="2362200" y="0"/>
                </a:lnTo>
                <a:lnTo>
                  <a:pt x="2368580" y="23812"/>
                </a:lnTo>
                <a:lnTo>
                  <a:pt x="2386012" y="41244"/>
                </a:lnTo>
                <a:lnTo>
                  <a:pt x="2409825" y="47625"/>
                </a:lnTo>
                <a:lnTo>
                  <a:pt x="2433637" y="41244"/>
                </a:lnTo>
                <a:lnTo>
                  <a:pt x="2451069" y="23812"/>
                </a:lnTo>
                <a:lnTo>
                  <a:pt x="2457450" y="0"/>
                </a:lnTo>
                <a:lnTo>
                  <a:pt x="2514600" y="0"/>
                </a:lnTo>
                <a:lnTo>
                  <a:pt x="2520980" y="23812"/>
                </a:lnTo>
                <a:lnTo>
                  <a:pt x="2538412" y="41244"/>
                </a:lnTo>
                <a:lnTo>
                  <a:pt x="2562225" y="47625"/>
                </a:lnTo>
                <a:lnTo>
                  <a:pt x="2586037" y="41244"/>
                </a:lnTo>
                <a:lnTo>
                  <a:pt x="2603469" y="23812"/>
                </a:lnTo>
                <a:lnTo>
                  <a:pt x="2609850" y="0"/>
                </a:lnTo>
                <a:lnTo>
                  <a:pt x="2667000" y="0"/>
                </a:lnTo>
                <a:lnTo>
                  <a:pt x="2673380" y="23812"/>
                </a:lnTo>
                <a:lnTo>
                  <a:pt x="2690812" y="41244"/>
                </a:lnTo>
                <a:lnTo>
                  <a:pt x="2714625" y="47625"/>
                </a:lnTo>
                <a:lnTo>
                  <a:pt x="2738437" y="41244"/>
                </a:lnTo>
                <a:lnTo>
                  <a:pt x="2755869" y="23812"/>
                </a:lnTo>
                <a:lnTo>
                  <a:pt x="2762250" y="0"/>
                </a:lnTo>
                <a:lnTo>
                  <a:pt x="2819400" y="0"/>
                </a:lnTo>
                <a:lnTo>
                  <a:pt x="2825780" y="23812"/>
                </a:lnTo>
                <a:lnTo>
                  <a:pt x="2843212" y="41244"/>
                </a:lnTo>
                <a:lnTo>
                  <a:pt x="2867025" y="47625"/>
                </a:lnTo>
                <a:lnTo>
                  <a:pt x="2890837" y="41244"/>
                </a:lnTo>
                <a:lnTo>
                  <a:pt x="2908269" y="23812"/>
                </a:lnTo>
                <a:lnTo>
                  <a:pt x="2914650" y="0"/>
                </a:lnTo>
                <a:lnTo>
                  <a:pt x="2971800" y="0"/>
                </a:lnTo>
                <a:lnTo>
                  <a:pt x="2978180" y="23812"/>
                </a:lnTo>
                <a:lnTo>
                  <a:pt x="2995612" y="41244"/>
                </a:lnTo>
                <a:lnTo>
                  <a:pt x="3019425" y="47625"/>
                </a:lnTo>
                <a:lnTo>
                  <a:pt x="3043237" y="41244"/>
                </a:lnTo>
                <a:lnTo>
                  <a:pt x="3060669" y="23812"/>
                </a:lnTo>
                <a:lnTo>
                  <a:pt x="3067050" y="0"/>
                </a:lnTo>
                <a:lnTo>
                  <a:pt x="3124200" y="0"/>
                </a:lnTo>
                <a:lnTo>
                  <a:pt x="3130580" y="23812"/>
                </a:lnTo>
                <a:lnTo>
                  <a:pt x="3148012" y="41244"/>
                </a:lnTo>
                <a:lnTo>
                  <a:pt x="3171825" y="47625"/>
                </a:lnTo>
                <a:lnTo>
                  <a:pt x="3195637" y="41244"/>
                </a:lnTo>
                <a:lnTo>
                  <a:pt x="3213069" y="23812"/>
                </a:lnTo>
                <a:lnTo>
                  <a:pt x="3219450" y="0"/>
                </a:lnTo>
                <a:lnTo>
                  <a:pt x="3276600" y="0"/>
                </a:lnTo>
                <a:lnTo>
                  <a:pt x="3282980" y="23812"/>
                </a:lnTo>
                <a:lnTo>
                  <a:pt x="3300412" y="41244"/>
                </a:lnTo>
                <a:lnTo>
                  <a:pt x="3324225" y="47625"/>
                </a:lnTo>
                <a:lnTo>
                  <a:pt x="3348037" y="41244"/>
                </a:lnTo>
                <a:lnTo>
                  <a:pt x="3365469" y="23812"/>
                </a:lnTo>
                <a:lnTo>
                  <a:pt x="3371850" y="0"/>
                </a:lnTo>
                <a:lnTo>
                  <a:pt x="3429000" y="0"/>
                </a:lnTo>
                <a:lnTo>
                  <a:pt x="3435380" y="23812"/>
                </a:lnTo>
                <a:lnTo>
                  <a:pt x="3452812" y="41244"/>
                </a:lnTo>
                <a:lnTo>
                  <a:pt x="3476625" y="47625"/>
                </a:lnTo>
                <a:lnTo>
                  <a:pt x="3500437" y="41244"/>
                </a:lnTo>
                <a:lnTo>
                  <a:pt x="3517869" y="23812"/>
                </a:lnTo>
                <a:lnTo>
                  <a:pt x="3524250" y="0"/>
                </a:lnTo>
                <a:lnTo>
                  <a:pt x="3581400" y="0"/>
                </a:lnTo>
                <a:lnTo>
                  <a:pt x="3587780" y="23812"/>
                </a:lnTo>
                <a:lnTo>
                  <a:pt x="3605212" y="41244"/>
                </a:lnTo>
                <a:lnTo>
                  <a:pt x="3629025" y="47625"/>
                </a:lnTo>
                <a:lnTo>
                  <a:pt x="3652837" y="41244"/>
                </a:lnTo>
                <a:lnTo>
                  <a:pt x="3670269" y="23812"/>
                </a:lnTo>
                <a:lnTo>
                  <a:pt x="3676650" y="0"/>
                </a:lnTo>
                <a:lnTo>
                  <a:pt x="3733800" y="0"/>
                </a:lnTo>
                <a:lnTo>
                  <a:pt x="3740180" y="23812"/>
                </a:lnTo>
                <a:lnTo>
                  <a:pt x="3757612" y="41244"/>
                </a:lnTo>
                <a:lnTo>
                  <a:pt x="3781425" y="47625"/>
                </a:lnTo>
                <a:lnTo>
                  <a:pt x="3805237" y="41244"/>
                </a:lnTo>
                <a:lnTo>
                  <a:pt x="3822669" y="23812"/>
                </a:lnTo>
                <a:lnTo>
                  <a:pt x="3829050" y="0"/>
                </a:lnTo>
                <a:lnTo>
                  <a:pt x="3905250" y="0"/>
                </a:lnTo>
                <a:lnTo>
                  <a:pt x="3905250" y="47625"/>
                </a:lnTo>
                <a:lnTo>
                  <a:pt x="3881437" y="54005"/>
                </a:lnTo>
                <a:lnTo>
                  <a:pt x="3864005" y="71437"/>
                </a:lnTo>
                <a:lnTo>
                  <a:pt x="3857625" y="95250"/>
                </a:lnTo>
                <a:lnTo>
                  <a:pt x="3864005" y="119062"/>
                </a:lnTo>
                <a:lnTo>
                  <a:pt x="3881437" y="136494"/>
                </a:lnTo>
                <a:lnTo>
                  <a:pt x="3905250" y="142875"/>
                </a:lnTo>
                <a:lnTo>
                  <a:pt x="3905250" y="200025"/>
                </a:lnTo>
                <a:lnTo>
                  <a:pt x="3881437" y="206405"/>
                </a:lnTo>
                <a:lnTo>
                  <a:pt x="3864005" y="223837"/>
                </a:lnTo>
                <a:lnTo>
                  <a:pt x="3857625" y="247650"/>
                </a:lnTo>
                <a:lnTo>
                  <a:pt x="3864005" y="271462"/>
                </a:lnTo>
                <a:lnTo>
                  <a:pt x="3881437" y="288894"/>
                </a:lnTo>
                <a:lnTo>
                  <a:pt x="3905250" y="295275"/>
                </a:lnTo>
                <a:lnTo>
                  <a:pt x="3905250" y="352425"/>
                </a:lnTo>
                <a:lnTo>
                  <a:pt x="3881437" y="358805"/>
                </a:lnTo>
                <a:lnTo>
                  <a:pt x="3864005" y="376237"/>
                </a:lnTo>
                <a:lnTo>
                  <a:pt x="3857625" y="400050"/>
                </a:lnTo>
                <a:lnTo>
                  <a:pt x="3864005" y="423862"/>
                </a:lnTo>
                <a:lnTo>
                  <a:pt x="3881437" y="441294"/>
                </a:lnTo>
                <a:lnTo>
                  <a:pt x="3905250" y="447675"/>
                </a:lnTo>
                <a:lnTo>
                  <a:pt x="3905250" y="504825"/>
                </a:lnTo>
                <a:lnTo>
                  <a:pt x="3881437" y="511205"/>
                </a:lnTo>
                <a:lnTo>
                  <a:pt x="3864005" y="528637"/>
                </a:lnTo>
                <a:lnTo>
                  <a:pt x="3857625" y="552450"/>
                </a:lnTo>
                <a:lnTo>
                  <a:pt x="3864005" y="576262"/>
                </a:lnTo>
                <a:lnTo>
                  <a:pt x="3881437" y="593694"/>
                </a:lnTo>
                <a:lnTo>
                  <a:pt x="3905250" y="600075"/>
                </a:lnTo>
                <a:lnTo>
                  <a:pt x="3905250" y="657225"/>
                </a:lnTo>
                <a:lnTo>
                  <a:pt x="3881437" y="663605"/>
                </a:lnTo>
                <a:lnTo>
                  <a:pt x="3864005" y="681037"/>
                </a:lnTo>
                <a:lnTo>
                  <a:pt x="3857625" y="704850"/>
                </a:lnTo>
                <a:lnTo>
                  <a:pt x="3864005" y="728662"/>
                </a:lnTo>
                <a:lnTo>
                  <a:pt x="3881437" y="746094"/>
                </a:lnTo>
                <a:lnTo>
                  <a:pt x="3905250" y="752475"/>
                </a:lnTo>
                <a:lnTo>
                  <a:pt x="3905250" y="809625"/>
                </a:lnTo>
                <a:lnTo>
                  <a:pt x="3881437" y="816005"/>
                </a:lnTo>
                <a:lnTo>
                  <a:pt x="3864005" y="833437"/>
                </a:lnTo>
                <a:lnTo>
                  <a:pt x="3857625" y="857250"/>
                </a:lnTo>
                <a:lnTo>
                  <a:pt x="3864005" y="881062"/>
                </a:lnTo>
                <a:lnTo>
                  <a:pt x="3881437" y="898494"/>
                </a:lnTo>
                <a:lnTo>
                  <a:pt x="3905250" y="904875"/>
                </a:lnTo>
                <a:lnTo>
                  <a:pt x="3905250" y="962025"/>
                </a:lnTo>
                <a:lnTo>
                  <a:pt x="3881437" y="968405"/>
                </a:lnTo>
                <a:lnTo>
                  <a:pt x="3864005" y="985837"/>
                </a:lnTo>
                <a:lnTo>
                  <a:pt x="3857625" y="1009650"/>
                </a:lnTo>
                <a:lnTo>
                  <a:pt x="3864005" y="1033462"/>
                </a:lnTo>
                <a:lnTo>
                  <a:pt x="3881437" y="1050894"/>
                </a:lnTo>
                <a:lnTo>
                  <a:pt x="3905250" y="1057275"/>
                </a:lnTo>
                <a:lnTo>
                  <a:pt x="3905250" y="1114425"/>
                </a:lnTo>
                <a:lnTo>
                  <a:pt x="3881437" y="1120805"/>
                </a:lnTo>
                <a:lnTo>
                  <a:pt x="3864005" y="1138237"/>
                </a:lnTo>
                <a:lnTo>
                  <a:pt x="3857625" y="1162050"/>
                </a:lnTo>
                <a:lnTo>
                  <a:pt x="3864005" y="1185862"/>
                </a:lnTo>
                <a:lnTo>
                  <a:pt x="3881437" y="1203294"/>
                </a:lnTo>
                <a:lnTo>
                  <a:pt x="3905250" y="1209675"/>
                </a:lnTo>
                <a:lnTo>
                  <a:pt x="3905250" y="1266825"/>
                </a:lnTo>
                <a:lnTo>
                  <a:pt x="3881437" y="1273205"/>
                </a:lnTo>
                <a:lnTo>
                  <a:pt x="3864005" y="1290637"/>
                </a:lnTo>
                <a:lnTo>
                  <a:pt x="3857625" y="1314450"/>
                </a:lnTo>
                <a:lnTo>
                  <a:pt x="3864005" y="1338262"/>
                </a:lnTo>
                <a:lnTo>
                  <a:pt x="3881437" y="1355694"/>
                </a:lnTo>
                <a:lnTo>
                  <a:pt x="3905250" y="1362075"/>
                </a:lnTo>
                <a:lnTo>
                  <a:pt x="3905250" y="1419225"/>
                </a:lnTo>
                <a:lnTo>
                  <a:pt x="3881437" y="1425605"/>
                </a:lnTo>
                <a:lnTo>
                  <a:pt x="3864005" y="1443037"/>
                </a:lnTo>
                <a:lnTo>
                  <a:pt x="3857625" y="1466850"/>
                </a:lnTo>
                <a:lnTo>
                  <a:pt x="3864005" y="1490662"/>
                </a:lnTo>
                <a:lnTo>
                  <a:pt x="3881437" y="1508094"/>
                </a:lnTo>
                <a:lnTo>
                  <a:pt x="3905250" y="1514475"/>
                </a:lnTo>
                <a:lnTo>
                  <a:pt x="3905250" y="1571625"/>
                </a:lnTo>
                <a:lnTo>
                  <a:pt x="3881437" y="1578005"/>
                </a:lnTo>
                <a:lnTo>
                  <a:pt x="3864005" y="1595437"/>
                </a:lnTo>
                <a:lnTo>
                  <a:pt x="3857625" y="1619250"/>
                </a:lnTo>
                <a:lnTo>
                  <a:pt x="3864005" y="1643062"/>
                </a:lnTo>
                <a:lnTo>
                  <a:pt x="3881437" y="1660494"/>
                </a:lnTo>
                <a:lnTo>
                  <a:pt x="3905250" y="1666875"/>
                </a:lnTo>
                <a:lnTo>
                  <a:pt x="3905250" y="1724025"/>
                </a:lnTo>
                <a:lnTo>
                  <a:pt x="3881437" y="1730405"/>
                </a:lnTo>
                <a:lnTo>
                  <a:pt x="3864005" y="1747837"/>
                </a:lnTo>
                <a:lnTo>
                  <a:pt x="3857625" y="1771650"/>
                </a:lnTo>
                <a:lnTo>
                  <a:pt x="3864005" y="1795462"/>
                </a:lnTo>
                <a:lnTo>
                  <a:pt x="3881437" y="1812894"/>
                </a:lnTo>
                <a:lnTo>
                  <a:pt x="3905250" y="1819275"/>
                </a:lnTo>
                <a:lnTo>
                  <a:pt x="3905250" y="1876425"/>
                </a:lnTo>
                <a:lnTo>
                  <a:pt x="3881437" y="1882805"/>
                </a:lnTo>
                <a:lnTo>
                  <a:pt x="3864005" y="1900237"/>
                </a:lnTo>
                <a:lnTo>
                  <a:pt x="3857625" y="1924050"/>
                </a:lnTo>
                <a:lnTo>
                  <a:pt x="3864005" y="1947862"/>
                </a:lnTo>
                <a:lnTo>
                  <a:pt x="3881437" y="1965294"/>
                </a:lnTo>
                <a:lnTo>
                  <a:pt x="3905250" y="1971675"/>
                </a:lnTo>
                <a:lnTo>
                  <a:pt x="3905250" y="2028825"/>
                </a:lnTo>
                <a:lnTo>
                  <a:pt x="3881437" y="2035205"/>
                </a:lnTo>
                <a:lnTo>
                  <a:pt x="3864005" y="2052637"/>
                </a:lnTo>
                <a:lnTo>
                  <a:pt x="3857625" y="2076450"/>
                </a:lnTo>
                <a:lnTo>
                  <a:pt x="3864005" y="2100262"/>
                </a:lnTo>
                <a:lnTo>
                  <a:pt x="3881437" y="2117694"/>
                </a:lnTo>
                <a:lnTo>
                  <a:pt x="3905250" y="2124075"/>
                </a:lnTo>
                <a:lnTo>
                  <a:pt x="3905250" y="2171700"/>
                </a:lnTo>
                <a:lnTo>
                  <a:pt x="3829050" y="2171700"/>
                </a:lnTo>
                <a:lnTo>
                  <a:pt x="3822669" y="2147887"/>
                </a:lnTo>
                <a:lnTo>
                  <a:pt x="3805237" y="2130455"/>
                </a:lnTo>
                <a:lnTo>
                  <a:pt x="3781425" y="2124075"/>
                </a:lnTo>
                <a:lnTo>
                  <a:pt x="3757612" y="2130455"/>
                </a:lnTo>
                <a:lnTo>
                  <a:pt x="3740180" y="2147887"/>
                </a:lnTo>
                <a:lnTo>
                  <a:pt x="3733800" y="2171700"/>
                </a:lnTo>
                <a:lnTo>
                  <a:pt x="3676650" y="2171700"/>
                </a:lnTo>
                <a:lnTo>
                  <a:pt x="3670269" y="2147887"/>
                </a:lnTo>
                <a:lnTo>
                  <a:pt x="3652837" y="2130455"/>
                </a:lnTo>
                <a:lnTo>
                  <a:pt x="3629025" y="2124075"/>
                </a:lnTo>
                <a:lnTo>
                  <a:pt x="3605212" y="2130455"/>
                </a:lnTo>
                <a:lnTo>
                  <a:pt x="3587780" y="2147887"/>
                </a:lnTo>
                <a:lnTo>
                  <a:pt x="3581400" y="2171700"/>
                </a:lnTo>
                <a:lnTo>
                  <a:pt x="3524250" y="2171700"/>
                </a:lnTo>
                <a:lnTo>
                  <a:pt x="3517869" y="2147887"/>
                </a:lnTo>
                <a:lnTo>
                  <a:pt x="3500437" y="2130455"/>
                </a:lnTo>
                <a:lnTo>
                  <a:pt x="3476625" y="2124075"/>
                </a:lnTo>
                <a:lnTo>
                  <a:pt x="3452812" y="2130455"/>
                </a:lnTo>
                <a:lnTo>
                  <a:pt x="3435380" y="2147887"/>
                </a:lnTo>
                <a:lnTo>
                  <a:pt x="3429000" y="2171700"/>
                </a:lnTo>
                <a:lnTo>
                  <a:pt x="3371850" y="2171700"/>
                </a:lnTo>
                <a:lnTo>
                  <a:pt x="3365469" y="2147887"/>
                </a:lnTo>
                <a:lnTo>
                  <a:pt x="3348037" y="2130455"/>
                </a:lnTo>
                <a:lnTo>
                  <a:pt x="3324225" y="2124075"/>
                </a:lnTo>
                <a:lnTo>
                  <a:pt x="3300412" y="2130455"/>
                </a:lnTo>
                <a:lnTo>
                  <a:pt x="3282980" y="2147887"/>
                </a:lnTo>
                <a:lnTo>
                  <a:pt x="3276600" y="2171700"/>
                </a:lnTo>
                <a:lnTo>
                  <a:pt x="3219450" y="2171700"/>
                </a:lnTo>
                <a:lnTo>
                  <a:pt x="3213069" y="2147887"/>
                </a:lnTo>
                <a:lnTo>
                  <a:pt x="3195637" y="2130455"/>
                </a:lnTo>
                <a:lnTo>
                  <a:pt x="3171825" y="2124075"/>
                </a:lnTo>
                <a:lnTo>
                  <a:pt x="3148012" y="2130455"/>
                </a:lnTo>
                <a:lnTo>
                  <a:pt x="3130580" y="2147887"/>
                </a:lnTo>
                <a:lnTo>
                  <a:pt x="3124200" y="2171700"/>
                </a:lnTo>
                <a:lnTo>
                  <a:pt x="3067050" y="2171700"/>
                </a:lnTo>
                <a:lnTo>
                  <a:pt x="3060669" y="2147887"/>
                </a:lnTo>
                <a:lnTo>
                  <a:pt x="3043237" y="2130455"/>
                </a:lnTo>
                <a:lnTo>
                  <a:pt x="3019425" y="2124075"/>
                </a:lnTo>
                <a:lnTo>
                  <a:pt x="2995612" y="2130455"/>
                </a:lnTo>
                <a:lnTo>
                  <a:pt x="2978180" y="2147887"/>
                </a:lnTo>
                <a:lnTo>
                  <a:pt x="2971800" y="2171700"/>
                </a:lnTo>
                <a:lnTo>
                  <a:pt x="2914650" y="2171700"/>
                </a:lnTo>
                <a:lnTo>
                  <a:pt x="2908269" y="2147887"/>
                </a:lnTo>
                <a:lnTo>
                  <a:pt x="2890837" y="2130455"/>
                </a:lnTo>
                <a:lnTo>
                  <a:pt x="2867025" y="2124075"/>
                </a:lnTo>
                <a:lnTo>
                  <a:pt x="2843212" y="2130455"/>
                </a:lnTo>
                <a:lnTo>
                  <a:pt x="2825780" y="2147887"/>
                </a:lnTo>
                <a:lnTo>
                  <a:pt x="2819400" y="2171700"/>
                </a:lnTo>
                <a:lnTo>
                  <a:pt x="2762250" y="2171700"/>
                </a:lnTo>
                <a:lnTo>
                  <a:pt x="2755869" y="2147887"/>
                </a:lnTo>
                <a:lnTo>
                  <a:pt x="2738437" y="2130455"/>
                </a:lnTo>
                <a:lnTo>
                  <a:pt x="2714625" y="2124075"/>
                </a:lnTo>
                <a:lnTo>
                  <a:pt x="2690812" y="2130455"/>
                </a:lnTo>
                <a:lnTo>
                  <a:pt x="2673380" y="2147887"/>
                </a:lnTo>
                <a:lnTo>
                  <a:pt x="2667000" y="2171700"/>
                </a:lnTo>
                <a:lnTo>
                  <a:pt x="2609850" y="2171700"/>
                </a:lnTo>
                <a:lnTo>
                  <a:pt x="2603469" y="2147887"/>
                </a:lnTo>
                <a:lnTo>
                  <a:pt x="2586037" y="2130455"/>
                </a:lnTo>
                <a:lnTo>
                  <a:pt x="2562225" y="2124075"/>
                </a:lnTo>
                <a:lnTo>
                  <a:pt x="2538412" y="2130455"/>
                </a:lnTo>
                <a:lnTo>
                  <a:pt x="2520980" y="2147887"/>
                </a:lnTo>
                <a:lnTo>
                  <a:pt x="2514600" y="2171700"/>
                </a:lnTo>
                <a:lnTo>
                  <a:pt x="2457450" y="2171700"/>
                </a:lnTo>
                <a:lnTo>
                  <a:pt x="2451069" y="2147887"/>
                </a:lnTo>
                <a:lnTo>
                  <a:pt x="2433637" y="2130455"/>
                </a:lnTo>
                <a:lnTo>
                  <a:pt x="2409825" y="2124075"/>
                </a:lnTo>
                <a:lnTo>
                  <a:pt x="2386012" y="2130455"/>
                </a:lnTo>
                <a:lnTo>
                  <a:pt x="2368580" y="2147887"/>
                </a:lnTo>
                <a:lnTo>
                  <a:pt x="2362200" y="2171700"/>
                </a:lnTo>
                <a:lnTo>
                  <a:pt x="2305050" y="2171700"/>
                </a:lnTo>
                <a:lnTo>
                  <a:pt x="2298669" y="2147887"/>
                </a:lnTo>
                <a:lnTo>
                  <a:pt x="2281237" y="2130455"/>
                </a:lnTo>
                <a:lnTo>
                  <a:pt x="2257425" y="2124075"/>
                </a:lnTo>
                <a:lnTo>
                  <a:pt x="2233612" y="2130455"/>
                </a:lnTo>
                <a:lnTo>
                  <a:pt x="2216180" y="2147887"/>
                </a:lnTo>
                <a:lnTo>
                  <a:pt x="2209800" y="2171700"/>
                </a:lnTo>
                <a:lnTo>
                  <a:pt x="2152650" y="2171700"/>
                </a:lnTo>
                <a:lnTo>
                  <a:pt x="2146269" y="2147887"/>
                </a:lnTo>
                <a:lnTo>
                  <a:pt x="2128837" y="2130455"/>
                </a:lnTo>
                <a:lnTo>
                  <a:pt x="2105025" y="2124075"/>
                </a:lnTo>
                <a:lnTo>
                  <a:pt x="2081212" y="2130455"/>
                </a:lnTo>
                <a:lnTo>
                  <a:pt x="2063780" y="2147887"/>
                </a:lnTo>
                <a:lnTo>
                  <a:pt x="2057400" y="2171700"/>
                </a:lnTo>
                <a:lnTo>
                  <a:pt x="2000250" y="2171700"/>
                </a:lnTo>
                <a:lnTo>
                  <a:pt x="1993869" y="2147887"/>
                </a:lnTo>
                <a:lnTo>
                  <a:pt x="1976437" y="2130455"/>
                </a:lnTo>
                <a:lnTo>
                  <a:pt x="1952625" y="2124075"/>
                </a:lnTo>
                <a:lnTo>
                  <a:pt x="1928812" y="2130455"/>
                </a:lnTo>
                <a:lnTo>
                  <a:pt x="1911380" y="2147887"/>
                </a:lnTo>
                <a:lnTo>
                  <a:pt x="1905000" y="2171700"/>
                </a:lnTo>
                <a:lnTo>
                  <a:pt x="1847850" y="2171700"/>
                </a:lnTo>
                <a:lnTo>
                  <a:pt x="1841469" y="2147887"/>
                </a:lnTo>
                <a:lnTo>
                  <a:pt x="1824037" y="2130455"/>
                </a:lnTo>
                <a:lnTo>
                  <a:pt x="1800225" y="2124075"/>
                </a:lnTo>
                <a:lnTo>
                  <a:pt x="1776412" y="2130455"/>
                </a:lnTo>
                <a:lnTo>
                  <a:pt x="1758980" y="2147887"/>
                </a:lnTo>
                <a:lnTo>
                  <a:pt x="1752600" y="2171700"/>
                </a:lnTo>
                <a:lnTo>
                  <a:pt x="1695450" y="2171700"/>
                </a:lnTo>
                <a:lnTo>
                  <a:pt x="1689069" y="2147887"/>
                </a:lnTo>
                <a:lnTo>
                  <a:pt x="1671637" y="2130455"/>
                </a:lnTo>
                <a:lnTo>
                  <a:pt x="1647825" y="2124075"/>
                </a:lnTo>
                <a:lnTo>
                  <a:pt x="1624012" y="2130455"/>
                </a:lnTo>
                <a:lnTo>
                  <a:pt x="1606580" y="2147887"/>
                </a:lnTo>
                <a:lnTo>
                  <a:pt x="1600200" y="2171700"/>
                </a:lnTo>
                <a:lnTo>
                  <a:pt x="1543050" y="2171700"/>
                </a:lnTo>
                <a:lnTo>
                  <a:pt x="1536669" y="2147887"/>
                </a:lnTo>
                <a:lnTo>
                  <a:pt x="1519237" y="2130455"/>
                </a:lnTo>
                <a:lnTo>
                  <a:pt x="1495425" y="2124075"/>
                </a:lnTo>
                <a:lnTo>
                  <a:pt x="1471612" y="2130455"/>
                </a:lnTo>
                <a:lnTo>
                  <a:pt x="1454180" y="2147887"/>
                </a:lnTo>
                <a:lnTo>
                  <a:pt x="1447800" y="2171700"/>
                </a:lnTo>
                <a:lnTo>
                  <a:pt x="1390650" y="2171700"/>
                </a:lnTo>
                <a:lnTo>
                  <a:pt x="1384269" y="2147887"/>
                </a:lnTo>
                <a:lnTo>
                  <a:pt x="1366837" y="2130455"/>
                </a:lnTo>
                <a:lnTo>
                  <a:pt x="1343025" y="2124075"/>
                </a:lnTo>
                <a:lnTo>
                  <a:pt x="1319212" y="2130455"/>
                </a:lnTo>
                <a:lnTo>
                  <a:pt x="1301780" y="2147887"/>
                </a:lnTo>
                <a:lnTo>
                  <a:pt x="1295400" y="2171700"/>
                </a:lnTo>
                <a:lnTo>
                  <a:pt x="1238250" y="2171700"/>
                </a:lnTo>
                <a:lnTo>
                  <a:pt x="1231869" y="2147887"/>
                </a:lnTo>
                <a:lnTo>
                  <a:pt x="1214437" y="2130455"/>
                </a:lnTo>
                <a:lnTo>
                  <a:pt x="1190625" y="2124075"/>
                </a:lnTo>
                <a:lnTo>
                  <a:pt x="1166812" y="2130455"/>
                </a:lnTo>
                <a:lnTo>
                  <a:pt x="1149380" y="2147887"/>
                </a:lnTo>
                <a:lnTo>
                  <a:pt x="1143000" y="2171700"/>
                </a:lnTo>
                <a:lnTo>
                  <a:pt x="1085850" y="2171700"/>
                </a:lnTo>
                <a:lnTo>
                  <a:pt x="1079469" y="2147887"/>
                </a:lnTo>
                <a:lnTo>
                  <a:pt x="1062037" y="2130455"/>
                </a:lnTo>
                <a:lnTo>
                  <a:pt x="1038225" y="2124075"/>
                </a:lnTo>
                <a:lnTo>
                  <a:pt x="1014412" y="2130455"/>
                </a:lnTo>
                <a:lnTo>
                  <a:pt x="996980" y="2147887"/>
                </a:lnTo>
                <a:lnTo>
                  <a:pt x="990600" y="2171700"/>
                </a:lnTo>
                <a:lnTo>
                  <a:pt x="933450" y="2171700"/>
                </a:lnTo>
                <a:lnTo>
                  <a:pt x="927069" y="2147887"/>
                </a:lnTo>
                <a:lnTo>
                  <a:pt x="909637" y="2130455"/>
                </a:lnTo>
                <a:lnTo>
                  <a:pt x="885825" y="2124075"/>
                </a:lnTo>
                <a:lnTo>
                  <a:pt x="862012" y="2130455"/>
                </a:lnTo>
                <a:lnTo>
                  <a:pt x="844580" y="2147887"/>
                </a:lnTo>
                <a:lnTo>
                  <a:pt x="838200" y="2171700"/>
                </a:lnTo>
                <a:lnTo>
                  <a:pt x="781050" y="2171700"/>
                </a:lnTo>
                <a:lnTo>
                  <a:pt x="774669" y="2147887"/>
                </a:lnTo>
                <a:lnTo>
                  <a:pt x="757237" y="2130455"/>
                </a:lnTo>
                <a:lnTo>
                  <a:pt x="733425" y="2124075"/>
                </a:lnTo>
                <a:lnTo>
                  <a:pt x="709612" y="2130455"/>
                </a:lnTo>
                <a:lnTo>
                  <a:pt x="692180" y="2147887"/>
                </a:lnTo>
                <a:lnTo>
                  <a:pt x="685800" y="2171700"/>
                </a:lnTo>
                <a:lnTo>
                  <a:pt x="628650" y="2171700"/>
                </a:lnTo>
                <a:lnTo>
                  <a:pt x="622269" y="2147887"/>
                </a:lnTo>
                <a:lnTo>
                  <a:pt x="604837" y="2130455"/>
                </a:lnTo>
                <a:lnTo>
                  <a:pt x="581025" y="2124075"/>
                </a:lnTo>
                <a:lnTo>
                  <a:pt x="557212" y="2130455"/>
                </a:lnTo>
                <a:lnTo>
                  <a:pt x="539780" y="2147887"/>
                </a:lnTo>
                <a:lnTo>
                  <a:pt x="533400" y="2171700"/>
                </a:lnTo>
                <a:lnTo>
                  <a:pt x="476250" y="2171700"/>
                </a:lnTo>
                <a:lnTo>
                  <a:pt x="469869" y="2147887"/>
                </a:lnTo>
                <a:lnTo>
                  <a:pt x="452437" y="2130455"/>
                </a:lnTo>
                <a:lnTo>
                  <a:pt x="428625" y="2124075"/>
                </a:lnTo>
                <a:lnTo>
                  <a:pt x="404812" y="2130455"/>
                </a:lnTo>
                <a:lnTo>
                  <a:pt x="387380" y="2147887"/>
                </a:lnTo>
                <a:lnTo>
                  <a:pt x="381000" y="2171700"/>
                </a:lnTo>
                <a:lnTo>
                  <a:pt x="323850" y="2171700"/>
                </a:lnTo>
                <a:lnTo>
                  <a:pt x="317469" y="2147887"/>
                </a:lnTo>
                <a:lnTo>
                  <a:pt x="300037" y="2130455"/>
                </a:lnTo>
                <a:lnTo>
                  <a:pt x="276225" y="2124075"/>
                </a:lnTo>
                <a:lnTo>
                  <a:pt x="252412" y="2130455"/>
                </a:lnTo>
                <a:lnTo>
                  <a:pt x="234980" y="2147887"/>
                </a:lnTo>
                <a:lnTo>
                  <a:pt x="228600" y="2171700"/>
                </a:lnTo>
                <a:lnTo>
                  <a:pt x="171450" y="2171700"/>
                </a:lnTo>
                <a:lnTo>
                  <a:pt x="165069" y="2147887"/>
                </a:lnTo>
                <a:lnTo>
                  <a:pt x="147637" y="2130455"/>
                </a:lnTo>
                <a:lnTo>
                  <a:pt x="123825" y="2124075"/>
                </a:lnTo>
                <a:lnTo>
                  <a:pt x="100012" y="2130455"/>
                </a:lnTo>
                <a:lnTo>
                  <a:pt x="82580" y="2147887"/>
                </a:lnTo>
                <a:lnTo>
                  <a:pt x="76200" y="2171700"/>
                </a:lnTo>
                <a:lnTo>
                  <a:pt x="0" y="2171700"/>
                </a:lnTo>
                <a:lnTo>
                  <a:pt x="0" y="2124075"/>
                </a:lnTo>
                <a:lnTo>
                  <a:pt x="23812" y="2117694"/>
                </a:lnTo>
                <a:lnTo>
                  <a:pt x="41244" y="2100262"/>
                </a:lnTo>
                <a:lnTo>
                  <a:pt x="47625" y="2076450"/>
                </a:lnTo>
                <a:lnTo>
                  <a:pt x="41244" y="2052637"/>
                </a:lnTo>
                <a:lnTo>
                  <a:pt x="23812" y="2035205"/>
                </a:lnTo>
                <a:lnTo>
                  <a:pt x="0" y="2028825"/>
                </a:lnTo>
                <a:lnTo>
                  <a:pt x="0" y="1971675"/>
                </a:lnTo>
                <a:lnTo>
                  <a:pt x="23812" y="1965294"/>
                </a:lnTo>
                <a:lnTo>
                  <a:pt x="41244" y="1947862"/>
                </a:lnTo>
                <a:lnTo>
                  <a:pt x="47625" y="1924050"/>
                </a:lnTo>
                <a:lnTo>
                  <a:pt x="41244" y="1900237"/>
                </a:lnTo>
                <a:lnTo>
                  <a:pt x="23812" y="1882805"/>
                </a:lnTo>
                <a:lnTo>
                  <a:pt x="0" y="1876425"/>
                </a:lnTo>
                <a:lnTo>
                  <a:pt x="0" y="1819275"/>
                </a:lnTo>
                <a:lnTo>
                  <a:pt x="23812" y="1812894"/>
                </a:lnTo>
                <a:lnTo>
                  <a:pt x="41244" y="1795462"/>
                </a:lnTo>
                <a:lnTo>
                  <a:pt x="47625" y="1771650"/>
                </a:lnTo>
                <a:lnTo>
                  <a:pt x="41244" y="1747837"/>
                </a:lnTo>
                <a:lnTo>
                  <a:pt x="23812" y="1730405"/>
                </a:lnTo>
                <a:lnTo>
                  <a:pt x="0" y="1724025"/>
                </a:lnTo>
                <a:lnTo>
                  <a:pt x="0" y="1666875"/>
                </a:lnTo>
                <a:lnTo>
                  <a:pt x="23812" y="1660494"/>
                </a:lnTo>
                <a:lnTo>
                  <a:pt x="41244" y="1643062"/>
                </a:lnTo>
                <a:lnTo>
                  <a:pt x="47625" y="1619250"/>
                </a:lnTo>
                <a:lnTo>
                  <a:pt x="41244" y="1595437"/>
                </a:lnTo>
                <a:lnTo>
                  <a:pt x="23812" y="1578005"/>
                </a:lnTo>
                <a:lnTo>
                  <a:pt x="0" y="1571625"/>
                </a:lnTo>
                <a:lnTo>
                  <a:pt x="0" y="1514475"/>
                </a:lnTo>
                <a:lnTo>
                  <a:pt x="23812" y="1508094"/>
                </a:lnTo>
                <a:lnTo>
                  <a:pt x="41244" y="1490662"/>
                </a:lnTo>
                <a:lnTo>
                  <a:pt x="47625" y="1466850"/>
                </a:lnTo>
                <a:lnTo>
                  <a:pt x="41244" y="1443037"/>
                </a:lnTo>
                <a:lnTo>
                  <a:pt x="23812" y="1425605"/>
                </a:lnTo>
                <a:lnTo>
                  <a:pt x="0" y="1419225"/>
                </a:lnTo>
                <a:lnTo>
                  <a:pt x="0" y="1362075"/>
                </a:lnTo>
                <a:lnTo>
                  <a:pt x="23812" y="1355694"/>
                </a:lnTo>
                <a:lnTo>
                  <a:pt x="41244" y="1338262"/>
                </a:lnTo>
                <a:lnTo>
                  <a:pt x="47625" y="1314450"/>
                </a:lnTo>
                <a:lnTo>
                  <a:pt x="41244" y="1290637"/>
                </a:lnTo>
                <a:lnTo>
                  <a:pt x="23812" y="1273205"/>
                </a:lnTo>
                <a:lnTo>
                  <a:pt x="0" y="1266825"/>
                </a:lnTo>
                <a:lnTo>
                  <a:pt x="0" y="1209675"/>
                </a:lnTo>
                <a:lnTo>
                  <a:pt x="23812" y="1203294"/>
                </a:lnTo>
                <a:lnTo>
                  <a:pt x="41244" y="1185862"/>
                </a:lnTo>
                <a:lnTo>
                  <a:pt x="47625" y="1162050"/>
                </a:lnTo>
                <a:lnTo>
                  <a:pt x="41244" y="1138237"/>
                </a:lnTo>
                <a:lnTo>
                  <a:pt x="23812" y="1120805"/>
                </a:lnTo>
                <a:lnTo>
                  <a:pt x="0" y="1114425"/>
                </a:lnTo>
                <a:lnTo>
                  <a:pt x="0" y="1057275"/>
                </a:lnTo>
                <a:lnTo>
                  <a:pt x="23812" y="1050894"/>
                </a:lnTo>
                <a:lnTo>
                  <a:pt x="41244" y="1033462"/>
                </a:lnTo>
                <a:lnTo>
                  <a:pt x="47625" y="1009650"/>
                </a:lnTo>
                <a:lnTo>
                  <a:pt x="41244" y="985837"/>
                </a:lnTo>
                <a:lnTo>
                  <a:pt x="23812" y="968405"/>
                </a:lnTo>
                <a:lnTo>
                  <a:pt x="0" y="962025"/>
                </a:lnTo>
                <a:lnTo>
                  <a:pt x="0" y="904875"/>
                </a:lnTo>
                <a:lnTo>
                  <a:pt x="23812" y="898494"/>
                </a:lnTo>
                <a:lnTo>
                  <a:pt x="41244" y="881062"/>
                </a:lnTo>
                <a:lnTo>
                  <a:pt x="47625" y="857250"/>
                </a:lnTo>
                <a:lnTo>
                  <a:pt x="41244" y="833437"/>
                </a:lnTo>
                <a:lnTo>
                  <a:pt x="23812" y="816005"/>
                </a:lnTo>
                <a:lnTo>
                  <a:pt x="0" y="809625"/>
                </a:lnTo>
                <a:lnTo>
                  <a:pt x="0" y="752475"/>
                </a:lnTo>
                <a:lnTo>
                  <a:pt x="23812" y="746094"/>
                </a:lnTo>
                <a:lnTo>
                  <a:pt x="41244" y="728662"/>
                </a:lnTo>
                <a:lnTo>
                  <a:pt x="47625" y="704850"/>
                </a:lnTo>
                <a:lnTo>
                  <a:pt x="41244" y="681037"/>
                </a:lnTo>
                <a:lnTo>
                  <a:pt x="23812" y="663605"/>
                </a:lnTo>
                <a:lnTo>
                  <a:pt x="0" y="657225"/>
                </a:lnTo>
                <a:lnTo>
                  <a:pt x="0" y="600075"/>
                </a:lnTo>
                <a:lnTo>
                  <a:pt x="23812" y="593694"/>
                </a:lnTo>
                <a:lnTo>
                  <a:pt x="41244" y="576262"/>
                </a:lnTo>
                <a:lnTo>
                  <a:pt x="47625" y="552450"/>
                </a:lnTo>
                <a:lnTo>
                  <a:pt x="41244" y="528637"/>
                </a:lnTo>
                <a:lnTo>
                  <a:pt x="23812" y="511205"/>
                </a:lnTo>
                <a:lnTo>
                  <a:pt x="0" y="504825"/>
                </a:lnTo>
                <a:lnTo>
                  <a:pt x="0" y="447675"/>
                </a:lnTo>
                <a:lnTo>
                  <a:pt x="23812" y="441294"/>
                </a:lnTo>
                <a:lnTo>
                  <a:pt x="41244" y="423862"/>
                </a:lnTo>
                <a:lnTo>
                  <a:pt x="47625" y="400050"/>
                </a:lnTo>
                <a:lnTo>
                  <a:pt x="41244" y="376237"/>
                </a:lnTo>
                <a:lnTo>
                  <a:pt x="23812" y="358805"/>
                </a:lnTo>
                <a:lnTo>
                  <a:pt x="0" y="352425"/>
                </a:lnTo>
                <a:lnTo>
                  <a:pt x="0" y="295275"/>
                </a:lnTo>
                <a:lnTo>
                  <a:pt x="23812" y="288894"/>
                </a:lnTo>
                <a:lnTo>
                  <a:pt x="41244" y="271462"/>
                </a:lnTo>
                <a:lnTo>
                  <a:pt x="47625" y="247650"/>
                </a:lnTo>
                <a:lnTo>
                  <a:pt x="41244" y="223837"/>
                </a:lnTo>
                <a:lnTo>
                  <a:pt x="23812" y="206405"/>
                </a:lnTo>
                <a:lnTo>
                  <a:pt x="0" y="200025"/>
                </a:lnTo>
                <a:lnTo>
                  <a:pt x="0" y="142875"/>
                </a:lnTo>
                <a:lnTo>
                  <a:pt x="23812" y="136494"/>
                </a:lnTo>
                <a:lnTo>
                  <a:pt x="41244" y="119062"/>
                </a:lnTo>
                <a:lnTo>
                  <a:pt x="47625" y="95250"/>
                </a:lnTo>
                <a:lnTo>
                  <a:pt x="41244" y="71437"/>
                </a:lnTo>
                <a:lnTo>
                  <a:pt x="23812" y="54005"/>
                </a:lnTo>
                <a:lnTo>
                  <a:pt x="0" y="47625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48000">
            <a:off x="2181225" y="4333875"/>
            <a:ext cx="3733800" cy="2000250"/>
          </a:xfrm>
          <a:prstGeom prst="rect">
            <a:avLst/>
          </a:prstGeom>
          <a:noFill/>
          <a:ln w="14287">
            <a:solidFill>
              <a:srgbClr val="8F6B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48000">
            <a:off x="3834685" y="4019655"/>
            <a:ext cx="457200" cy="457200"/>
          </a:xfrm>
          <a:prstGeom prst="ellipse">
            <a:avLst/>
          </a:prstGeom>
          <a:solidFill>
            <a:srgbClr val="F3EBDD"/>
          </a:solidFill>
          <a:ln w="28575">
            <a:solidFill>
              <a:srgbClr val="5C2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510"/>
              </a:lnSpc>
            </a:pPr>
            <a:r>
              <a:rPr sz="1425" b="1">
                <a:solidFill>
                  <a:srgbClr val="5C2E14"/>
                </a:solidFill>
                <a:latin typeface="Arial Black"/>
                <a:ea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 rot="48000">
            <a:off x="2389945" y="4564745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F3EBDD"/>
                </a:solidFill>
                <a:latin typeface="Arial"/>
                <a:ea typeface="맑은 고딕"/>
              </a:rPr>
              <a:t>20대 청년층</a:t>
            </a:r>
          </a:p>
        </p:txBody>
      </p:sp>
      <p:sp>
        <p:nvSpPr>
          <p:cNvPr id="23" name="Rounded Rectangle 22"/>
          <p:cNvSpPr/>
          <p:nvPr/>
        </p:nvSpPr>
        <p:spPr>
          <a:xfrm rot="48000">
            <a:off x="5228073" y="4610924"/>
            <a:ext cx="495300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예외</a:t>
            </a:r>
          </a:p>
        </p:txBody>
      </p:sp>
      <p:sp>
        <p:nvSpPr>
          <p:cNvPr id="24" name="TextBox 23"/>
          <p:cNvSpPr txBox="1"/>
          <p:nvPr/>
        </p:nvSpPr>
        <p:spPr>
          <a:xfrm rot="48000">
            <a:off x="2376728" y="4991068"/>
            <a:ext cx="333375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고노출 일자리가 수도권 · 비수도권 모두 줄어 격차 확대가 뚜렷하지 않았습니다. 대학교육이 지식축적 중심이라 역량을 갖추기 어렵기 때문으로 보입니다.</a:t>
            </a:r>
          </a:p>
        </p:txBody>
      </p:sp>
      <p:sp>
        <p:nvSpPr>
          <p:cNvPr id="25" name="Freeform 24"/>
          <p:cNvSpPr/>
          <p:nvPr/>
        </p:nvSpPr>
        <p:spPr>
          <a:xfrm rot="21528000">
            <a:off x="6286500" y="4248150"/>
            <a:ext cx="3905250" cy="2171700"/>
          </a:xfrm>
          <a:custGeom>
            <a:avLst/>
            <a:gdLst/>
            <a:ahLst/>
            <a:cxnLst/>
            <a:rect l="l" t="t" r="r" b="b"/>
            <a:pathLst>
              <a:path w="3905250" h="2171700">
                <a:moveTo>
                  <a:pt x="0" y="0"/>
                </a:moveTo>
                <a:lnTo>
                  <a:pt x="76200" y="0"/>
                </a:lnTo>
                <a:lnTo>
                  <a:pt x="82580" y="23812"/>
                </a:lnTo>
                <a:lnTo>
                  <a:pt x="100012" y="41244"/>
                </a:lnTo>
                <a:lnTo>
                  <a:pt x="123825" y="47625"/>
                </a:lnTo>
                <a:lnTo>
                  <a:pt x="147637" y="41244"/>
                </a:lnTo>
                <a:lnTo>
                  <a:pt x="165069" y="23812"/>
                </a:lnTo>
                <a:lnTo>
                  <a:pt x="171450" y="0"/>
                </a:lnTo>
                <a:lnTo>
                  <a:pt x="228600" y="0"/>
                </a:lnTo>
                <a:lnTo>
                  <a:pt x="234980" y="23812"/>
                </a:lnTo>
                <a:lnTo>
                  <a:pt x="252412" y="41244"/>
                </a:lnTo>
                <a:lnTo>
                  <a:pt x="276225" y="47625"/>
                </a:lnTo>
                <a:lnTo>
                  <a:pt x="300037" y="41244"/>
                </a:lnTo>
                <a:lnTo>
                  <a:pt x="317469" y="23812"/>
                </a:lnTo>
                <a:lnTo>
                  <a:pt x="323850" y="0"/>
                </a:lnTo>
                <a:lnTo>
                  <a:pt x="381000" y="0"/>
                </a:lnTo>
                <a:lnTo>
                  <a:pt x="387380" y="23812"/>
                </a:lnTo>
                <a:lnTo>
                  <a:pt x="404812" y="41244"/>
                </a:lnTo>
                <a:lnTo>
                  <a:pt x="428625" y="47625"/>
                </a:lnTo>
                <a:lnTo>
                  <a:pt x="452437" y="41244"/>
                </a:lnTo>
                <a:lnTo>
                  <a:pt x="469869" y="23812"/>
                </a:lnTo>
                <a:lnTo>
                  <a:pt x="476250" y="0"/>
                </a:lnTo>
                <a:lnTo>
                  <a:pt x="533400" y="0"/>
                </a:lnTo>
                <a:lnTo>
                  <a:pt x="539780" y="23812"/>
                </a:lnTo>
                <a:lnTo>
                  <a:pt x="557212" y="41244"/>
                </a:lnTo>
                <a:lnTo>
                  <a:pt x="581025" y="47625"/>
                </a:lnTo>
                <a:lnTo>
                  <a:pt x="604837" y="41244"/>
                </a:lnTo>
                <a:lnTo>
                  <a:pt x="622269" y="23812"/>
                </a:lnTo>
                <a:lnTo>
                  <a:pt x="628650" y="0"/>
                </a:lnTo>
                <a:lnTo>
                  <a:pt x="685800" y="0"/>
                </a:lnTo>
                <a:lnTo>
                  <a:pt x="692180" y="23812"/>
                </a:lnTo>
                <a:lnTo>
                  <a:pt x="709612" y="41244"/>
                </a:lnTo>
                <a:lnTo>
                  <a:pt x="733425" y="47625"/>
                </a:lnTo>
                <a:lnTo>
                  <a:pt x="757237" y="41244"/>
                </a:lnTo>
                <a:lnTo>
                  <a:pt x="774669" y="23812"/>
                </a:lnTo>
                <a:lnTo>
                  <a:pt x="781050" y="0"/>
                </a:lnTo>
                <a:lnTo>
                  <a:pt x="838200" y="0"/>
                </a:lnTo>
                <a:lnTo>
                  <a:pt x="844580" y="23812"/>
                </a:lnTo>
                <a:lnTo>
                  <a:pt x="862012" y="41244"/>
                </a:lnTo>
                <a:lnTo>
                  <a:pt x="885825" y="47625"/>
                </a:lnTo>
                <a:lnTo>
                  <a:pt x="909637" y="41244"/>
                </a:lnTo>
                <a:lnTo>
                  <a:pt x="927069" y="23812"/>
                </a:lnTo>
                <a:lnTo>
                  <a:pt x="933450" y="0"/>
                </a:lnTo>
                <a:lnTo>
                  <a:pt x="990600" y="0"/>
                </a:lnTo>
                <a:lnTo>
                  <a:pt x="996980" y="23812"/>
                </a:lnTo>
                <a:lnTo>
                  <a:pt x="1014412" y="41244"/>
                </a:lnTo>
                <a:lnTo>
                  <a:pt x="1038225" y="47625"/>
                </a:lnTo>
                <a:lnTo>
                  <a:pt x="1062037" y="41244"/>
                </a:lnTo>
                <a:lnTo>
                  <a:pt x="1079469" y="23812"/>
                </a:lnTo>
                <a:lnTo>
                  <a:pt x="1085850" y="0"/>
                </a:lnTo>
                <a:lnTo>
                  <a:pt x="1143000" y="0"/>
                </a:lnTo>
                <a:lnTo>
                  <a:pt x="1149380" y="23812"/>
                </a:lnTo>
                <a:lnTo>
                  <a:pt x="1166812" y="41244"/>
                </a:lnTo>
                <a:lnTo>
                  <a:pt x="1190625" y="47625"/>
                </a:lnTo>
                <a:lnTo>
                  <a:pt x="1214437" y="41244"/>
                </a:lnTo>
                <a:lnTo>
                  <a:pt x="1231869" y="23812"/>
                </a:lnTo>
                <a:lnTo>
                  <a:pt x="1238250" y="0"/>
                </a:lnTo>
                <a:lnTo>
                  <a:pt x="1295400" y="0"/>
                </a:lnTo>
                <a:lnTo>
                  <a:pt x="1301780" y="23812"/>
                </a:lnTo>
                <a:lnTo>
                  <a:pt x="1319212" y="41244"/>
                </a:lnTo>
                <a:lnTo>
                  <a:pt x="1343025" y="47625"/>
                </a:lnTo>
                <a:lnTo>
                  <a:pt x="1366837" y="41244"/>
                </a:lnTo>
                <a:lnTo>
                  <a:pt x="1384269" y="23812"/>
                </a:lnTo>
                <a:lnTo>
                  <a:pt x="1390650" y="0"/>
                </a:lnTo>
                <a:lnTo>
                  <a:pt x="1447800" y="0"/>
                </a:lnTo>
                <a:lnTo>
                  <a:pt x="1454180" y="23812"/>
                </a:lnTo>
                <a:lnTo>
                  <a:pt x="1471612" y="41244"/>
                </a:lnTo>
                <a:lnTo>
                  <a:pt x="1495425" y="47625"/>
                </a:lnTo>
                <a:lnTo>
                  <a:pt x="1519237" y="41244"/>
                </a:lnTo>
                <a:lnTo>
                  <a:pt x="1536669" y="23812"/>
                </a:lnTo>
                <a:lnTo>
                  <a:pt x="1543050" y="0"/>
                </a:lnTo>
                <a:lnTo>
                  <a:pt x="1600200" y="0"/>
                </a:lnTo>
                <a:lnTo>
                  <a:pt x="1606580" y="23812"/>
                </a:lnTo>
                <a:lnTo>
                  <a:pt x="1624012" y="41244"/>
                </a:lnTo>
                <a:lnTo>
                  <a:pt x="1647825" y="47625"/>
                </a:lnTo>
                <a:lnTo>
                  <a:pt x="1671637" y="41244"/>
                </a:lnTo>
                <a:lnTo>
                  <a:pt x="1689069" y="23812"/>
                </a:lnTo>
                <a:lnTo>
                  <a:pt x="1695450" y="0"/>
                </a:lnTo>
                <a:lnTo>
                  <a:pt x="1752600" y="0"/>
                </a:lnTo>
                <a:lnTo>
                  <a:pt x="1758980" y="23812"/>
                </a:lnTo>
                <a:lnTo>
                  <a:pt x="1776412" y="41244"/>
                </a:lnTo>
                <a:lnTo>
                  <a:pt x="1800225" y="47625"/>
                </a:lnTo>
                <a:lnTo>
                  <a:pt x="1824037" y="41244"/>
                </a:lnTo>
                <a:lnTo>
                  <a:pt x="1841469" y="23812"/>
                </a:lnTo>
                <a:lnTo>
                  <a:pt x="1847850" y="0"/>
                </a:lnTo>
                <a:lnTo>
                  <a:pt x="1905000" y="0"/>
                </a:lnTo>
                <a:lnTo>
                  <a:pt x="1911380" y="23812"/>
                </a:lnTo>
                <a:lnTo>
                  <a:pt x="1928812" y="41244"/>
                </a:lnTo>
                <a:lnTo>
                  <a:pt x="1952625" y="47625"/>
                </a:lnTo>
                <a:lnTo>
                  <a:pt x="1976437" y="41244"/>
                </a:lnTo>
                <a:lnTo>
                  <a:pt x="1993869" y="23812"/>
                </a:lnTo>
                <a:lnTo>
                  <a:pt x="2000250" y="0"/>
                </a:lnTo>
                <a:lnTo>
                  <a:pt x="2057400" y="0"/>
                </a:lnTo>
                <a:lnTo>
                  <a:pt x="2063780" y="23812"/>
                </a:lnTo>
                <a:lnTo>
                  <a:pt x="2081212" y="41244"/>
                </a:lnTo>
                <a:lnTo>
                  <a:pt x="2105025" y="47625"/>
                </a:lnTo>
                <a:lnTo>
                  <a:pt x="2128837" y="41244"/>
                </a:lnTo>
                <a:lnTo>
                  <a:pt x="2146269" y="23812"/>
                </a:lnTo>
                <a:lnTo>
                  <a:pt x="2152650" y="0"/>
                </a:lnTo>
                <a:lnTo>
                  <a:pt x="2209800" y="0"/>
                </a:lnTo>
                <a:lnTo>
                  <a:pt x="2216180" y="23812"/>
                </a:lnTo>
                <a:lnTo>
                  <a:pt x="2233612" y="41244"/>
                </a:lnTo>
                <a:lnTo>
                  <a:pt x="2257425" y="47625"/>
                </a:lnTo>
                <a:lnTo>
                  <a:pt x="2281237" y="41244"/>
                </a:lnTo>
                <a:lnTo>
                  <a:pt x="2298669" y="23812"/>
                </a:lnTo>
                <a:lnTo>
                  <a:pt x="2305050" y="0"/>
                </a:lnTo>
                <a:lnTo>
                  <a:pt x="2362200" y="0"/>
                </a:lnTo>
                <a:lnTo>
                  <a:pt x="2368580" y="23812"/>
                </a:lnTo>
                <a:lnTo>
                  <a:pt x="2386012" y="41244"/>
                </a:lnTo>
                <a:lnTo>
                  <a:pt x="2409825" y="47625"/>
                </a:lnTo>
                <a:lnTo>
                  <a:pt x="2433637" y="41244"/>
                </a:lnTo>
                <a:lnTo>
                  <a:pt x="2451069" y="23812"/>
                </a:lnTo>
                <a:lnTo>
                  <a:pt x="2457450" y="0"/>
                </a:lnTo>
                <a:lnTo>
                  <a:pt x="2514600" y="0"/>
                </a:lnTo>
                <a:lnTo>
                  <a:pt x="2520980" y="23812"/>
                </a:lnTo>
                <a:lnTo>
                  <a:pt x="2538412" y="41244"/>
                </a:lnTo>
                <a:lnTo>
                  <a:pt x="2562225" y="47625"/>
                </a:lnTo>
                <a:lnTo>
                  <a:pt x="2586037" y="41244"/>
                </a:lnTo>
                <a:lnTo>
                  <a:pt x="2603469" y="23812"/>
                </a:lnTo>
                <a:lnTo>
                  <a:pt x="2609850" y="0"/>
                </a:lnTo>
                <a:lnTo>
                  <a:pt x="2667000" y="0"/>
                </a:lnTo>
                <a:lnTo>
                  <a:pt x="2673380" y="23812"/>
                </a:lnTo>
                <a:lnTo>
                  <a:pt x="2690812" y="41244"/>
                </a:lnTo>
                <a:lnTo>
                  <a:pt x="2714625" y="47625"/>
                </a:lnTo>
                <a:lnTo>
                  <a:pt x="2738437" y="41244"/>
                </a:lnTo>
                <a:lnTo>
                  <a:pt x="2755869" y="23812"/>
                </a:lnTo>
                <a:lnTo>
                  <a:pt x="2762250" y="0"/>
                </a:lnTo>
                <a:lnTo>
                  <a:pt x="2819400" y="0"/>
                </a:lnTo>
                <a:lnTo>
                  <a:pt x="2825780" y="23812"/>
                </a:lnTo>
                <a:lnTo>
                  <a:pt x="2843212" y="41244"/>
                </a:lnTo>
                <a:lnTo>
                  <a:pt x="2867025" y="47625"/>
                </a:lnTo>
                <a:lnTo>
                  <a:pt x="2890837" y="41244"/>
                </a:lnTo>
                <a:lnTo>
                  <a:pt x="2908269" y="23812"/>
                </a:lnTo>
                <a:lnTo>
                  <a:pt x="2914650" y="0"/>
                </a:lnTo>
                <a:lnTo>
                  <a:pt x="2971800" y="0"/>
                </a:lnTo>
                <a:lnTo>
                  <a:pt x="2978180" y="23812"/>
                </a:lnTo>
                <a:lnTo>
                  <a:pt x="2995612" y="41244"/>
                </a:lnTo>
                <a:lnTo>
                  <a:pt x="3019425" y="47625"/>
                </a:lnTo>
                <a:lnTo>
                  <a:pt x="3043237" y="41244"/>
                </a:lnTo>
                <a:lnTo>
                  <a:pt x="3060669" y="23812"/>
                </a:lnTo>
                <a:lnTo>
                  <a:pt x="3067050" y="0"/>
                </a:lnTo>
                <a:lnTo>
                  <a:pt x="3124200" y="0"/>
                </a:lnTo>
                <a:lnTo>
                  <a:pt x="3130580" y="23812"/>
                </a:lnTo>
                <a:lnTo>
                  <a:pt x="3148012" y="41244"/>
                </a:lnTo>
                <a:lnTo>
                  <a:pt x="3171825" y="47625"/>
                </a:lnTo>
                <a:lnTo>
                  <a:pt x="3195637" y="41244"/>
                </a:lnTo>
                <a:lnTo>
                  <a:pt x="3213069" y="23812"/>
                </a:lnTo>
                <a:lnTo>
                  <a:pt x="3219450" y="0"/>
                </a:lnTo>
                <a:lnTo>
                  <a:pt x="3276600" y="0"/>
                </a:lnTo>
                <a:lnTo>
                  <a:pt x="3282980" y="23812"/>
                </a:lnTo>
                <a:lnTo>
                  <a:pt x="3300412" y="41244"/>
                </a:lnTo>
                <a:lnTo>
                  <a:pt x="3324225" y="47625"/>
                </a:lnTo>
                <a:lnTo>
                  <a:pt x="3348037" y="41244"/>
                </a:lnTo>
                <a:lnTo>
                  <a:pt x="3365469" y="23812"/>
                </a:lnTo>
                <a:lnTo>
                  <a:pt x="3371850" y="0"/>
                </a:lnTo>
                <a:lnTo>
                  <a:pt x="3429000" y="0"/>
                </a:lnTo>
                <a:lnTo>
                  <a:pt x="3435380" y="23812"/>
                </a:lnTo>
                <a:lnTo>
                  <a:pt x="3452812" y="41244"/>
                </a:lnTo>
                <a:lnTo>
                  <a:pt x="3476625" y="47625"/>
                </a:lnTo>
                <a:lnTo>
                  <a:pt x="3500437" y="41244"/>
                </a:lnTo>
                <a:lnTo>
                  <a:pt x="3517869" y="23812"/>
                </a:lnTo>
                <a:lnTo>
                  <a:pt x="3524250" y="0"/>
                </a:lnTo>
                <a:lnTo>
                  <a:pt x="3581400" y="0"/>
                </a:lnTo>
                <a:lnTo>
                  <a:pt x="3587780" y="23812"/>
                </a:lnTo>
                <a:lnTo>
                  <a:pt x="3605212" y="41244"/>
                </a:lnTo>
                <a:lnTo>
                  <a:pt x="3629025" y="47625"/>
                </a:lnTo>
                <a:lnTo>
                  <a:pt x="3652837" y="41244"/>
                </a:lnTo>
                <a:lnTo>
                  <a:pt x="3670269" y="23812"/>
                </a:lnTo>
                <a:lnTo>
                  <a:pt x="3676650" y="0"/>
                </a:lnTo>
                <a:lnTo>
                  <a:pt x="3733800" y="0"/>
                </a:lnTo>
                <a:lnTo>
                  <a:pt x="3740180" y="23812"/>
                </a:lnTo>
                <a:lnTo>
                  <a:pt x="3757612" y="41244"/>
                </a:lnTo>
                <a:lnTo>
                  <a:pt x="3781425" y="47625"/>
                </a:lnTo>
                <a:lnTo>
                  <a:pt x="3805237" y="41244"/>
                </a:lnTo>
                <a:lnTo>
                  <a:pt x="3822669" y="23812"/>
                </a:lnTo>
                <a:lnTo>
                  <a:pt x="3829050" y="0"/>
                </a:lnTo>
                <a:lnTo>
                  <a:pt x="3905250" y="0"/>
                </a:lnTo>
                <a:lnTo>
                  <a:pt x="3905250" y="47625"/>
                </a:lnTo>
                <a:lnTo>
                  <a:pt x="3881437" y="54005"/>
                </a:lnTo>
                <a:lnTo>
                  <a:pt x="3864005" y="71437"/>
                </a:lnTo>
                <a:lnTo>
                  <a:pt x="3857625" y="95250"/>
                </a:lnTo>
                <a:lnTo>
                  <a:pt x="3864005" y="119062"/>
                </a:lnTo>
                <a:lnTo>
                  <a:pt x="3881437" y="136494"/>
                </a:lnTo>
                <a:lnTo>
                  <a:pt x="3905250" y="142875"/>
                </a:lnTo>
                <a:lnTo>
                  <a:pt x="3905250" y="200025"/>
                </a:lnTo>
                <a:lnTo>
                  <a:pt x="3881437" y="206405"/>
                </a:lnTo>
                <a:lnTo>
                  <a:pt x="3864005" y="223837"/>
                </a:lnTo>
                <a:lnTo>
                  <a:pt x="3857625" y="247650"/>
                </a:lnTo>
                <a:lnTo>
                  <a:pt x="3864005" y="271462"/>
                </a:lnTo>
                <a:lnTo>
                  <a:pt x="3881437" y="288894"/>
                </a:lnTo>
                <a:lnTo>
                  <a:pt x="3905250" y="295275"/>
                </a:lnTo>
                <a:lnTo>
                  <a:pt x="3905250" y="352425"/>
                </a:lnTo>
                <a:lnTo>
                  <a:pt x="3881437" y="358805"/>
                </a:lnTo>
                <a:lnTo>
                  <a:pt x="3864005" y="376237"/>
                </a:lnTo>
                <a:lnTo>
                  <a:pt x="3857625" y="400050"/>
                </a:lnTo>
                <a:lnTo>
                  <a:pt x="3864005" y="423862"/>
                </a:lnTo>
                <a:lnTo>
                  <a:pt x="3881437" y="441294"/>
                </a:lnTo>
                <a:lnTo>
                  <a:pt x="3905250" y="447675"/>
                </a:lnTo>
                <a:lnTo>
                  <a:pt x="3905250" y="504825"/>
                </a:lnTo>
                <a:lnTo>
                  <a:pt x="3881437" y="511205"/>
                </a:lnTo>
                <a:lnTo>
                  <a:pt x="3864005" y="528637"/>
                </a:lnTo>
                <a:lnTo>
                  <a:pt x="3857625" y="552450"/>
                </a:lnTo>
                <a:lnTo>
                  <a:pt x="3864005" y="576262"/>
                </a:lnTo>
                <a:lnTo>
                  <a:pt x="3881437" y="593694"/>
                </a:lnTo>
                <a:lnTo>
                  <a:pt x="3905250" y="600075"/>
                </a:lnTo>
                <a:lnTo>
                  <a:pt x="3905250" y="657225"/>
                </a:lnTo>
                <a:lnTo>
                  <a:pt x="3881437" y="663605"/>
                </a:lnTo>
                <a:lnTo>
                  <a:pt x="3864005" y="681037"/>
                </a:lnTo>
                <a:lnTo>
                  <a:pt x="3857625" y="704850"/>
                </a:lnTo>
                <a:lnTo>
                  <a:pt x="3864005" y="728662"/>
                </a:lnTo>
                <a:lnTo>
                  <a:pt x="3881437" y="746094"/>
                </a:lnTo>
                <a:lnTo>
                  <a:pt x="3905250" y="752475"/>
                </a:lnTo>
                <a:lnTo>
                  <a:pt x="3905250" y="809625"/>
                </a:lnTo>
                <a:lnTo>
                  <a:pt x="3881437" y="816005"/>
                </a:lnTo>
                <a:lnTo>
                  <a:pt x="3864005" y="833437"/>
                </a:lnTo>
                <a:lnTo>
                  <a:pt x="3857625" y="857250"/>
                </a:lnTo>
                <a:lnTo>
                  <a:pt x="3864005" y="881062"/>
                </a:lnTo>
                <a:lnTo>
                  <a:pt x="3881437" y="898494"/>
                </a:lnTo>
                <a:lnTo>
                  <a:pt x="3905250" y="904875"/>
                </a:lnTo>
                <a:lnTo>
                  <a:pt x="3905250" y="962025"/>
                </a:lnTo>
                <a:lnTo>
                  <a:pt x="3881437" y="968405"/>
                </a:lnTo>
                <a:lnTo>
                  <a:pt x="3864005" y="985837"/>
                </a:lnTo>
                <a:lnTo>
                  <a:pt x="3857625" y="1009650"/>
                </a:lnTo>
                <a:lnTo>
                  <a:pt x="3864005" y="1033462"/>
                </a:lnTo>
                <a:lnTo>
                  <a:pt x="3881437" y="1050894"/>
                </a:lnTo>
                <a:lnTo>
                  <a:pt x="3905250" y="1057275"/>
                </a:lnTo>
                <a:lnTo>
                  <a:pt x="3905250" y="1114425"/>
                </a:lnTo>
                <a:lnTo>
                  <a:pt x="3881437" y="1120805"/>
                </a:lnTo>
                <a:lnTo>
                  <a:pt x="3864005" y="1138237"/>
                </a:lnTo>
                <a:lnTo>
                  <a:pt x="3857625" y="1162050"/>
                </a:lnTo>
                <a:lnTo>
                  <a:pt x="3864005" y="1185862"/>
                </a:lnTo>
                <a:lnTo>
                  <a:pt x="3881437" y="1203294"/>
                </a:lnTo>
                <a:lnTo>
                  <a:pt x="3905250" y="1209675"/>
                </a:lnTo>
                <a:lnTo>
                  <a:pt x="3905250" y="1266825"/>
                </a:lnTo>
                <a:lnTo>
                  <a:pt x="3881437" y="1273205"/>
                </a:lnTo>
                <a:lnTo>
                  <a:pt x="3864005" y="1290637"/>
                </a:lnTo>
                <a:lnTo>
                  <a:pt x="3857625" y="1314450"/>
                </a:lnTo>
                <a:lnTo>
                  <a:pt x="3864005" y="1338262"/>
                </a:lnTo>
                <a:lnTo>
                  <a:pt x="3881437" y="1355694"/>
                </a:lnTo>
                <a:lnTo>
                  <a:pt x="3905250" y="1362075"/>
                </a:lnTo>
                <a:lnTo>
                  <a:pt x="3905250" y="1419225"/>
                </a:lnTo>
                <a:lnTo>
                  <a:pt x="3881437" y="1425605"/>
                </a:lnTo>
                <a:lnTo>
                  <a:pt x="3864005" y="1443037"/>
                </a:lnTo>
                <a:lnTo>
                  <a:pt x="3857625" y="1466850"/>
                </a:lnTo>
                <a:lnTo>
                  <a:pt x="3864005" y="1490662"/>
                </a:lnTo>
                <a:lnTo>
                  <a:pt x="3881437" y="1508094"/>
                </a:lnTo>
                <a:lnTo>
                  <a:pt x="3905250" y="1514475"/>
                </a:lnTo>
                <a:lnTo>
                  <a:pt x="3905250" y="1571625"/>
                </a:lnTo>
                <a:lnTo>
                  <a:pt x="3881437" y="1578005"/>
                </a:lnTo>
                <a:lnTo>
                  <a:pt x="3864005" y="1595437"/>
                </a:lnTo>
                <a:lnTo>
                  <a:pt x="3857625" y="1619250"/>
                </a:lnTo>
                <a:lnTo>
                  <a:pt x="3864005" y="1643062"/>
                </a:lnTo>
                <a:lnTo>
                  <a:pt x="3881437" y="1660494"/>
                </a:lnTo>
                <a:lnTo>
                  <a:pt x="3905250" y="1666875"/>
                </a:lnTo>
                <a:lnTo>
                  <a:pt x="3905250" y="1724025"/>
                </a:lnTo>
                <a:lnTo>
                  <a:pt x="3881437" y="1730405"/>
                </a:lnTo>
                <a:lnTo>
                  <a:pt x="3864005" y="1747837"/>
                </a:lnTo>
                <a:lnTo>
                  <a:pt x="3857625" y="1771650"/>
                </a:lnTo>
                <a:lnTo>
                  <a:pt x="3864005" y="1795462"/>
                </a:lnTo>
                <a:lnTo>
                  <a:pt x="3881437" y="1812894"/>
                </a:lnTo>
                <a:lnTo>
                  <a:pt x="3905250" y="1819275"/>
                </a:lnTo>
                <a:lnTo>
                  <a:pt x="3905250" y="1876425"/>
                </a:lnTo>
                <a:lnTo>
                  <a:pt x="3881437" y="1882805"/>
                </a:lnTo>
                <a:lnTo>
                  <a:pt x="3864005" y="1900237"/>
                </a:lnTo>
                <a:lnTo>
                  <a:pt x="3857625" y="1924050"/>
                </a:lnTo>
                <a:lnTo>
                  <a:pt x="3864005" y="1947862"/>
                </a:lnTo>
                <a:lnTo>
                  <a:pt x="3881437" y="1965294"/>
                </a:lnTo>
                <a:lnTo>
                  <a:pt x="3905250" y="1971675"/>
                </a:lnTo>
                <a:lnTo>
                  <a:pt x="3905250" y="2028825"/>
                </a:lnTo>
                <a:lnTo>
                  <a:pt x="3881437" y="2035205"/>
                </a:lnTo>
                <a:lnTo>
                  <a:pt x="3864005" y="2052637"/>
                </a:lnTo>
                <a:lnTo>
                  <a:pt x="3857625" y="2076450"/>
                </a:lnTo>
                <a:lnTo>
                  <a:pt x="3864005" y="2100262"/>
                </a:lnTo>
                <a:lnTo>
                  <a:pt x="3881437" y="2117694"/>
                </a:lnTo>
                <a:lnTo>
                  <a:pt x="3905250" y="2124075"/>
                </a:lnTo>
                <a:lnTo>
                  <a:pt x="3905250" y="2171700"/>
                </a:lnTo>
                <a:lnTo>
                  <a:pt x="3829050" y="2171700"/>
                </a:lnTo>
                <a:lnTo>
                  <a:pt x="3822669" y="2147887"/>
                </a:lnTo>
                <a:lnTo>
                  <a:pt x="3805237" y="2130455"/>
                </a:lnTo>
                <a:lnTo>
                  <a:pt x="3781425" y="2124075"/>
                </a:lnTo>
                <a:lnTo>
                  <a:pt x="3757612" y="2130455"/>
                </a:lnTo>
                <a:lnTo>
                  <a:pt x="3740180" y="2147887"/>
                </a:lnTo>
                <a:lnTo>
                  <a:pt x="3733800" y="2171700"/>
                </a:lnTo>
                <a:lnTo>
                  <a:pt x="3676650" y="2171700"/>
                </a:lnTo>
                <a:lnTo>
                  <a:pt x="3670269" y="2147887"/>
                </a:lnTo>
                <a:lnTo>
                  <a:pt x="3652837" y="2130455"/>
                </a:lnTo>
                <a:lnTo>
                  <a:pt x="3629025" y="2124075"/>
                </a:lnTo>
                <a:lnTo>
                  <a:pt x="3605212" y="2130455"/>
                </a:lnTo>
                <a:lnTo>
                  <a:pt x="3587780" y="2147887"/>
                </a:lnTo>
                <a:lnTo>
                  <a:pt x="3581400" y="2171700"/>
                </a:lnTo>
                <a:lnTo>
                  <a:pt x="3524250" y="2171700"/>
                </a:lnTo>
                <a:lnTo>
                  <a:pt x="3517869" y="2147887"/>
                </a:lnTo>
                <a:lnTo>
                  <a:pt x="3500437" y="2130455"/>
                </a:lnTo>
                <a:lnTo>
                  <a:pt x="3476625" y="2124075"/>
                </a:lnTo>
                <a:lnTo>
                  <a:pt x="3452812" y="2130455"/>
                </a:lnTo>
                <a:lnTo>
                  <a:pt x="3435380" y="2147887"/>
                </a:lnTo>
                <a:lnTo>
                  <a:pt x="3429000" y="2171700"/>
                </a:lnTo>
                <a:lnTo>
                  <a:pt x="3371850" y="2171700"/>
                </a:lnTo>
                <a:lnTo>
                  <a:pt x="3365469" y="2147887"/>
                </a:lnTo>
                <a:lnTo>
                  <a:pt x="3348037" y="2130455"/>
                </a:lnTo>
                <a:lnTo>
                  <a:pt x="3324225" y="2124075"/>
                </a:lnTo>
                <a:lnTo>
                  <a:pt x="3300412" y="2130455"/>
                </a:lnTo>
                <a:lnTo>
                  <a:pt x="3282980" y="2147887"/>
                </a:lnTo>
                <a:lnTo>
                  <a:pt x="3276600" y="2171700"/>
                </a:lnTo>
                <a:lnTo>
                  <a:pt x="3219450" y="2171700"/>
                </a:lnTo>
                <a:lnTo>
                  <a:pt x="3213069" y="2147887"/>
                </a:lnTo>
                <a:lnTo>
                  <a:pt x="3195637" y="2130455"/>
                </a:lnTo>
                <a:lnTo>
                  <a:pt x="3171825" y="2124075"/>
                </a:lnTo>
                <a:lnTo>
                  <a:pt x="3148012" y="2130455"/>
                </a:lnTo>
                <a:lnTo>
                  <a:pt x="3130580" y="2147887"/>
                </a:lnTo>
                <a:lnTo>
                  <a:pt x="3124200" y="2171700"/>
                </a:lnTo>
                <a:lnTo>
                  <a:pt x="3067050" y="2171700"/>
                </a:lnTo>
                <a:lnTo>
                  <a:pt x="3060669" y="2147887"/>
                </a:lnTo>
                <a:lnTo>
                  <a:pt x="3043237" y="2130455"/>
                </a:lnTo>
                <a:lnTo>
                  <a:pt x="3019425" y="2124075"/>
                </a:lnTo>
                <a:lnTo>
                  <a:pt x="2995612" y="2130455"/>
                </a:lnTo>
                <a:lnTo>
                  <a:pt x="2978180" y="2147887"/>
                </a:lnTo>
                <a:lnTo>
                  <a:pt x="2971800" y="2171700"/>
                </a:lnTo>
                <a:lnTo>
                  <a:pt x="2914650" y="2171700"/>
                </a:lnTo>
                <a:lnTo>
                  <a:pt x="2908269" y="2147887"/>
                </a:lnTo>
                <a:lnTo>
                  <a:pt x="2890837" y="2130455"/>
                </a:lnTo>
                <a:lnTo>
                  <a:pt x="2867025" y="2124075"/>
                </a:lnTo>
                <a:lnTo>
                  <a:pt x="2843212" y="2130455"/>
                </a:lnTo>
                <a:lnTo>
                  <a:pt x="2825780" y="2147887"/>
                </a:lnTo>
                <a:lnTo>
                  <a:pt x="2819400" y="2171700"/>
                </a:lnTo>
                <a:lnTo>
                  <a:pt x="2762250" y="2171700"/>
                </a:lnTo>
                <a:lnTo>
                  <a:pt x="2755869" y="2147887"/>
                </a:lnTo>
                <a:lnTo>
                  <a:pt x="2738437" y="2130455"/>
                </a:lnTo>
                <a:lnTo>
                  <a:pt x="2714625" y="2124075"/>
                </a:lnTo>
                <a:lnTo>
                  <a:pt x="2690812" y="2130455"/>
                </a:lnTo>
                <a:lnTo>
                  <a:pt x="2673380" y="2147887"/>
                </a:lnTo>
                <a:lnTo>
                  <a:pt x="2667000" y="2171700"/>
                </a:lnTo>
                <a:lnTo>
                  <a:pt x="2609850" y="2171700"/>
                </a:lnTo>
                <a:lnTo>
                  <a:pt x="2603469" y="2147887"/>
                </a:lnTo>
                <a:lnTo>
                  <a:pt x="2586037" y="2130455"/>
                </a:lnTo>
                <a:lnTo>
                  <a:pt x="2562225" y="2124075"/>
                </a:lnTo>
                <a:lnTo>
                  <a:pt x="2538412" y="2130455"/>
                </a:lnTo>
                <a:lnTo>
                  <a:pt x="2520980" y="2147887"/>
                </a:lnTo>
                <a:lnTo>
                  <a:pt x="2514600" y="2171700"/>
                </a:lnTo>
                <a:lnTo>
                  <a:pt x="2457450" y="2171700"/>
                </a:lnTo>
                <a:lnTo>
                  <a:pt x="2451069" y="2147887"/>
                </a:lnTo>
                <a:lnTo>
                  <a:pt x="2433637" y="2130455"/>
                </a:lnTo>
                <a:lnTo>
                  <a:pt x="2409825" y="2124075"/>
                </a:lnTo>
                <a:lnTo>
                  <a:pt x="2386012" y="2130455"/>
                </a:lnTo>
                <a:lnTo>
                  <a:pt x="2368580" y="2147887"/>
                </a:lnTo>
                <a:lnTo>
                  <a:pt x="2362200" y="2171700"/>
                </a:lnTo>
                <a:lnTo>
                  <a:pt x="2305050" y="2171700"/>
                </a:lnTo>
                <a:lnTo>
                  <a:pt x="2298669" y="2147887"/>
                </a:lnTo>
                <a:lnTo>
                  <a:pt x="2281237" y="2130455"/>
                </a:lnTo>
                <a:lnTo>
                  <a:pt x="2257425" y="2124075"/>
                </a:lnTo>
                <a:lnTo>
                  <a:pt x="2233612" y="2130455"/>
                </a:lnTo>
                <a:lnTo>
                  <a:pt x="2216180" y="2147887"/>
                </a:lnTo>
                <a:lnTo>
                  <a:pt x="2209800" y="2171700"/>
                </a:lnTo>
                <a:lnTo>
                  <a:pt x="2152650" y="2171700"/>
                </a:lnTo>
                <a:lnTo>
                  <a:pt x="2146269" y="2147887"/>
                </a:lnTo>
                <a:lnTo>
                  <a:pt x="2128837" y="2130455"/>
                </a:lnTo>
                <a:lnTo>
                  <a:pt x="2105025" y="2124075"/>
                </a:lnTo>
                <a:lnTo>
                  <a:pt x="2081212" y="2130455"/>
                </a:lnTo>
                <a:lnTo>
                  <a:pt x="2063780" y="2147887"/>
                </a:lnTo>
                <a:lnTo>
                  <a:pt x="2057400" y="2171700"/>
                </a:lnTo>
                <a:lnTo>
                  <a:pt x="2000250" y="2171700"/>
                </a:lnTo>
                <a:lnTo>
                  <a:pt x="1993869" y="2147887"/>
                </a:lnTo>
                <a:lnTo>
                  <a:pt x="1976437" y="2130455"/>
                </a:lnTo>
                <a:lnTo>
                  <a:pt x="1952625" y="2124075"/>
                </a:lnTo>
                <a:lnTo>
                  <a:pt x="1928812" y="2130455"/>
                </a:lnTo>
                <a:lnTo>
                  <a:pt x="1911380" y="2147887"/>
                </a:lnTo>
                <a:lnTo>
                  <a:pt x="1905000" y="2171700"/>
                </a:lnTo>
                <a:lnTo>
                  <a:pt x="1847850" y="2171700"/>
                </a:lnTo>
                <a:lnTo>
                  <a:pt x="1841469" y="2147887"/>
                </a:lnTo>
                <a:lnTo>
                  <a:pt x="1824037" y="2130455"/>
                </a:lnTo>
                <a:lnTo>
                  <a:pt x="1800225" y="2124075"/>
                </a:lnTo>
                <a:lnTo>
                  <a:pt x="1776412" y="2130455"/>
                </a:lnTo>
                <a:lnTo>
                  <a:pt x="1758980" y="2147887"/>
                </a:lnTo>
                <a:lnTo>
                  <a:pt x="1752600" y="2171700"/>
                </a:lnTo>
                <a:lnTo>
                  <a:pt x="1695450" y="2171700"/>
                </a:lnTo>
                <a:lnTo>
                  <a:pt x="1689069" y="2147887"/>
                </a:lnTo>
                <a:lnTo>
                  <a:pt x="1671637" y="2130455"/>
                </a:lnTo>
                <a:lnTo>
                  <a:pt x="1647825" y="2124075"/>
                </a:lnTo>
                <a:lnTo>
                  <a:pt x="1624012" y="2130455"/>
                </a:lnTo>
                <a:lnTo>
                  <a:pt x="1606580" y="2147887"/>
                </a:lnTo>
                <a:lnTo>
                  <a:pt x="1600200" y="2171700"/>
                </a:lnTo>
                <a:lnTo>
                  <a:pt x="1543050" y="2171700"/>
                </a:lnTo>
                <a:lnTo>
                  <a:pt x="1536669" y="2147887"/>
                </a:lnTo>
                <a:lnTo>
                  <a:pt x="1519237" y="2130455"/>
                </a:lnTo>
                <a:lnTo>
                  <a:pt x="1495425" y="2124075"/>
                </a:lnTo>
                <a:lnTo>
                  <a:pt x="1471612" y="2130455"/>
                </a:lnTo>
                <a:lnTo>
                  <a:pt x="1454180" y="2147887"/>
                </a:lnTo>
                <a:lnTo>
                  <a:pt x="1447800" y="2171700"/>
                </a:lnTo>
                <a:lnTo>
                  <a:pt x="1390650" y="2171700"/>
                </a:lnTo>
                <a:lnTo>
                  <a:pt x="1384269" y="2147887"/>
                </a:lnTo>
                <a:lnTo>
                  <a:pt x="1366837" y="2130455"/>
                </a:lnTo>
                <a:lnTo>
                  <a:pt x="1343025" y="2124075"/>
                </a:lnTo>
                <a:lnTo>
                  <a:pt x="1319212" y="2130455"/>
                </a:lnTo>
                <a:lnTo>
                  <a:pt x="1301780" y="2147887"/>
                </a:lnTo>
                <a:lnTo>
                  <a:pt x="1295400" y="2171700"/>
                </a:lnTo>
                <a:lnTo>
                  <a:pt x="1238250" y="2171700"/>
                </a:lnTo>
                <a:lnTo>
                  <a:pt x="1231869" y="2147887"/>
                </a:lnTo>
                <a:lnTo>
                  <a:pt x="1214437" y="2130455"/>
                </a:lnTo>
                <a:lnTo>
                  <a:pt x="1190625" y="2124075"/>
                </a:lnTo>
                <a:lnTo>
                  <a:pt x="1166812" y="2130455"/>
                </a:lnTo>
                <a:lnTo>
                  <a:pt x="1149380" y="2147887"/>
                </a:lnTo>
                <a:lnTo>
                  <a:pt x="1143000" y="2171700"/>
                </a:lnTo>
                <a:lnTo>
                  <a:pt x="1085850" y="2171700"/>
                </a:lnTo>
                <a:lnTo>
                  <a:pt x="1079469" y="2147887"/>
                </a:lnTo>
                <a:lnTo>
                  <a:pt x="1062037" y="2130455"/>
                </a:lnTo>
                <a:lnTo>
                  <a:pt x="1038225" y="2124075"/>
                </a:lnTo>
                <a:lnTo>
                  <a:pt x="1014412" y="2130455"/>
                </a:lnTo>
                <a:lnTo>
                  <a:pt x="996980" y="2147887"/>
                </a:lnTo>
                <a:lnTo>
                  <a:pt x="990600" y="2171700"/>
                </a:lnTo>
                <a:lnTo>
                  <a:pt x="933450" y="2171700"/>
                </a:lnTo>
                <a:lnTo>
                  <a:pt x="927069" y="2147887"/>
                </a:lnTo>
                <a:lnTo>
                  <a:pt x="909637" y="2130455"/>
                </a:lnTo>
                <a:lnTo>
                  <a:pt x="885825" y="2124075"/>
                </a:lnTo>
                <a:lnTo>
                  <a:pt x="862012" y="2130455"/>
                </a:lnTo>
                <a:lnTo>
                  <a:pt x="844580" y="2147887"/>
                </a:lnTo>
                <a:lnTo>
                  <a:pt x="838200" y="2171700"/>
                </a:lnTo>
                <a:lnTo>
                  <a:pt x="781050" y="2171700"/>
                </a:lnTo>
                <a:lnTo>
                  <a:pt x="774669" y="2147887"/>
                </a:lnTo>
                <a:lnTo>
                  <a:pt x="757237" y="2130455"/>
                </a:lnTo>
                <a:lnTo>
                  <a:pt x="733425" y="2124075"/>
                </a:lnTo>
                <a:lnTo>
                  <a:pt x="709612" y="2130455"/>
                </a:lnTo>
                <a:lnTo>
                  <a:pt x="692180" y="2147887"/>
                </a:lnTo>
                <a:lnTo>
                  <a:pt x="685800" y="2171700"/>
                </a:lnTo>
                <a:lnTo>
                  <a:pt x="628650" y="2171700"/>
                </a:lnTo>
                <a:lnTo>
                  <a:pt x="622269" y="2147887"/>
                </a:lnTo>
                <a:lnTo>
                  <a:pt x="604837" y="2130455"/>
                </a:lnTo>
                <a:lnTo>
                  <a:pt x="581025" y="2124075"/>
                </a:lnTo>
                <a:lnTo>
                  <a:pt x="557212" y="2130455"/>
                </a:lnTo>
                <a:lnTo>
                  <a:pt x="539780" y="2147887"/>
                </a:lnTo>
                <a:lnTo>
                  <a:pt x="533400" y="2171700"/>
                </a:lnTo>
                <a:lnTo>
                  <a:pt x="476250" y="2171700"/>
                </a:lnTo>
                <a:lnTo>
                  <a:pt x="469869" y="2147887"/>
                </a:lnTo>
                <a:lnTo>
                  <a:pt x="452437" y="2130455"/>
                </a:lnTo>
                <a:lnTo>
                  <a:pt x="428625" y="2124075"/>
                </a:lnTo>
                <a:lnTo>
                  <a:pt x="404812" y="2130455"/>
                </a:lnTo>
                <a:lnTo>
                  <a:pt x="387380" y="2147887"/>
                </a:lnTo>
                <a:lnTo>
                  <a:pt x="381000" y="2171700"/>
                </a:lnTo>
                <a:lnTo>
                  <a:pt x="323850" y="2171700"/>
                </a:lnTo>
                <a:lnTo>
                  <a:pt x="317469" y="2147887"/>
                </a:lnTo>
                <a:lnTo>
                  <a:pt x="300037" y="2130455"/>
                </a:lnTo>
                <a:lnTo>
                  <a:pt x="276225" y="2124075"/>
                </a:lnTo>
                <a:lnTo>
                  <a:pt x="252412" y="2130455"/>
                </a:lnTo>
                <a:lnTo>
                  <a:pt x="234980" y="2147887"/>
                </a:lnTo>
                <a:lnTo>
                  <a:pt x="228600" y="2171700"/>
                </a:lnTo>
                <a:lnTo>
                  <a:pt x="171450" y="2171700"/>
                </a:lnTo>
                <a:lnTo>
                  <a:pt x="165069" y="2147887"/>
                </a:lnTo>
                <a:lnTo>
                  <a:pt x="147637" y="2130455"/>
                </a:lnTo>
                <a:lnTo>
                  <a:pt x="123825" y="2124075"/>
                </a:lnTo>
                <a:lnTo>
                  <a:pt x="100012" y="2130455"/>
                </a:lnTo>
                <a:lnTo>
                  <a:pt x="82580" y="2147887"/>
                </a:lnTo>
                <a:lnTo>
                  <a:pt x="76200" y="2171700"/>
                </a:lnTo>
                <a:lnTo>
                  <a:pt x="0" y="2171700"/>
                </a:lnTo>
                <a:lnTo>
                  <a:pt x="0" y="2124075"/>
                </a:lnTo>
                <a:lnTo>
                  <a:pt x="23812" y="2117694"/>
                </a:lnTo>
                <a:lnTo>
                  <a:pt x="41244" y="2100262"/>
                </a:lnTo>
                <a:lnTo>
                  <a:pt x="47625" y="2076450"/>
                </a:lnTo>
                <a:lnTo>
                  <a:pt x="41244" y="2052637"/>
                </a:lnTo>
                <a:lnTo>
                  <a:pt x="23812" y="2035205"/>
                </a:lnTo>
                <a:lnTo>
                  <a:pt x="0" y="2028825"/>
                </a:lnTo>
                <a:lnTo>
                  <a:pt x="0" y="1971675"/>
                </a:lnTo>
                <a:lnTo>
                  <a:pt x="23812" y="1965294"/>
                </a:lnTo>
                <a:lnTo>
                  <a:pt x="41244" y="1947862"/>
                </a:lnTo>
                <a:lnTo>
                  <a:pt x="47625" y="1924050"/>
                </a:lnTo>
                <a:lnTo>
                  <a:pt x="41244" y="1900237"/>
                </a:lnTo>
                <a:lnTo>
                  <a:pt x="23812" y="1882805"/>
                </a:lnTo>
                <a:lnTo>
                  <a:pt x="0" y="1876425"/>
                </a:lnTo>
                <a:lnTo>
                  <a:pt x="0" y="1819275"/>
                </a:lnTo>
                <a:lnTo>
                  <a:pt x="23812" y="1812894"/>
                </a:lnTo>
                <a:lnTo>
                  <a:pt x="41244" y="1795462"/>
                </a:lnTo>
                <a:lnTo>
                  <a:pt x="47625" y="1771650"/>
                </a:lnTo>
                <a:lnTo>
                  <a:pt x="41244" y="1747837"/>
                </a:lnTo>
                <a:lnTo>
                  <a:pt x="23812" y="1730405"/>
                </a:lnTo>
                <a:lnTo>
                  <a:pt x="0" y="1724025"/>
                </a:lnTo>
                <a:lnTo>
                  <a:pt x="0" y="1666875"/>
                </a:lnTo>
                <a:lnTo>
                  <a:pt x="23812" y="1660494"/>
                </a:lnTo>
                <a:lnTo>
                  <a:pt x="41244" y="1643062"/>
                </a:lnTo>
                <a:lnTo>
                  <a:pt x="47625" y="1619250"/>
                </a:lnTo>
                <a:lnTo>
                  <a:pt x="41244" y="1595437"/>
                </a:lnTo>
                <a:lnTo>
                  <a:pt x="23812" y="1578005"/>
                </a:lnTo>
                <a:lnTo>
                  <a:pt x="0" y="1571625"/>
                </a:lnTo>
                <a:lnTo>
                  <a:pt x="0" y="1514475"/>
                </a:lnTo>
                <a:lnTo>
                  <a:pt x="23812" y="1508094"/>
                </a:lnTo>
                <a:lnTo>
                  <a:pt x="41244" y="1490662"/>
                </a:lnTo>
                <a:lnTo>
                  <a:pt x="47625" y="1466850"/>
                </a:lnTo>
                <a:lnTo>
                  <a:pt x="41244" y="1443037"/>
                </a:lnTo>
                <a:lnTo>
                  <a:pt x="23812" y="1425605"/>
                </a:lnTo>
                <a:lnTo>
                  <a:pt x="0" y="1419225"/>
                </a:lnTo>
                <a:lnTo>
                  <a:pt x="0" y="1362075"/>
                </a:lnTo>
                <a:lnTo>
                  <a:pt x="23812" y="1355694"/>
                </a:lnTo>
                <a:lnTo>
                  <a:pt x="41244" y="1338262"/>
                </a:lnTo>
                <a:lnTo>
                  <a:pt x="47625" y="1314450"/>
                </a:lnTo>
                <a:lnTo>
                  <a:pt x="41244" y="1290637"/>
                </a:lnTo>
                <a:lnTo>
                  <a:pt x="23812" y="1273205"/>
                </a:lnTo>
                <a:lnTo>
                  <a:pt x="0" y="1266825"/>
                </a:lnTo>
                <a:lnTo>
                  <a:pt x="0" y="1209675"/>
                </a:lnTo>
                <a:lnTo>
                  <a:pt x="23812" y="1203294"/>
                </a:lnTo>
                <a:lnTo>
                  <a:pt x="41244" y="1185862"/>
                </a:lnTo>
                <a:lnTo>
                  <a:pt x="47625" y="1162050"/>
                </a:lnTo>
                <a:lnTo>
                  <a:pt x="41244" y="1138237"/>
                </a:lnTo>
                <a:lnTo>
                  <a:pt x="23812" y="1120805"/>
                </a:lnTo>
                <a:lnTo>
                  <a:pt x="0" y="1114425"/>
                </a:lnTo>
                <a:lnTo>
                  <a:pt x="0" y="1057275"/>
                </a:lnTo>
                <a:lnTo>
                  <a:pt x="23812" y="1050894"/>
                </a:lnTo>
                <a:lnTo>
                  <a:pt x="41244" y="1033462"/>
                </a:lnTo>
                <a:lnTo>
                  <a:pt x="47625" y="1009650"/>
                </a:lnTo>
                <a:lnTo>
                  <a:pt x="41244" y="985837"/>
                </a:lnTo>
                <a:lnTo>
                  <a:pt x="23812" y="968405"/>
                </a:lnTo>
                <a:lnTo>
                  <a:pt x="0" y="962025"/>
                </a:lnTo>
                <a:lnTo>
                  <a:pt x="0" y="904875"/>
                </a:lnTo>
                <a:lnTo>
                  <a:pt x="23812" y="898494"/>
                </a:lnTo>
                <a:lnTo>
                  <a:pt x="41244" y="881062"/>
                </a:lnTo>
                <a:lnTo>
                  <a:pt x="47625" y="857250"/>
                </a:lnTo>
                <a:lnTo>
                  <a:pt x="41244" y="833437"/>
                </a:lnTo>
                <a:lnTo>
                  <a:pt x="23812" y="816005"/>
                </a:lnTo>
                <a:lnTo>
                  <a:pt x="0" y="809625"/>
                </a:lnTo>
                <a:lnTo>
                  <a:pt x="0" y="752475"/>
                </a:lnTo>
                <a:lnTo>
                  <a:pt x="23812" y="746094"/>
                </a:lnTo>
                <a:lnTo>
                  <a:pt x="41244" y="728662"/>
                </a:lnTo>
                <a:lnTo>
                  <a:pt x="47625" y="704850"/>
                </a:lnTo>
                <a:lnTo>
                  <a:pt x="41244" y="681037"/>
                </a:lnTo>
                <a:lnTo>
                  <a:pt x="23812" y="663605"/>
                </a:lnTo>
                <a:lnTo>
                  <a:pt x="0" y="657225"/>
                </a:lnTo>
                <a:lnTo>
                  <a:pt x="0" y="600075"/>
                </a:lnTo>
                <a:lnTo>
                  <a:pt x="23812" y="593694"/>
                </a:lnTo>
                <a:lnTo>
                  <a:pt x="41244" y="576262"/>
                </a:lnTo>
                <a:lnTo>
                  <a:pt x="47625" y="552450"/>
                </a:lnTo>
                <a:lnTo>
                  <a:pt x="41244" y="528637"/>
                </a:lnTo>
                <a:lnTo>
                  <a:pt x="23812" y="511205"/>
                </a:lnTo>
                <a:lnTo>
                  <a:pt x="0" y="504825"/>
                </a:lnTo>
                <a:lnTo>
                  <a:pt x="0" y="447675"/>
                </a:lnTo>
                <a:lnTo>
                  <a:pt x="23812" y="441294"/>
                </a:lnTo>
                <a:lnTo>
                  <a:pt x="41244" y="423862"/>
                </a:lnTo>
                <a:lnTo>
                  <a:pt x="47625" y="400050"/>
                </a:lnTo>
                <a:lnTo>
                  <a:pt x="41244" y="376237"/>
                </a:lnTo>
                <a:lnTo>
                  <a:pt x="23812" y="358805"/>
                </a:lnTo>
                <a:lnTo>
                  <a:pt x="0" y="352425"/>
                </a:lnTo>
                <a:lnTo>
                  <a:pt x="0" y="295275"/>
                </a:lnTo>
                <a:lnTo>
                  <a:pt x="23812" y="288894"/>
                </a:lnTo>
                <a:lnTo>
                  <a:pt x="41244" y="271462"/>
                </a:lnTo>
                <a:lnTo>
                  <a:pt x="47625" y="247650"/>
                </a:lnTo>
                <a:lnTo>
                  <a:pt x="41244" y="223837"/>
                </a:lnTo>
                <a:lnTo>
                  <a:pt x="23812" y="206405"/>
                </a:lnTo>
                <a:lnTo>
                  <a:pt x="0" y="200025"/>
                </a:lnTo>
                <a:lnTo>
                  <a:pt x="0" y="142875"/>
                </a:lnTo>
                <a:lnTo>
                  <a:pt x="23812" y="136494"/>
                </a:lnTo>
                <a:lnTo>
                  <a:pt x="41244" y="119062"/>
                </a:lnTo>
                <a:lnTo>
                  <a:pt x="47625" y="95250"/>
                </a:lnTo>
                <a:lnTo>
                  <a:pt x="41244" y="71437"/>
                </a:lnTo>
                <a:lnTo>
                  <a:pt x="23812" y="54005"/>
                </a:lnTo>
                <a:lnTo>
                  <a:pt x="0" y="47625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1528000">
            <a:off x="6372225" y="4333875"/>
            <a:ext cx="3733800" cy="2000250"/>
          </a:xfrm>
          <a:prstGeom prst="rect">
            <a:avLst/>
          </a:prstGeom>
          <a:noFill/>
          <a:ln w="14287">
            <a:solidFill>
              <a:srgbClr val="8F6B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21528000">
            <a:off x="7987784" y="4019788"/>
            <a:ext cx="457200" cy="457200"/>
          </a:xfrm>
          <a:prstGeom prst="ellipse">
            <a:avLst/>
          </a:prstGeom>
          <a:solidFill>
            <a:srgbClr val="F3EBDD"/>
          </a:solidFill>
          <a:ln w="28575">
            <a:solidFill>
              <a:srgbClr val="5C2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510"/>
              </a:lnSpc>
            </a:pPr>
            <a:r>
              <a:rPr sz="1425" b="1">
                <a:solidFill>
                  <a:srgbClr val="5C2E14"/>
                </a:solidFill>
                <a:latin typeface="Arial Black"/>
                <a:ea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 rot="21528000">
            <a:off x="6559398" y="4583106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F3EBDD"/>
                </a:solidFill>
                <a:latin typeface="Arial"/>
                <a:ea typeface="맑은 고딕"/>
              </a:rPr>
              <a:t>피지컬AI 직군</a:t>
            </a:r>
          </a:p>
        </p:txBody>
      </p:sp>
      <p:sp>
        <p:nvSpPr>
          <p:cNvPr id="29" name="Rounded Rectangle 28"/>
          <p:cNvSpPr/>
          <p:nvPr/>
        </p:nvSpPr>
        <p:spPr>
          <a:xfrm rot="21528000">
            <a:off x="9049997" y="4565102"/>
            <a:ext cx="842962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장기 감소</a:t>
            </a:r>
          </a:p>
        </p:txBody>
      </p:sp>
      <p:sp>
        <p:nvSpPr>
          <p:cNvPr id="30" name="TextBox 29"/>
          <p:cNvSpPr txBox="1"/>
          <p:nvPr/>
        </p:nvSpPr>
        <p:spPr>
          <a:xfrm rot="21528000">
            <a:off x="6579032" y="4991028"/>
            <a:ext cx="333375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노출도가 높은 직업의 취업자수는 생성형 · 에이전틱과 달리 수도권 · 비수도권 모두에서 오랫동안 꾸준히 줄어 왔습니다.</a:t>
            </a:r>
          </a:p>
        </p:txBody>
      </p:sp>
      <p:pic>
        <p:nvPicPr>
          <p:cNvPr id="31" name="Picture 30" descr="sprig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60000">
            <a:off x="0" y="2381250"/>
            <a:ext cx="1905000" cy="4191000"/>
          </a:xfrm>
          <a:prstGeom prst="rect">
            <a:avLst/>
          </a:prstGeom>
        </p:spPr>
      </p:pic>
      <p:pic>
        <p:nvPicPr>
          <p:cNvPr id="32" name="Picture 31" descr="sprig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20000">
            <a:off x="10382250" y="2667000"/>
            <a:ext cx="19050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180000">
            <a:off x="8143225" y="-523082"/>
            <a:ext cx="4570119" cy="7981578"/>
          </a:xfrm>
          <a:custGeom>
            <a:avLst/>
            <a:gdLst/>
            <a:ahLst/>
            <a:cxnLst/>
            <a:rect l="l" t="t" r="r" b="b"/>
            <a:pathLst>
              <a:path w="4570119" h="7981578">
                <a:moveTo>
                  <a:pt x="48275" y="62642"/>
                </a:moveTo>
                <a:lnTo>
                  <a:pt x="134366" y="68060"/>
                </a:lnTo>
                <a:lnTo>
                  <a:pt x="220457" y="58997"/>
                </a:lnTo>
                <a:lnTo>
                  <a:pt x="306549" y="21967"/>
                </a:lnTo>
                <a:lnTo>
                  <a:pt x="392640" y="60010"/>
                </a:lnTo>
                <a:lnTo>
                  <a:pt x="478731" y="32935"/>
                </a:lnTo>
                <a:lnTo>
                  <a:pt x="564823" y="21719"/>
                </a:lnTo>
                <a:lnTo>
                  <a:pt x="650914" y="12743"/>
                </a:lnTo>
                <a:lnTo>
                  <a:pt x="737005" y="5059"/>
                </a:lnTo>
                <a:lnTo>
                  <a:pt x="823097" y="22195"/>
                </a:lnTo>
                <a:lnTo>
                  <a:pt x="909188" y="17502"/>
                </a:lnTo>
                <a:lnTo>
                  <a:pt x="995279" y="30987"/>
                </a:lnTo>
                <a:lnTo>
                  <a:pt x="1081371" y="22682"/>
                </a:lnTo>
                <a:lnTo>
                  <a:pt x="1167462" y="17451"/>
                </a:lnTo>
                <a:lnTo>
                  <a:pt x="1253553" y="32966"/>
                </a:lnTo>
                <a:lnTo>
                  <a:pt x="1339645" y="45822"/>
                </a:lnTo>
                <a:lnTo>
                  <a:pt x="1425736" y="26787"/>
                </a:lnTo>
                <a:lnTo>
                  <a:pt x="1511827" y="51920"/>
                </a:lnTo>
                <a:lnTo>
                  <a:pt x="1597919" y="53279"/>
                </a:lnTo>
                <a:lnTo>
                  <a:pt x="1684010" y="66307"/>
                </a:lnTo>
                <a:lnTo>
                  <a:pt x="1770101" y="50209"/>
                </a:lnTo>
                <a:lnTo>
                  <a:pt x="1856193" y="74890"/>
                </a:lnTo>
                <a:lnTo>
                  <a:pt x="1942284" y="84882"/>
                </a:lnTo>
                <a:lnTo>
                  <a:pt x="2028375" y="60305"/>
                </a:lnTo>
                <a:lnTo>
                  <a:pt x="2114467" y="61822"/>
                </a:lnTo>
                <a:lnTo>
                  <a:pt x="2200558" y="38628"/>
                </a:lnTo>
                <a:lnTo>
                  <a:pt x="2286650" y="42511"/>
                </a:lnTo>
                <a:lnTo>
                  <a:pt x="2372741" y="41755"/>
                </a:lnTo>
                <a:lnTo>
                  <a:pt x="2458832" y="50329"/>
                </a:lnTo>
                <a:lnTo>
                  <a:pt x="2544924" y="51008"/>
                </a:lnTo>
                <a:lnTo>
                  <a:pt x="2631015" y="36633"/>
                </a:lnTo>
                <a:lnTo>
                  <a:pt x="2717106" y="27672"/>
                </a:lnTo>
                <a:lnTo>
                  <a:pt x="2803198" y="47335"/>
                </a:lnTo>
                <a:lnTo>
                  <a:pt x="2889289" y="36892"/>
                </a:lnTo>
                <a:lnTo>
                  <a:pt x="2975380" y="56999"/>
                </a:lnTo>
                <a:lnTo>
                  <a:pt x="3061472" y="44887"/>
                </a:lnTo>
                <a:lnTo>
                  <a:pt x="3147563" y="39727"/>
                </a:lnTo>
                <a:lnTo>
                  <a:pt x="3233654" y="9909"/>
                </a:lnTo>
                <a:lnTo>
                  <a:pt x="3319746" y="27866"/>
                </a:lnTo>
                <a:lnTo>
                  <a:pt x="3405837" y="17290"/>
                </a:lnTo>
                <a:lnTo>
                  <a:pt x="3491928" y="32373"/>
                </a:lnTo>
                <a:lnTo>
                  <a:pt x="3578020" y="12222"/>
                </a:lnTo>
                <a:lnTo>
                  <a:pt x="3664111" y="27052"/>
                </a:lnTo>
                <a:lnTo>
                  <a:pt x="3750202" y="36374"/>
                </a:lnTo>
                <a:lnTo>
                  <a:pt x="3836294" y="4244"/>
                </a:lnTo>
                <a:lnTo>
                  <a:pt x="3922385" y="26455"/>
                </a:lnTo>
                <a:lnTo>
                  <a:pt x="4008476" y="35867"/>
                </a:lnTo>
                <a:lnTo>
                  <a:pt x="4094568" y="0"/>
                </a:lnTo>
                <a:lnTo>
                  <a:pt x="4180659" y="11089"/>
                </a:lnTo>
                <a:lnTo>
                  <a:pt x="4266750" y="17551"/>
                </a:lnTo>
                <a:lnTo>
                  <a:pt x="4352842" y="11260"/>
                </a:lnTo>
                <a:lnTo>
                  <a:pt x="4438933" y="14036"/>
                </a:lnTo>
                <a:lnTo>
                  <a:pt x="4500405" y="46832"/>
                </a:lnTo>
                <a:lnTo>
                  <a:pt x="4520102" y="132765"/>
                </a:lnTo>
                <a:lnTo>
                  <a:pt x="4489754" y="218697"/>
                </a:lnTo>
                <a:lnTo>
                  <a:pt x="4492765" y="304629"/>
                </a:lnTo>
                <a:lnTo>
                  <a:pt x="4504689" y="390561"/>
                </a:lnTo>
                <a:lnTo>
                  <a:pt x="4507887" y="476493"/>
                </a:lnTo>
                <a:lnTo>
                  <a:pt x="4499327" y="562424"/>
                </a:lnTo>
                <a:lnTo>
                  <a:pt x="4515243" y="648356"/>
                </a:lnTo>
                <a:lnTo>
                  <a:pt x="4498194" y="734288"/>
                </a:lnTo>
                <a:lnTo>
                  <a:pt x="4477772" y="820220"/>
                </a:lnTo>
                <a:lnTo>
                  <a:pt x="4507967" y="906152"/>
                </a:lnTo>
                <a:lnTo>
                  <a:pt x="4510288" y="992084"/>
                </a:lnTo>
                <a:lnTo>
                  <a:pt x="4496710" y="1078016"/>
                </a:lnTo>
                <a:lnTo>
                  <a:pt x="4487334" y="1163948"/>
                </a:lnTo>
                <a:lnTo>
                  <a:pt x="4479819" y="1249880"/>
                </a:lnTo>
                <a:lnTo>
                  <a:pt x="4492322" y="1335812"/>
                </a:lnTo>
                <a:lnTo>
                  <a:pt x="4508774" y="1421745"/>
                </a:lnTo>
                <a:lnTo>
                  <a:pt x="4520157" y="1507677"/>
                </a:lnTo>
                <a:lnTo>
                  <a:pt x="4513124" y="1593609"/>
                </a:lnTo>
                <a:lnTo>
                  <a:pt x="4506396" y="1679541"/>
                </a:lnTo>
                <a:lnTo>
                  <a:pt x="4532363" y="1765473"/>
                </a:lnTo>
                <a:lnTo>
                  <a:pt x="4528382" y="1851405"/>
                </a:lnTo>
                <a:lnTo>
                  <a:pt x="4509053" y="1937337"/>
                </a:lnTo>
                <a:lnTo>
                  <a:pt x="4493690" y="2023269"/>
                </a:lnTo>
                <a:lnTo>
                  <a:pt x="4526798" y="2109201"/>
                </a:lnTo>
                <a:lnTo>
                  <a:pt x="4511155" y="2195133"/>
                </a:lnTo>
                <a:lnTo>
                  <a:pt x="4498368" y="2281065"/>
                </a:lnTo>
                <a:lnTo>
                  <a:pt x="4486107" y="2366997"/>
                </a:lnTo>
                <a:lnTo>
                  <a:pt x="4482444" y="2452929"/>
                </a:lnTo>
                <a:lnTo>
                  <a:pt x="4509307" y="2538861"/>
                </a:lnTo>
                <a:lnTo>
                  <a:pt x="4520044" y="2624793"/>
                </a:lnTo>
                <a:lnTo>
                  <a:pt x="4488415" y="2710726"/>
                </a:lnTo>
                <a:lnTo>
                  <a:pt x="4527796" y="2796658"/>
                </a:lnTo>
                <a:lnTo>
                  <a:pt x="4518410" y="2882590"/>
                </a:lnTo>
                <a:lnTo>
                  <a:pt x="4497845" y="2968522"/>
                </a:lnTo>
                <a:lnTo>
                  <a:pt x="4536863" y="3054454"/>
                </a:lnTo>
                <a:lnTo>
                  <a:pt x="4527670" y="3140386"/>
                </a:lnTo>
                <a:lnTo>
                  <a:pt x="4517342" y="3226318"/>
                </a:lnTo>
                <a:lnTo>
                  <a:pt x="4488342" y="3312250"/>
                </a:lnTo>
                <a:lnTo>
                  <a:pt x="4512390" y="3398182"/>
                </a:lnTo>
                <a:lnTo>
                  <a:pt x="4499198" y="3484114"/>
                </a:lnTo>
                <a:lnTo>
                  <a:pt x="4479278" y="3570046"/>
                </a:lnTo>
                <a:lnTo>
                  <a:pt x="4521298" y="3655978"/>
                </a:lnTo>
                <a:lnTo>
                  <a:pt x="4506742" y="3741910"/>
                </a:lnTo>
                <a:lnTo>
                  <a:pt x="4535722" y="3827842"/>
                </a:lnTo>
                <a:lnTo>
                  <a:pt x="4536813" y="3913774"/>
                </a:lnTo>
                <a:lnTo>
                  <a:pt x="4545153" y="3999707"/>
                </a:lnTo>
                <a:lnTo>
                  <a:pt x="4550811" y="4085639"/>
                </a:lnTo>
                <a:lnTo>
                  <a:pt x="4547674" y="4171571"/>
                </a:lnTo>
                <a:lnTo>
                  <a:pt x="4556535" y="4257503"/>
                </a:lnTo>
                <a:lnTo>
                  <a:pt x="4535575" y="4343435"/>
                </a:lnTo>
                <a:lnTo>
                  <a:pt x="4531441" y="4429367"/>
                </a:lnTo>
                <a:lnTo>
                  <a:pt x="4537647" y="4515299"/>
                </a:lnTo>
                <a:lnTo>
                  <a:pt x="4525618" y="4601231"/>
                </a:lnTo>
                <a:lnTo>
                  <a:pt x="4501815" y="4687163"/>
                </a:lnTo>
                <a:lnTo>
                  <a:pt x="4513502" y="4773095"/>
                </a:lnTo>
                <a:lnTo>
                  <a:pt x="4550520" y="4859027"/>
                </a:lnTo>
                <a:lnTo>
                  <a:pt x="4531430" y="4944959"/>
                </a:lnTo>
                <a:lnTo>
                  <a:pt x="4512815" y="5030891"/>
                </a:lnTo>
                <a:lnTo>
                  <a:pt x="4517091" y="5116823"/>
                </a:lnTo>
                <a:lnTo>
                  <a:pt x="4550779" y="5202755"/>
                </a:lnTo>
                <a:lnTo>
                  <a:pt x="4546723" y="5288687"/>
                </a:lnTo>
                <a:lnTo>
                  <a:pt x="4532461" y="5374620"/>
                </a:lnTo>
                <a:lnTo>
                  <a:pt x="4530615" y="5460552"/>
                </a:lnTo>
                <a:lnTo>
                  <a:pt x="4524841" y="5546484"/>
                </a:lnTo>
                <a:lnTo>
                  <a:pt x="4547540" y="5632416"/>
                </a:lnTo>
                <a:lnTo>
                  <a:pt x="4531548" y="5718348"/>
                </a:lnTo>
                <a:lnTo>
                  <a:pt x="4543987" y="5804280"/>
                </a:lnTo>
                <a:lnTo>
                  <a:pt x="4549098" y="5890212"/>
                </a:lnTo>
                <a:lnTo>
                  <a:pt x="4545703" y="5976144"/>
                </a:lnTo>
                <a:lnTo>
                  <a:pt x="4563879" y="6062076"/>
                </a:lnTo>
                <a:lnTo>
                  <a:pt x="4536856" y="6148008"/>
                </a:lnTo>
                <a:lnTo>
                  <a:pt x="4521035" y="6233940"/>
                </a:lnTo>
                <a:lnTo>
                  <a:pt x="4529037" y="6319872"/>
                </a:lnTo>
                <a:lnTo>
                  <a:pt x="4521099" y="6405804"/>
                </a:lnTo>
                <a:lnTo>
                  <a:pt x="4531213" y="6491736"/>
                </a:lnTo>
                <a:lnTo>
                  <a:pt x="4489075" y="6577668"/>
                </a:lnTo>
                <a:lnTo>
                  <a:pt x="4534154" y="6663601"/>
                </a:lnTo>
                <a:lnTo>
                  <a:pt x="4520733" y="6749533"/>
                </a:lnTo>
                <a:lnTo>
                  <a:pt x="4514362" y="6835465"/>
                </a:lnTo>
                <a:lnTo>
                  <a:pt x="4536990" y="6921397"/>
                </a:lnTo>
                <a:lnTo>
                  <a:pt x="4517618" y="7007329"/>
                </a:lnTo>
                <a:lnTo>
                  <a:pt x="4499159" y="7093261"/>
                </a:lnTo>
                <a:lnTo>
                  <a:pt x="4528863" y="7179193"/>
                </a:lnTo>
                <a:lnTo>
                  <a:pt x="4518946" y="7265125"/>
                </a:lnTo>
                <a:lnTo>
                  <a:pt x="4514311" y="7351057"/>
                </a:lnTo>
                <a:lnTo>
                  <a:pt x="4504928" y="7436989"/>
                </a:lnTo>
                <a:lnTo>
                  <a:pt x="4527715" y="7522921"/>
                </a:lnTo>
                <a:lnTo>
                  <a:pt x="4536314" y="7608853"/>
                </a:lnTo>
                <a:lnTo>
                  <a:pt x="4554732" y="7694785"/>
                </a:lnTo>
                <a:lnTo>
                  <a:pt x="4535452" y="7780717"/>
                </a:lnTo>
                <a:lnTo>
                  <a:pt x="4570119" y="7866649"/>
                </a:lnTo>
                <a:lnTo>
                  <a:pt x="4525025" y="7965674"/>
                </a:lnTo>
                <a:lnTo>
                  <a:pt x="4438933" y="7977252"/>
                </a:lnTo>
                <a:lnTo>
                  <a:pt x="4352842" y="7943731"/>
                </a:lnTo>
                <a:lnTo>
                  <a:pt x="4266750" y="7957052"/>
                </a:lnTo>
                <a:lnTo>
                  <a:pt x="4180659" y="7951810"/>
                </a:lnTo>
                <a:lnTo>
                  <a:pt x="4094568" y="7957880"/>
                </a:lnTo>
                <a:lnTo>
                  <a:pt x="4008476" y="7966022"/>
                </a:lnTo>
                <a:lnTo>
                  <a:pt x="3922385" y="7967954"/>
                </a:lnTo>
                <a:lnTo>
                  <a:pt x="3836294" y="7980934"/>
                </a:lnTo>
                <a:lnTo>
                  <a:pt x="3750202" y="7960850"/>
                </a:lnTo>
                <a:lnTo>
                  <a:pt x="3664111" y="7976620"/>
                </a:lnTo>
                <a:lnTo>
                  <a:pt x="3578020" y="7968224"/>
                </a:lnTo>
                <a:lnTo>
                  <a:pt x="3491928" y="7968768"/>
                </a:lnTo>
                <a:lnTo>
                  <a:pt x="3405837" y="7981578"/>
                </a:lnTo>
                <a:lnTo>
                  <a:pt x="3319746" y="7960045"/>
                </a:lnTo>
                <a:lnTo>
                  <a:pt x="3233654" y="7957054"/>
                </a:lnTo>
                <a:lnTo>
                  <a:pt x="3147563" y="7968074"/>
                </a:lnTo>
                <a:lnTo>
                  <a:pt x="3061472" y="7940279"/>
                </a:lnTo>
                <a:lnTo>
                  <a:pt x="2975380" y="7969412"/>
                </a:lnTo>
                <a:lnTo>
                  <a:pt x="2889289" y="7942698"/>
                </a:lnTo>
                <a:lnTo>
                  <a:pt x="2803198" y="7957286"/>
                </a:lnTo>
                <a:lnTo>
                  <a:pt x="2717106" y="7942157"/>
                </a:lnTo>
                <a:lnTo>
                  <a:pt x="2631015" y="7951116"/>
                </a:lnTo>
                <a:lnTo>
                  <a:pt x="2544924" y="7954674"/>
                </a:lnTo>
                <a:lnTo>
                  <a:pt x="2458832" y="7961010"/>
                </a:lnTo>
                <a:lnTo>
                  <a:pt x="2372741" y="7925534"/>
                </a:lnTo>
                <a:lnTo>
                  <a:pt x="2286650" y="7934579"/>
                </a:lnTo>
                <a:lnTo>
                  <a:pt x="2200558" y="7938619"/>
                </a:lnTo>
                <a:lnTo>
                  <a:pt x="2114467" y="7942428"/>
                </a:lnTo>
                <a:lnTo>
                  <a:pt x="2028375" y="7937014"/>
                </a:lnTo>
                <a:lnTo>
                  <a:pt x="1942284" y="7959754"/>
                </a:lnTo>
                <a:lnTo>
                  <a:pt x="1856193" y="7941864"/>
                </a:lnTo>
                <a:lnTo>
                  <a:pt x="1770101" y="7954207"/>
                </a:lnTo>
                <a:lnTo>
                  <a:pt x="1684010" y="7949653"/>
                </a:lnTo>
                <a:lnTo>
                  <a:pt x="1597919" y="7953017"/>
                </a:lnTo>
                <a:lnTo>
                  <a:pt x="1511827" y="7937520"/>
                </a:lnTo>
                <a:lnTo>
                  <a:pt x="1425736" y="7943089"/>
                </a:lnTo>
                <a:lnTo>
                  <a:pt x="1339645" y="7906549"/>
                </a:lnTo>
                <a:lnTo>
                  <a:pt x="1253553" y="7926796"/>
                </a:lnTo>
                <a:lnTo>
                  <a:pt x="1167462" y="7911791"/>
                </a:lnTo>
                <a:lnTo>
                  <a:pt x="1081371" y="7920564"/>
                </a:lnTo>
                <a:lnTo>
                  <a:pt x="995279" y="7920933"/>
                </a:lnTo>
                <a:lnTo>
                  <a:pt x="909188" y="7935344"/>
                </a:lnTo>
                <a:lnTo>
                  <a:pt x="823097" y="7912691"/>
                </a:lnTo>
                <a:lnTo>
                  <a:pt x="737005" y="7926990"/>
                </a:lnTo>
                <a:lnTo>
                  <a:pt x="650914" y="7935906"/>
                </a:lnTo>
                <a:lnTo>
                  <a:pt x="564823" y="7941539"/>
                </a:lnTo>
                <a:lnTo>
                  <a:pt x="478731" y="7922571"/>
                </a:lnTo>
                <a:lnTo>
                  <a:pt x="392640" y="7940211"/>
                </a:lnTo>
                <a:lnTo>
                  <a:pt x="306549" y="7920696"/>
                </a:lnTo>
                <a:lnTo>
                  <a:pt x="220457" y="7939803"/>
                </a:lnTo>
                <a:lnTo>
                  <a:pt x="134366" y="7970015"/>
                </a:lnTo>
                <a:lnTo>
                  <a:pt x="39859" y="7952582"/>
                </a:lnTo>
                <a:lnTo>
                  <a:pt x="39899" y="7866649"/>
                </a:lnTo>
                <a:lnTo>
                  <a:pt x="54527" y="7780717"/>
                </a:lnTo>
                <a:lnTo>
                  <a:pt x="31002" y="7694785"/>
                </a:lnTo>
                <a:lnTo>
                  <a:pt x="34077" y="7608853"/>
                </a:lnTo>
                <a:lnTo>
                  <a:pt x="26015" y="7522921"/>
                </a:lnTo>
                <a:lnTo>
                  <a:pt x="29848" y="7436989"/>
                </a:lnTo>
                <a:lnTo>
                  <a:pt x="31674" y="7351057"/>
                </a:lnTo>
                <a:lnTo>
                  <a:pt x="22390" y="7265125"/>
                </a:lnTo>
                <a:lnTo>
                  <a:pt x="34140" y="7179193"/>
                </a:lnTo>
                <a:lnTo>
                  <a:pt x="4675" y="7093261"/>
                </a:lnTo>
                <a:lnTo>
                  <a:pt x="7567" y="7007329"/>
                </a:lnTo>
                <a:lnTo>
                  <a:pt x="21971" y="6921397"/>
                </a:lnTo>
                <a:lnTo>
                  <a:pt x="12836" y="6835465"/>
                </a:lnTo>
                <a:lnTo>
                  <a:pt x="17405" y="6749533"/>
                </a:lnTo>
                <a:lnTo>
                  <a:pt x="35276" y="6663601"/>
                </a:lnTo>
                <a:lnTo>
                  <a:pt x="52180" y="6577668"/>
                </a:lnTo>
                <a:lnTo>
                  <a:pt x="44001" y="6491736"/>
                </a:lnTo>
                <a:lnTo>
                  <a:pt x="30197" y="6405804"/>
                </a:lnTo>
                <a:lnTo>
                  <a:pt x="40681" y="6319872"/>
                </a:lnTo>
                <a:lnTo>
                  <a:pt x="56682" y="6233940"/>
                </a:lnTo>
                <a:lnTo>
                  <a:pt x="23435" y="6148008"/>
                </a:lnTo>
                <a:lnTo>
                  <a:pt x="18146" y="6062076"/>
                </a:lnTo>
                <a:lnTo>
                  <a:pt x="9457" y="5976144"/>
                </a:lnTo>
                <a:lnTo>
                  <a:pt x="25444" y="5890212"/>
                </a:lnTo>
                <a:lnTo>
                  <a:pt x="47371" y="5804280"/>
                </a:lnTo>
                <a:lnTo>
                  <a:pt x="18793" y="5718348"/>
                </a:lnTo>
                <a:lnTo>
                  <a:pt x="233" y="5632416"/>
                </a:lnTo>
                <a:lnTo>
                  <a:pt x="6846" y="5546484"/>
                </a:lnTo>
                <a:lnTo>
                  <a:pt x="8862" y="5460552"/>
                </a:lnTo>
                <a:lnTo>
                  <a:pt x="24176" y="5374620"/>
                </a:lnTo>
                <a:lnTo>
                  <a:pt x="40624" y="5288687"/>
                </a:lnTo>
                <a:lnTo>
                  <a:pt x="30703" y="5202755"/>
                </a:lnTo>
                <a:lnTo>
                  <a:pt x="47467" y="5116823"/>
                </a:lnTo>
                <a:lnTo>
                  <a:pt x="34522" y="5030891"/>
                </a:lnTo>
                <a:lnTo>
                  <a:pt x="27461" y="4944959"/>
                </a:lnTo>
                <a:lnTo>
                  <a:pt x="0" y="4859027"/>
                </a:lnTo>
                <a:lnTo>
                  <a:pt x="25926" y="4773095"/>
                </a:lnTo>
                <a:lnTo>
                  <a:pt x="37748" y="4687163"/>
                </a:lnTo>
                <a:lnTo>
                  <a:pt x="32847" y="4601231"/>
                </a:lnTo>
                <a:lnTo>
                  <a:pt x="68810" y="4515299"/>
                </a:lnTo>
                <a:lnTo>
                  <a:pt x="44808" y="4429367"/>
                </a:lnTo>
                <a:lnTo>
                  <a:pt x="43469" y="4343435"/>
                </a:lnTo>
                <a:lnTo>
                  <a:pt x="62242" y="4257503"/>
                </a:lnTo>
                <a:lnTo>
                  <a:pt x="83162" y="4171571"/>
                </a:lnTo>
                <a:lnTo>
                  <a:pt x="72314" y="4085639"/>
                </a:lnTo>
                <a:lnTo>
                  <a:pt x="71406" y="3999707"/>
                </a:lnTo>
                <a:lnTo>
                  <a:pt x="73272" y="3913774"/>
                </a:lnTo>
                <a:lnTo>
                  <a:pt x="82621" y="3827842"/>
                </a:lnTo>
                <a:lnTo>
                  <a:pt x="80430" y="3741910"/>
                </a:lnTo>
                <a:lnTo>
                  <a:pt x="43094" y="3655978"/>
                </a:lnTo>
                <a:lnTo>
                  <a:pt x="64554" y="3570046"/>
                </a:lnTo>
                <a:lnTo>
                  <a:pt x="56116" y="3484114"/>
                </a:lnTo>
                <a:lnTo>
                  <a:pt x="65502" y="3398182"/>
                </a:lnTo>
                <a:lnTo>
                  <a:pt x="49715" y="3312250"/>
                </a:lnTo>
                <a:lnTo>
                  <a:pt x="40758" y="3226318"/>
                </a:lnTo>
                <a:lnTo>
                  <a:pt x="48723" y="3140386"/>
                </a:lnTo>
                <a:lnTo>
                  <a:pt x="56129" y="3054454"/>
                </a:lnTo>
                <a:lnTo>
                  <a:pt x="71158" y="2968522"/>
                </a:lnTo>
                <a:lnTo>
                  <a:pt x="62344" y="2882590"/>
                </a:lnTo>
                <a:lnTo>
                  <a:pt x="86029" y="2796658"/>
                </a:lnTo>
                <a:lnTo>
                  <a:pt x="66581" y="2710726"/>
                </a:lnTo>
                <a:lnTo>
                  <a:pt x="70730" y="2624793"/>
                </a:lnTo>
                <a:lnTo>
                  <a:pt x="66141" y="2538861"/>
                </a:lnTo>
                <a:lnTo>
                  <a:pt x="45486" y="2452929"/>
                </a:lnTo>
                <a:lnTo>
                  <a:pt x="73050" y="2366997"/>
                </a:lnTo>
                <a:lnTo>
                  <a:pt x="51838" y="2281065"/>
                </a:lnTo>
                <a:lnTo>
                  <a:pt x="62788" y="2195133"/>
                </a:lnTo>
                <a:lnTo>
                  <a:pt x="80212" y="2109201"/>
                </a:lnTo>
                <a:lnTo>
                  <a:pt x="69566" y="2023269"/>
                </a:lnTo>
                <a:lnTo>
                  <a:pt x="73704" y="1937337"/>
                </a:lnTo>
                <a:lnTo>
                  <a:pt x="64486" y="1851405"/>
                </a:lnTo>
                <a:lnTo>
                  <a:pt x="72164" y="1765473"/>
                </a:lnTo>
                <a:lnTo>
                  <a:pt x="70545" y="1679541"/>
                </a:lnTo>
                <a:lnTo>
                  <a:pt x="52645" y="1593609"/>
                </a:lnTo>
                <a:lnTo>
                  <a:pt x="82501" y="1507677"/>
                </a:lnTo>
                <a:lnTo>
                  <a:pt x="81745" y="1421745"/>
                </a:lnTo>
                <a:lnTo>
                  <a:pt x="63579" y="1335812"/>
                </a:lnTo>
                <a:lnTo>
                  <a:pt x="62377" y="1249880"/>
                </a:lnTo>
                <a:lnTo>
                  <a:pt x="44785" y="1163948"/>
                </a:lnTo>
                <a:lnTo>
                  <a:pt x="76616" y="1078016"/>
                </a:lnTo>
                <a:lnTo>
                  <a:pt x="53684" y="992084"/>
                </a:lnTo>
                <a:lnTo>
                  <a:pt x="33892" y="906152"/>
                </a:lnTo>
                <a:lnTo>
                  <a:pt x="29811" y="820220"/>
                </a:lnTo>
                <a:lnTo>
                  <a:pt x="32364" y="734288"/>
                </a:lnTo>
                <a:lnTo>
                  <a:pt x="33577" y="648356"/>
                </a:lnTo>
                <a:lnTo>
                  <a:pt x="12083" y="562424"/>
                </a:lnTo>
                <a:lnTo>
                  <a:pt x="20529" y="476493"/>
                </a:lnTo>
                <a:lnTo>
                  <a:pt x="20735" y="390561"/>
                </a:lnTo>
                <a:lnTo>
                  <a:pt x="26638" y="304629"/>
                </a:lnTo>
                <a:lnTo>
                  <a:pt x="9318" y="218697"/>
                </a:lnTo>
                <a:lnTo>
                  <a:pt x="1226" y="132765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 rot="21120000">
            <a:off x="7873911" y="4738584"/>
            <a:ext cx="4641334" cy="2815284"/>
          </a:xfrm>
          <a:custGeom>
            <a:avLst/>
            <a:gdLst/>
            <a:ahLst/>
            <a:cxnLst/>
            <a:rect l="l" t="t" r="r" b="b"/>
            <a:pathLst>
              <a:path w="4641334" h="2815284">
                <a:moveTo>
                  <a:pt x="31839" y="25961"/>
                </a:moveTo>
                <a:lnTo>
                  <a:pt x="118103" y="38218"/>
                </a:lnTo>
                <a:lnTo>
                  <a:pt x="204367" y="47280"/>
                </a:lnTo>
                <a:lnTo>
                  <a:pt x="290631" y="58601"/>
                </a:lnTo>
                <a:lnTo>
                  <a:pt x="376895" y="46921"/>
                </a:lnTo>
                <a:lnTo>
                  <a:pt x="463159" y="28924"/>
                </a:lnTo>
                <a:lnTo>
                  <a:pt x="549423" y="43704"/>
                </a:lnTo>
                <a:lnTo>
                  <a:pt x="635688" y="38853"/>
                </a:lnTo>
                <a:lnTo>
                  <a:pt x="721952" y="34640"/>
                </a:lnTo>
                <a:lnTo>
                  <a:pt x="808216" y="32764"/>
                </a:lnTo>
                <a:lnTo>
                  <a:pt x="894480" y="46268"/>
                </a:lnTo>
                <a:lnTo>
                  <a:pt x="980744" y="55660"/>
                </a:lnTo>
                <a:lnTo>
                  <a:pt x="1067008" y="66584"/>
                </a:lnTo>
                <a:lnTo>
                  <a:pt x="1153272" y="64247"/>
                </a:lnTo>
                <a:lnTo>
                  <a:pt x="1239537" y="32192"/>
                </a:lnTo>
                <a:lnTo>
                  <a:pt x="1325801" y="41468"/>
                </a:lnTo>
                <a:lnTo>
                  <a:pt x="1412065" y="18786"/>
                </a:lnTo>
                <a:lnTo>
                  <a:pt x="1498329" y="33634"/>
                </a:lnTo>
                <a:lnTo>
                  <a:pt x="1584593" y="36823"/>
                </a:lnTo>
                <a:lnTo>
                  <a:pt x="1670857" y="41980"/>
                </a:lnTo>
                <a:lnTo>
                  <a:pt x="1757122" y="60672"/>
                </a:lnTo>
                <a:lnTo>
                  <a:pt x="1843386" y="51712"/>
                </a:lnTo>
                <a:lnTo>
                  <a:pt x="1929650" y="62979"/>
                </a:lnTo>
                <a:lnTo>
                  <a:pt x="2015914" y="64171"/>
                </a:lnTo>
                <a:lnTo>
                  <a:pt x="2102178" y="44713"/>
                </a:lnTo>
                <a:lnTo>
                  <a:pt x="2188442" y="54819"/>
                </a:lnTo>
                <a:lnTo>
                  <a:pt x="2274706" y="52833"/>
                </a:lnTo>
                <a:lnTo>
                  <a:pt x="2360971" y="63366"/>
                </a:lnTo>
                <a:lnTo>
                  <a:pt x="2447235" y="43548"/>
                </a:lnTo>
                <a:lnTo>
                  <a:pt x="2533499" y="33357"/>
                </a:lnTo>
                <a:lnTo>
                  <a:pt x="2619763" y="30744"/>
                </a:lnTo>
                <a:lnTo>
                  <a:pt x="2706027" y="11112"/>
                </a:lnTo>
                <a:lnTo>
                  <a:pt x="2792291" y="30335"/>
                </a:lnTo>
                <a:lnTo>
                  <a:pt x="2878555" y="8335"/>
                </a:lnTo>
                <a:lnTo>
                  <a:pt x="2964820" y="17595"/>
                </a:lnTo>
                <a:lnTo>
                  <a:pt x="3051084" y="27264"/>
                </a:lnTo>
                <a:lnTo>
                  <a:pt x="3137348" y="0"/>
                </a:lnTo>
                <a:lnTo>
                  <a:pt x="3223612" y="8405"/>
                </a:lnTo>
                <a:lnTo>
                  <a:pt x="3309876" y="12393"/>
                </a:lnTo>
                <a:lnTo>
                  <a:pt x="3396140" y="7347"/>
                </a:lnTo>
                <a:lnTo>
                  <a:pt x="3482405" y="12476"/>
                </a:lnTo>
                <a:lnTo>
                  <a:pt x="3568669" y="19854"/>
                </a:lnTo>
                <a:lnTo>
                  <a:pt x="3654933" y="44498"/>
                </a:lnTo>
                <a:lnTo>
                  <a:pt x="3741197" y="51839"/>
                </a:lnTo>
                <a:lnTo>
                  <a:pt x="3827461" y="36924"/>
                </a:lnTo>
                <a:lnTo>
                  <a:pt x="3913725" y="33776"/>
                </a:lnTo>
                <a:lnTo>
                  <a:pt x="3999989" y="59683"/>
                </a:lnTo>
                <a:lnTo>
                  <a:pt x="4086254" y="34979"/>
                </a:lnTo>
                <a:lnTo>
                  <a:pt x="4172518" y="47803"/>
                </a:lnTo>
                <a:lnTo>
                  <a:pt x="4258782" y="35168"/>
                </a:lnTo>
                <a:lnTo>
                  <a:pt x="4345046" y="38091"/>
                </a:lnTo>
                <a:lnTo>
                  <a:pt x="4431310" y="35566"/>
                </a:lnTo>
                <a:lnTo>
                  <a:pt x="4517574" y="33482"/>
                </a:lnTo>
                <a:lnTo>
                  <a:pt x="4599948" y="23916"/>
                </a:lnTo>
                <a:lnTo>
                  <a:pt x="4613638" y="110236"/>
                </a:lnTo>
                <a:lnTo>
                  <a:pt x="4622082" y="196556"/>
                </a:lnTo>
                <a:lnTo>
                  <a:pt x="4608417" y="282876"/>
                </a:lnTo>
                <a:lnTo>
                  <a:pt x="4618993" y="369197"/>
                </a:lnTo>
                <a:lnTo>
                  <a:pt x="4627019" y="455517"/>
                </a:lnTo>
                <a:lnTo>
                  <a:pt x="4602903" y="541837"/>
                </a:lnTo>
                <a:lnTo>
                  <a:pt x="4636861" y="628158"/>
                </a:lnTo>
                <a:lnTo>
                  <a:pt x="4596789" y="714478"/>
                </a:lnTo>
                <a:lnTo>
                  <a:pt x="4612568" y="800798"/>
                </a:lnTo>
                <a:lnTo>
                  <a:pt x="4638790" y="887119"/>
                </a:lnTo>
                <a:lnTo>
                  <a:pt x="4616169" y="973439"/>
                </a:lnTo>
                <a:lnTo>
                  <a:pt x="4626276" y="1059759"/>
                </a:lnTo>
                <a:lnTo>
                  <a:pt x="4635629" y="1146080"/>
                </a:lnTo>
                <a:lnTo>
                  <a:pt x="4641334" y="1232400"/>
                </a:lnTo>
                <a:lnTo>
                  <a:pt x="4602994" y="1318720"/>
                </a:lnTo>
                <a:lnTo>
                  <a:pt x="4609632" y="1405041"/>
                </a:lnTo>
                <a:lnTo>
                  <a:pt x="4592924" y="1491361"/>
                </a:lnTo>
                <a:lnTo>
                  <a:pt x="4619779" y="1577681"/>
                </a:lnTo>
                <a:lnTo>
                  <a:pt x="4610851" y="1664001"/>
                </a:lnTo>
                <a:lnTo>
                  <a:pt x="4599081" y="1750322"/>
                </a:lnTo>
                <a:lnTo>
                  <a:pt x="4615848" y="1836642"/>
                </a:lnTo>
                <a:lnTo>
                  <a:pt x="4591617" y="1922962"/>
                </a:lnTo>
                <a:lnTo>
                  <a:pt x="4611393" y="2009283"/>
                </a:lnTo>
                <a:lnTo>
                  <a:pt x="4611498" y="2095603"/>
                </a:lnTo>
                <a:lnTo>
                  <a:pt x="4627642" y="2181923"/>
                </a:lnTo>
                <a:lnTo>
                  <a:pt x="4605492" y="2268244"/>
                </a:lnTo>
                <a:lnTo>
                  <a:pt x="4621693" y="2354564"/>
                </a:lnTo>
                <a:lnTo>
                  <a:pt x="4593401" y="2440884"/>
                </a:lnTo>
                <a:lnTo>
                  <a:pt x="4592701" y="2527205"/>
                </a:lnTo>
                <a:lnTo>
                  <a:pt x="4619055" y="2613525"/>
                </a:lnTo>
                <a:lnTo>
                  <a:pt x="4585438" y="2699845"/>
                </a:lnTo>
                <a:lnTo>
                  <a:pt x="4603839" y="2792412"/>
                </a:lnTo>
                <a:lnTo>
                  <a:pt x="4517574" y="2812287"/>
                </a:lnTo>
                <a:lnTo>
                  <a:pt x="4431310" y="2764400"/>
                </a:lnTo>
                <a:lnTo>
                  <a:pt x="4345046" y="2784742"/>
                </a:lnTo>
                <a:lnTo>
                  <a:pt x="4258782" y="2774653"/>
                </a:lnTo>
                <a:lnTo>
                  <a:pt x="4172518" y="2763880"/>
                </a:lnTo>
                <a:lnTo>
                  <a:pt x="4086254" y="2792217"/>
                </a:lnTo>
                <a:lnTo>
                  <a:pt x="3999989" y="2771049"/>
                </a:lnTo>
                <a:lnTo>
                  <a:pt x="3913725" y="2787275"/>
                </a:lnTo>
                <a:lnTo>
                  <a:pt x="3827461" y="2770171"/>
                </a:lnTo>
                <a:lnTo>
                  <a:pt x="3741197" y="2770473"/>
                </a:lnTo>
                <a:lnTo>
                  <a:pt x="3654933" y="2768170"/>
                </a:lnTo>
                <a:lnTo>
                  <a:pt x="3568669" y="2781131"/>
                </a:lnTo>
                <a:lnTo>
                  <a:pt x="3482405" y="2794712"/>
                </a:lnTo>
                <a:lnTo>
                  <a:pt x="3396140" y="2807463"/>
                </a:lnTo>
                <a:lnTo>
                  <a:pt x="3309876" y="2787705"/>
                </a:lnTo>
                <a:lnTo>
                  <a:pt x="3223612" y="2815284"/>
                </a:lnTo>
                <a:lnTo>
                  <a:pt x="3137348" y="2804480"/>
                </a:lnTo>
                <a:lnTo>
                  <a:pt x="3051084" y="2789054"/>
                </a:lnTo>
                <a:lnTo>
                  <a:pt x="2964820" y="2780341"/>
                </a:lnTo>
                <a:lnTo>
                  <a:pt x="2878555" y="2780224"/>
                </a:lnTo>
                <a:lnTo>
                  <a:pt x="2792291" y="2772896"/>
                </a:lnTo>
                <a:lnTo>
                  <a:pt x="2706027" y="2812031"/>
                </a:lnTo>
                <a:lnTo>
                  <a:pt x="2619763" y="2803168"/>
                </a:lnTo>
                <a:lnTo>
                  <a:pt x="2533499" y="2781255"/>
                </a:lnTo>
                <a:lnTo>
                  <a:pt x="2447235" y="2793170"/>
                </a:lnTo>
                <a:lnTo>
                  <a:pt x="2360971" y="2770794"/>
                </a:lnTo>
                <a:lnTo>
                  <a:pt x="2274706" y="2769990"/>
                </a:lnTo>
                <a:lnTo>
                  <a:pt x="2188442" y="2798420"/>
                </a:lnTo>
                <a:lnTo>
                  <a:pt x="2102178" y="2793129"/>
                </a:lnTo>
                <a:lnTo>
                  <a:pt x="2015914" y="2786270"/>
                </a:lnTo>
                <a:lnTo>
                  <a:pt x="1929650" y="2780766"/>
                </a:lnTo>
                <a:lnTo>
                  <a:pt x="1843386" y="2781769"/>
                </a:lnTo>
                <a:lnTo>
                  <a:pt x="1757122" y="2778638"/>
                </a:lnTo>
                <a:lnTo>
                  <a:pt x="1670857" y="2738184"/>
                </a:lnTo>
                <a:lnTo>
                  <a:pt x="1584593" y="2739151"/>
                </a:lnTo>
                <a:lnTo>
                  <a:pt x="1498329" y="2784127"/>
                </a:lnTo>
                <a:lnTo>
                  <a:pt x="1412065" y="2773351"/>
                </a:lnTo>
                <a:lnTo>
                  <a:pt x="1325801" y="2756413"/>
                </a:lnTo>
                <a:lnTo>
                  <a:pt x="1239537" y="2786887"/>
                </a:lnTo>
                <a:lnTo>
                  <a:pt x="1153272" y="2776222"/>
                </a:lnTo>
                <a:lnTo>
                  <a:pt x="1067008" y="2813083"/>
                </a:lnTo>
                <a:lnTo>
                  <a:pt x="980744" y="2791151"/>
                </a:lnTo>
                <a:lnTo>
                  <a:pt x="894480" y="2787790"/>
                </a:lnTo>
                <a:lnTo>
                  <a:pt x="808216" y="2796525"/>
                </a:lnTo>
                <a:lnTo>
                  <a:pt x="721952" y="2794202"/>
                </a:lnTo>
                <a:lnTo>
                  <a:pt x="635688" y="2773772"/>
                </a:lnTo>
                <a:lnTo>
                  <a:pt x="549423" y="2787061"/>
                </a:lnTo>
                <a:lnTo>
                  <a:pt x="463159" y="2772884"/>
                </a:lnTo>
                <a:lnTo>
                  <a:pt x="376895" y="2793228"/>
                </a:lnTo>
                <a:lnTo>
                  <a:pt x="290631" y="2810676"/>
                </a:lnTo>
                <a:lnTo>
                  <a:pt x="204367" y="2801113"/>
                </a:lnTo>
                <a:lnTo>
                  <a:pt x="118103" y="2792935"/>
                </a:lnTo>
                <a:lnTo>
                  <a:pt x="14333" y="2786166"/>
                </a:lnTo>
                <a:lnTo>
                  <a:pt x="38996" y="2699845"/>
                </a:lnTo>
                <a:lnTo>
                  <a:pt x="0" y="2613525"/>
                </a:lnTo>
                <a:lnTo>
                  <a:pt x="25794" y="2527205"/>
                </a:lnTo>
                <a:lnTo>
                  <a:pt x="34972" y="2440884"/>
                </a:lnTo>
                <a:lnTo>
                  <a:pt x="8027" y="2354564"/>
                </a:lnTo>
                <a:lnTo>
                  <a:pt x="5130" y="2268244"/>
                </a:lnTo>
                <a:lnTo>
                  <a:pt x="6893" y="2181923"/>
                </a:lnTo>
                <a:lnTo>
                  <a:pt x="11759" y="2095603"/>
                </a:lnTo>
                <a:lnTo>
                  <a:pt x="34989" y="2009283"/>
                </a:lnTo>
                <a:lnTo>
                  <a:pt x="33868" y="1922962"/>
                </a:lnTo>
                <a:lnTo>
                  <a:pt x="25940" y="1836642"/>
                </a:lnTo>
                <a:lnTo>
                  <a:pt x="36723" y="1750322"/>
                </a:lnTo>
                <a:lnTo>
                  <a:pt x="51603" y="1664001"/>
                </a:lnTo>
                <a:lnTo>
                  <a:pt x="59821" y="1577681"/>
                </a:lnTo>
                <a:lnTo>
                  <a:pt x="48772" y="1491361"/>
                </a:lnTo>
                <a:lnTo>
                  <a:pt x="78487" y="1405041"/>
                </a:lnTo>
                <a:lnTo>
                  <a:pt x="65351" y="1318720"/>
                </a:lnTo>
                <a:lnTo>
                  <a:pt x="54114" y="1232400"/>
                </a:lnTo>
                <a:lnTo>
                  <a:pt x="47625" y="1146080"/>
                </a:lnTo>
                <a:lnTo>
                  <a:pt x="63806" y="1059759"/>
                </a:lnTo>
                <a:lnTo>
                  <a:pt x="77548" y="973439"/>
                </a:lnTo>
                <a:lnTo>
                  <a:pt x="46267" y="887119"/>
                </a:lnTo>
                <a:lnTo>
                  <a:pt x="47855" y="800798"/>
                </a:lnTo>
                <a:lnTo>
                  <a:pt x="57045" y="714478"/>
                </a:lnTo>
                <a:lnTo>
                  <a:pt x="39871" y="628158"/>
                </a:lnTo>
                <a:lnTo>
                  <a:pt x="74988" y="541837"/>
                </a:lnTo>
                <a:lnTo>
                  <a:pt x="58515" y="455517"/>
                </a:lnTo>
                <a:lnTo>
                  <a:pt x="51827" y="369197"/>
                </a:lnTo>
                <a:lnTo>
                  <a:pt x="45610" y="282876"/>
                </a:lnTo>
                <a:lnTo>
                  <a:pt x="63066" y="196556"/>
                </a:lnTo>
                <a:lnTo>
                  <a:pt x="71792" y="110236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 rot="21552000">
            <a:off x="539185" y="485602"/>
            <a:ext cx="7412246" cy="5885332"/>
          </a:xfrm>
          <a:custGeom>
            <a:avLst/>
            <a:gdLst/>
            <a:ahLst/>
            <a:cxnLst/>
            <a:rect l="l" t="t" r="r" b="b"/>
            <a:pathLst>
              <a:path w="7412246" h="5885332">
                <a:moveTo>
                  <a:pt x="32315" y="52865"/>
                </a:moveTo>
                <a:lnTo>
                  <a:pt x="118600" y="53987"/>
                </a:lnTo>
                <a:lnTo>
                  <a:pt x="204885" y="46827"/>
                </a:lnTo>
                <a:lnTo>
                  <a:pt x="291170" y="23942"/>
                </a:lnTo>
                <a:lnTo>
                  <a:pt x="377456" y="26160"/>
                </a:lnTo>
                <a:lnTo>
                  <a:pt x="463741" y="48007"/>
                </a:lnTo>
                <a:lnTo>
                  <a:pt x="550026" y="51978"/>
                </a:lnTo>
                <a:lnTo>
                  <a:pt x="636312" y="35772"/>
                </a:lnTo>
                <a:lnTo>
                  <a:pt x="722597" y="47184"/>
                </a:lnTo>
                <a:lnTo>
                  <a:pt x="808882" y="30211"/>
                </a:lnTo>
                <a:lnTo>
                  <a:pt x="895167" y="45118"/>
                </a:lnTo>
                <a:lnTo>
                  <a:pt x="981453" y="47322"/>
                </a:lnTo>
                <a:lnTo>
                  <a:pt x="1067738" y="30079"/>
                </a:lnTo>
                <a:lnTo>
                  <a:pt x="1154023" y="27896"/>
                </a:lnTo>
                <a:lnTo>
                  <a:pt x="1240309" y="43036"/>
                </a:lnTo>
                <a:lnTo>
                  <a:pt x="1326594" y="33386"/>
                </a:lnTo>
                <a:lnTo>
                  <a:pt x="1412879" y="29479"/>
                </a:lnTo>
                <a:lnTo>
                  <a:pt x="1499165" y="22355"/>
                </a:lnTo>
                <a:lnTo>
                  <a:pt x="1585450" y="19751"/>
                </a:lnTo>
                <a:lnTo>
                  <a:pt x="1671735" y="32729"/>
                </a:lnTo>
                <a:lnTo>
                  <a:pt x="1758020" y="17179"/>
                </a:lnTo>
                <a:lnTo>
                  <a:pt x="1844306" y="36460"/>
                </a:lnTo>
                <a:lnTo>
                  <a:pt x="1930591" y="14634"/>
                </a:lnTo>
                <a:lnTo>
                  <a:pt x="2016876" y="29244"/>
                </a:lnTo>
                <a:lnTo>
                  <a:pt x="2103162" y="19930"/>
                </a:lnTo>
                <a:lnTo>
                  <a:pt x="2189447" y="31155"/>
                </a:lnTo>
                <a:lnTo>
                  <a:pt x="2275732" y="37742"/>
                </a:lnTo>
                <a:lnTo>
                  <a:pt x="2362017" y="16342"/>
                </a:lnTo>
                <a:lnTo>
                  <a:pt x="2448303" y="24357"/>
                </a:lnTo>
                <a:lnTo>
                  <a:pt x="2534588" y="54230"/>
                </a:lnTo>
                <a:lnTo>
                  <a:pt x="2620873" y="52169"/>
                </a:lnTo>
                <a:lnTo>
                  <a:pt x="2707159" y="57979"/>
                </a:lnTo>
                <a:lnTo>
                  <a:pt x="2793444" y="37795"/>
                </a:lnTo>
                <a:lnTo>
                  <a:pt x="2879729" y="53024"/>
                </a:lnTo>
                <a:lnTo>
                  <a:pt x="2966015" y="78061"/>
                </a:lnTo>
                <a:lnTo>
                  <a:pt x="3052300" y="83386"/>
                </a:lnTo>
                <a:lnTo>
                  <a:pt x="3138585" y="64217"/>
                </a:lnTo>
                <a:lnTo>
                  <a:pt x="3224870" y="86021"/>
                </a:lnTo>
                <a:lnTo>
                  <a:pt x="3311156" y="95506"/>
                </a:lnTo>
                <a:lnTo>
                  <a:pt x="3397441" y="91123"/>
                </a:lnTo>
                <a:lnTo>
                  <a:pt x="3483726" y="64973"/>
                </a:lnTo>
                <a:lnTo>
                  <a:pt x="3570012" y="88071"/>
                </a:lnTo>
                <a:lnTo>
                  <a:pt x="3656297" y="79922"/>
                </a:lnTo>
                <a:lnTo>
                  <a:pt x="3742582" y="86969"/>
                </a:lnTo>
                <a:lnTo>
                  <a:pt x="3828867" y="86787"/>
                </a:lnTo>
                <a:lnTo>
                  <a:pt x="3915153" y="78513"/>
                </a:lnTo>
                <a:lnTo>
                  <a:pt x="4001438" y="90051"/>
                </a:lnTo>
                <a:lnTo>
                  <a:pt x="4087723" y="69397"/>
                </a:lnTo>
                <a:lnTo>
                  <a:pt x="4174009" y="79298"/>
                </a:lnTo>
                <a:lnTo>
                  <a:pt x="4260294" y="70234"/>
                </a:lnTo>
                <a:lnTo>
                  <a:pt x="4346579" y="89534"/>
                </a:lnTo>
                <a:lnTo>
                  <a:pt x="4432865" y="48163"/>
                </a:lnTo>
                <a:lnTo>
                  <a:pt x="4519150" y="38452"/>
                </a:lnTo>
                <a:lnTo>
                  <a:pt x="4605435" y="51502"/>
                </a:lnTo>
                <a:lnTo>
                  <a:pt x="4691720" y="49527"/>
                </a:lnTo>
                <a:lnTo>
                  <a:pt x="4778006" y="62106"/>
                </a:lnTo>
                <a:lnTo>
                  <a:pt x="4864291" y="56225"/>
                </a:lnTo>
                <a:lnTo>
                  <a:pt x="4950576" y="40230"/>
                </a:lnTo>
                <a:lnTo>
                  <a:pt x="5036862" y="69576"/>
                </a:lnTo>
                <a:lnTo>
                  <a:pt x="5123147" y="34680"/>
                </a:lnTo>
                <a:lnTo>
                  <a:pt x="5209432" y="20967"/>
                </a:lnTo>
                <a:lnTo>
                  <a:pt x="5295717" y="45953"/>
                </a:lnTo>
                <a:lnTo>
                  <a:pt x="5382003" y="66388"/>
                </a:lnTo>
                <a:lnTo>
                  <a:pt x="5468288" y="56021"/>
                </a:lnTo>
                <a:lnTo>
                  <a:pt x="5554573" y="37923"/>
                </a:lnTo>
                <a:lnTo>
                  <a:pt x="5640859" y="43357"/>
                </a:lnTo>
                <a:lnTo>
                  <a:pt x="5727144" y="23547"/>
                </a:lnTo>
                <a:lnTo>
                  <a:pt x="5813429" y="22257"/>
                </a:lnTo>
                <a:lnTo>
                  <a:pt x="5899715" y="31024"/>
                </a:lnTo>
                <a:lnTo>
                  <a:pt x="5986000" y="10110"/>
                </a:lnTo>
                <a:lnTo>
                  <a:pt x="6072285" y="0"/>
                </a:lnTo>
                <a:lnTo>
                  <a:pt x="6158570" y="14991"/>
                </a:lnTo>
                <a:lnTo>
                  <a:pt x="6244856" y="39873"/>
                </a:lnTo>
                <a:lnTo>
                  <a:pt x="6331141" y="37743"/>
                </a:lnTo>
                <a:lnTo>
                  <a:pt x="6417426" y="26090"/>
                </a:lnTo>
                <a:lnTo>
                  <a:pt x="6503712" y="29744"/>
                </a:lnTo>
                <a:lnTo>
                  <a:pt x="6589997" y="23635"/>
                </a:lnTo>
                <a:lnTo>
                  <a:pt x="6676282" y="11486"/>
                </a:lnTo>
                <a:lnTo>
                  <a:pt x="6762567" y="31980"/>
                </a:lnTo>
                <a:lnTo>
                  <a:pt x="6848853" y="21441"/>
                </a:lnTo>
                <a:lnTo>
                  <a:pt x="6935138" y="37634"/>
                </a:lnTo>
                <a:lnTo>
                  <a:pt x="7021423" y="23512"/>
                </a:lnTo>
                <a:lnTo>
                  <a:pt x="7107709" y="17334"/>
                </a:lnTo>
                <a:lnTo>
                  <a:pt x="7193994" y="15341"/>
                </a:lnTo>
                <a:lnTo>
                  <a:pt x="7280279" y="15876"/>
                </a:lnTo>
                <a:lnTo>
                  <a:pt x="7375575" y="47798"/>
                </a:lnTo>
                <a:lnTo>
                  <a:pt x="7366320" y="134233"/>
                </a:lnTo>
                <a:lnTo>
                  <a:pt x="7357767" y="220669"/>
                </a:lnTo>
                <a:lnTo>
                  <a:pt x="7351076" y="307105"/>
                </a:lnTo>
                <a:lnTo>
                  <a:pt x="7378426" y="393541"/>
                </a:lnTo>
                <a:lnTo>
                  <a:pt x="7386077" y="479977"/>
                </a:lnTo>
                <a:lnTo>
                  <a:pt x="7393036" y="566412"/>
                </a:lnTo>
                <a:lnTo>
                  <a:pt x="7399380" y="652848"/>
                </a:lnTo>
                <a:lnTo>
                  <a:pt x="7387126" y="739284"/>
                </a:lnTo>
                <a:lnTo>
                  <a:pt x="7404692" y="825720"/>
                </a:lnTo>
                <a:lnTo>
                  <a:pt x="7370906" y="912156"/>
                </a:lnTo>
                <a:lnTo>
                  <a:pt x="7362295" y="998592"/>
                </a:lnTo>
                <a:lnTo>
                  <a:pt x="7379930" y="1085027"/>
                </a:lnTo>
                <a:lnTo>
                  <a:pt x="7372358" y="1171463"/>
                </a:lnTo>
                <a:lnTo>
                  <a:pt x="7382396" y="1257899"/>
                </a:lnTo>
                <a:lnTo>
                  <a:pt x="7412246" y="1344335"/>
                </a:lnTo>
                <a:lnTo>
                  <a:pt x="7408617" y="1430771"/>
                </a:lnTo>
                <a:lnTo>
                  <a:pt x="7390900" y="1517206"/>
                </a:lnTo>
                <a:lnTo>
                  <a:pt x="7398196" y="1603642"/>
                </a:lnTo>
                <a:lnTo>
                  <a:pt x="7392613" y="1690078"/>
                </a:lnTo>
                <a:lnTo>
                  <a:pt x="7385272" y="1776514"/>
                </a:lnTo>
                <a:lnTo>
                  <a:pt x="7352016" y="1862950"/>
                </a:lnTo>
                <a:lnTo>
                  <a:pt x="7365939" y="1949386"/>
                </a:lnTo>
                <a:lnTo>
                  <a:pt x="7324890" y="2035821"/>
                </a:lnTo>
                <a:lnTo>
                  <a:pt x="7328566" y="2122257"/>
                </a:lnTo>
                <a:lnTo>
                  <a:pt x="7337068" y="2208693"/>
                </a:lnTo>
                <a:lnTo>
                  <a:pt x="7318127" y="2295129"/>
                </a:lnTo>
                <a:lnTo>
                  <a:pt x="7320375" y="2381565"/>
                </a:lnTo>
                <a:lnTo>
                  <a:pt x="7352627" y="2468000"/>
                </a:lnTo>
                <a:lnTo>
                  <a:pt x="7321351" y="2554436"/>
                </a:lnTo>
                <a:lnTo>
                  <a:pt x="7334830" y="2640872"/>
                </a:lnTo>
                <a:lnTo>
                  <a:pt x="7336837" y="2727308"/>
                </a:lnTo>
                <a:lnTo>
                  <a:pt x="7363126" y="2813744"/>
                </a:lnTo>
                <a:lnTo>
                  <a:pt x="7380691" y="2900180"/>
                </a:lnTo>
                <a:lnTo>
                  <a:pt x="7360757" y="2986615"/>
                </a:lnTo>
                <a:lnTo>
                  <a:pt x="7359743" y="3073051"/>
                </a:lnTo>
                <a:lnTo>
                  <a:pt x="7384566" y="3159487"/>
                </a:lnTo>
                <a:lnTo>
                  <a:pt x="7354750" y="3245923"/>
                </a:lnTo>
                <a:lnTo>
                  <a:pt x="7358321" y="3332359"/>
                </a:lnTo>
                <a:lnTo>
                  <a:pt x="7375020" y="3418795"/>
                </a:lnTo>
                <a:lnTo>
                  <a:pt x="7380382" y="3505230"/>
                </a:lnTo>
                <a:lnTo>
                  <a:pt x="7380634" y="3591666"/>
                </a:lnTo>
                <a:lnTo>
                  <a:pt x="7358966" y="3678102"/>
                </a:lnTo>
                <a:lnTo>
                  <a:pt x="7374602" y="3764538"/>
                </a:lnTo>
                <a:lnTo>
                  <a:pt x="7370106" y="3850974"/>
                </a:lnTo>
                <a:lnTo>
                  <a:pt x="7363636" y="3937409"/>
                </a:lnTo>
                <a:lnTo>
                  <a:pt x="7360928" y="4023845"/>
                </a:lnTo>
                <a:lnTo>
                  <a:pt x="7383463" y="4110281"/>
                </a:lnTo>
                <a:lnTo>
                  <a:pt x="7377878" y="4196717"/>
                </a:lnTo>
                <a:lnTo>
                  <a:pt x="7372739" y="4283153"/>
                </a:lnTo>
                <a:lnTo>
                  <a:pt x="7373886" y="4369589"/>
                </a:lnTo>
                <a:lnTo>
                  <a:pt x="7379646" y="4456024"/>
                </a:lnTo>
                <a:lnTo>
                  <a:pt x="7368209" y="4542460"/>
                </a:lnTo>
                <a:lnTo>
                  <a:pt x="7369965" y="4628896"/>
                </a:lnTo>
                <a:lnTo>
                  <a:pt x="7375082" y="4715332"/>
                </a:lnTo>
                <a:lnTo>
                  <a:pt x="7352096" y="4801768"/>
                </a:lnTo>
                <a:lnTo>
                  <a:pt x="7369467" y="4888203"/>
                </a:lnTo>
                <a:lnTo>
                  <a:pt x="7358276" y="4974639"/>
                </a:lnTo>
                <a:lnTo>
                  <a:pt x="7356741" y="5061075"/>
                </a:lnTo>
                <a:lnTo>
                  <a:pt x="7366507" y="5147511"/>
                </a:lnTo>
                <a:lnTo>
                  <a:pt x="7371848" y="5233947"/>
                </a:lnTo>
                <a:lnTo>
                  <a:pt x="7351901" y="5320383"/>
                </a:lnTo>
                <a:lnTo>
                  <a:pt x="7359514" y="5406818"/>
                </a:lnTo>
                <a:lnTo>
                  <a:pt x="7344002" y="5493254"/>
                </a:lnTo>
                <a:lnTo>
                  <a:pt x="7325788" y="5579690"/>
                </a:lnTo>
                <a:lnTo>
                  <a:pt x="7341722" y="5666126"/>
                </a:lnTo>
                <a:lnTo>
                  <a:pt x="7344787" y="5752562"/>
                </a:lnTo>
                <a:lnTo>
                  <a:pt x="7366565" y="5857217"/>
                </a:lnTo>
                <a:lnTo>
                  <a:pt x="7280279" y="5842479"/>
                </a:lnTo>
                <a:lnTo>
                  <a:pt x="7193994" y="5852004"/>
                </a:lnTo>
                <a:lnTo>
                  <a:pt x="7107709" y="5856364"/>
                </a:lnTo>
                <a:lnTo>
                  <a:pt x="7021423" y="5810552"/>
                </a:lnTo>
                <a:lnTo>
                  <a:pt x="6935138" y="5827327"/>
                </a:lnTo>
                <a:lnTo>
                  <a:pt x="6848853" y="5824341"/>
                </a:lnTo>
                <a:lnTo>
                  <a:pt x="6762567" y="5846285"/>
                </a:lnTo>
                <a:lnTo>
                  <a:pt x="6676282" y="5832762"/>
                </a:lnTo>
                <a:lnTo>
                  <a:pt x="6589997" y="5826086"/>
                </a:lnTo>
                <a:lnTo>
                  <a:pt x="6503712" y="5827355"/>
                </a:lnTo>
                <a:lnTo>
                  <a:pt x="6417426" y="5845693"/>
                </a:lnTo>
                <a:lnTo>
                  <a:pt x="6331141" y="5808951"/>
                </a:lnTo>
                <a:lnTo>
                  <a:pt x="6244856" y="5820618"/>
                </a:lnTo>
                <a:lnTo>
                  <a:pt x="6158570" y="5799692"/>
                </a:lnTo>
                <a:lnTo>
                  <a:pt x="6072285" y="5822406"/>
                </a:lnTo>
                <a:lnTo>
                  <a:pt x="5986000" y="5815468"/>
                </a:lnTo>
                <a:lnTo>
                  <a:pt x="5899715" y="5791048"/>
                </a:lnTo>
                <a:lnTo>
                  <a:pt x="5813429" y="5804180"/>
                </a:lnTo>
                <a:lnTo>
                  <a:pt x="5727144" y="5825120"/>
                </a:lnTo>
                <a:lnTo>
                  <a:pt x="5640859" y="5806232"/>
                </a:lnTo>
                <a:lnTo>
                  <a:pt x="5554573" y="5821718"/>
                </a:lnTo>
                <a:lnTo>
                  <a:pt x="5468288" y="5818942"/>
                </a:lnTo>
                <a:lnTo>
                  <a:pt x="5382003" y="5824875"/>
                </a:lnTo>
                <a:lnTo>
                  <a:pt x="5295717" y="5824818"/>
                </a:lnTo>
                <a:lnTo>
                  <a:pt x="5209432" y="5837021"/>
                </a:lnTo>
                <a:lnTo>
                  <a:pt x="5123147" y="5837081"/>
                </a:lnTo>
                <a:lnTo>
                  <a:pt x="5036862" y="5834863"/>
                </a:lnTo>
                <a:lnTo>
                  <a:pt x="4950576" y="5836273"/>
                </a:lnTo>
                <a:lnTo>
                  <a:pt x="4864291" y="5841152"/>
                </a:lnTo>
                <a:lnTo>
                  <a:pt x="4778006" y="5823384"/>
                </a:lnTo>
                <a:lnTo>
                  <a:pt x="4691720" y="5826035"/>
                </a:lnTo>
                <a:lnTo>
                  <a:pt x="4605435" y="5833348"/>
                </a:lnTo>
                <a:lnTo>
                  <a:pt x="4519150" y="5795962"/>
                </a:lnTo>
                <a:lnTo>
                  <a:pt x="4432865" y="5794965"/>
                </a:lnTo>
                <a:lnTo>
                  <a:pt x="4346579" y="5820659"/>
                </a:lnTo>
                <a:lnTo>
                  <a:pt x="4260294" y="5836803"/>
                </a:lnTo>
                <a:lnTo>
                  <a:pt x="4174009" y="5812040"/>
                </a:lnTo>
                <a:lnTo>
                  <a:pt x="4087723" y="5805639"/>
                </a:lnTo>
                <a:lnTo>
                  <a:pt x="4001438" y="5807993"/>
                </a:lnTo>
                <a:lnTo>
                  <a:pt x="3915153" y="5817531"/>
                </a:lnTo>
                <a:lnTo>
                  <a:pt x="3828867" y="5839403"/>
                </a:lnTo>
                <a:lnTo>
                  <a:pt x="3742582" y="5824389"/>
                </a:lnTo>
                <a:lnTo>
                  <a:pt x="3656297" y="5824607"/>
                </a:lnTo>
                <a:lnTo>
                  <a:pt x="3570012" y="5831399"/>
                </a:lnTo>
                <a:lnTo>
                  <a:pt x="3483726" y="5847057"/>
                </a:lnTo>
                <a:lnTo>
                  <a:pt x="3397441" y="5852292"/>
                </a:lnTo>
                <a:lnTo>
                  <a:pt x="3311156" y="5884390"/>
                </a:lnTo>
                <a:lnTo>
                  <a:pt x="3224870" y="5863524"/>
                </a:lnTo>
                <a:lnTo>
                  <a:pt x="3138585" y="5840780"/>
                </a:lnTo>
                <a:lnTo>
                  <a:pt x="3052300" y="5870401"/>
                </a:lnTo>
                <a:lnTo>
                  <a:pt x="2966015" y="5873034"/>
                </a:lnTo>
                <a:lnTo>
                  <a:pt x="2879729" y="5854365"/>
                </a:lnTo>
                <a:lnTo>
                  <a:pt x="2793444" y="5878581"/>
                </a:lnTo>
                <a:lnTo>
                  <a:pt x="2707159" y="5838421"/>
                </a:lnTo>
                <a:lnTo>
                  <a:pt x="2620873" y="5831358"/>
                </a:lnTo>
                <a:lnTo>
                  <a:pt x="2534588" y="5840690"/>
                </a:lnTo>
                <a:lnTo>
                  <a:pt x="2448303" y="5831452"/>
                </a:lnTo>
                <a:lnTo>
                  <a:pt x="2362017" y="5852973"/>
                </a:lnTo>
                <a:lnTo>
                  <a:pt x="2275732" y="5885332"/>
                </a:lnTo>
                <a:lnTo>
                  <a:pt x="2189447" y="5845859"/>
                </a:lnTo>
                <a:lnTo>
                  <a:pt x="2103162" y="5830499"/>
                </a:lnTo>
                <a:lnTo>
                  <a:pt x="2016876" y="5871525"/>
                </a:lnTo>
                <a:lnTo>
                  <a:pt x="1930591" y="5854593"/>
                </a:lnTo>
                <a:lnTo>
                  <a:pt x="1844306" y="5824743"/>
                </a:lnTo>
                <a:lnTo>
                  <a:pt x="1758020" y="5867932"/>
                </a:lnTo>
                <a:lnTo>
                  <a:pt x="1671735" y="5863992"/>
                </a:lnTo>
                <a:lnTo>
                  <a:pt x="1585450" y="5842273"/>
                </a:lnTo>
                <a:lnTo>
                  <a:pt x="1499165" y="5828319"/>
                </a:lnTo>
                <a:lnTo>
                  <a:pt x="1412879" y="5844442"/>
                </a:lnTo>
                <a:lnTo>
                  <a:pt x="1326594" y="5864290"/>
                </a:lnTo>
                <a:lnTo>
                  <a:pt x="1240309" y="5834526"/>
                </a:lnTo>
                <a:lnTo>
                  <a:pt x="1154023" y="5862067"/>
                </a:lnTo>
                <a:lnTo>
                  <a:pt x="1067738" y="5841347"/>
                </a:lnTo>
                <a:lnTo>
                  <a:pt x="981453" y="5857327"/>
                </a:lnTo>
                <a:lnTo>
                  <a:pt x="895167" y="5848460"/>
                </a:lnTo>
                <a:lnTo>
                  <a:pt x="808882" y="5831605"/>
                </a:lnTo>
                <a:lnTo>
                  <a:pt x="722597" y="5835362"/>
                </a:lnTo>
                <a:lnTo>
                  <a:pt x="636312" y="5833790"/>
                </a:lnTo>
                <a:lnTo>
                  <a:pt x="550026" y="5850008"/>
                </a:lnTo>
                <a:lnTo>
                  <a:pt x="463741" y="5851970"/>
                </a:lnTo>
                <a:lnTo>
                  <a:pt x="377456" y="5851424"/>
                </a:lnTo>
                <a:lnTo>
                  <a:pt x="291170" y="5839952"/>
                </a:lnTo>
                <a:lnTo>
                  <a:pt x="204885" y="5848750"/>
                </a:lnTo>
                <a:lnTo>
                  <a:pt x="118600" y="5822084"/>
                </a:lnTo>
                <a:lnTo>
                  <a:pt x="50480" y="5838998"/>
                </a:lnTo>
                <a:lnTo>
                  <a:pt x="38665" y="5752562"/>
                </a:lnTo>
                <a:lnTo>
                  <a:pt x="18474" y="5666126"/>
                </a:lnTo>
                <a:lnTo>
                  <a:pt x="39081" y="5579690"/>
                </a:lnTo>
                <a:lnTo>
                  <a:pt x="33375" y="5493254"/>
                </a:lnTo>
                <a:lnTo>
                  <a:pt x="28518" y="5406818"/>
                </a:lnTo>
                <a:lnTo>
                  <a:pt x="48587" y="5320383"/>
                </a:lnTo>
                <a:lnTo>
                  <a:pt x="19950" y="5233947"/>
                </a:lnTo>
                <a:lnTo>
                  <a:pt x="6311" y="5147511"/>
                </a:lnTo>
                <a:lnTo>
                  <a:pt x="21472" y="5061075"/>
                </a:lnTo>
                <a:lnTo>
                  <a:pt x="26239" y="4974639"/>
                </a:lnTo>
                <a:lnTo>
                  <a:pt x="49199" y="4888203"/>
                </a:lnTo>
                <a:lnTo>
                  <a:pt x="32178" y="4801768"/>
                </a:lnTo>
                <a:lnTo>
                  <a:pt x="53000" y="4715332"/>
                </a:lnTo>
                <a:lnTo>
                  <a:pt x="36612" y="4628896"/>
                </a:lnTo>
                <a:lnTo>
                  <a:pt x="31365" y="4542460"/>
                </a:lnTo>
                <a:lnTo>
                  <a:pt x="26226" y="4456024"/>
                </a:lnTo>
                <a:lnTo>
                  <a:pt x="21167" y="4369589"/>
                </a:lnTo>
                <a:lnTo>
                  <a:pt x="31356" y="4283153"/>
                </a:lnTo>
                <a:lnTo>
                  <a:pt x="7795" y="4196717"/>
                </a:lnTo>
                <a:lnTo>
                  <a:pt x="49511" y="4110281"/>
                </a:lnTo>
                <a:lnTo>
                  <a:pt x="30963" y="4023845"/>
                </a:lnTo>
                <a:lnTo>
                  <a:pt x="36125" y="3937409"/>
                </a:lnTo>
                <a:lnTo>
                  <a:pt x="48128" y="3850974"/>
                </a:lnTo>
                <a:lnTo>
                  <a:pt x="10536" y="3764538"/>
                </a:lnTo>
                <a:lnTo>
                  <a:pt x="43670" y="3678102"/>
                </a:lnTo>
                <a:lnTo>
                  <a:pt x="32078" y="3591666"/>
                </a:lnTo>
                <a:lnTo>
                  <a:pt x="27414" y="3505230"/>
                </a:lnTo>
                <a:lnTo>
                  <a:pt x="44180" y="3418795"/>
                </a:lnTo>
                <a:lnTo>
                  <a:pt x="24716" y="3332359"/>
                </a:lnTo>
                <a:lnTo>
                  <a:pt x="28194" y="3245923"/>
                </a:lnTo>
                <a:lnTo>
                  <a:pt x="37012" y="3159487"/>
                </a:lnTo>
                <a:lnTo>
                  <a:pt x="27426" y="3073051"/>
                </a:lnTo>
                <a:lnTo>
                  <a:pt x="18099" y="2986615"/>
                </a:lnTo>
                <a:lnTo>
                  <a:pt x="27046" y="2900180"/>
                </a:lnTo>
                <a:lnTo>
                  <a:pt x="36588" y="2813744"/>
                </a:lnTo>
                <a:lnTo>
                  <a:pt x="17677" y="2727308"/>
                </a:lnTo>
                <a:lnTo>
                  <a:pt x="12460" y="2640872"/>
                </a:lnTo>
                <a:lnTo>
                  <a:pt x="45697" y="2554436"/>
                </a:lnTo>
                <a:lnTo>
                  <a:pt x="37025" y="2468000"/>
                </a:lnTo>
                <a:lnTo>
                  <a:pt x="20026" y="2381565"/>
                </a:lnTo>
                <a:lnTo>
                  <a:pt x="13678" y="2295129"/>
                </a:lnTo>
                <a:lnTo>
                  <a:pt x="23869" y="2208693"/>
                </a:lnTo>
                <a:lnTo>
                  <a:pt x="29285" y="2122257"/>
                </a:lnTo>
                <a:lnTo>
                  <a:pt x="35855" y="2035821"/>
                </a:lnTo>
                <a:lnTo>
                  <a:pt x="31015" y="1949386"/>
                </a:lnTo>
                <a:lnTo>
                  <a:pt x="39158" y="1862950"/>
                </a:lnTo>
                <a:lnTo>
                  <a:pt x="76903" y="1776514"/>
                </a:lnTo>
                <a:lnTo>
                  <a:pt x="43003" y="1690078"/>
                </a:lnTo>
                <a:lnTo>
                  <a:pt x="51047" y="1603642"/>
                </a:lnTo>
                <a:lnTo>
                  <a:pt x="48511" y="1517206"/>
                </a:lnTo>
                <a:lnTo>
                  <a:pt x="38443" y="1430771"/>
                </a:lnTo>
                <a:lnTo>
                  <a:pt x="25200" y="1344335"/>
                </a:lnTo>
                <a:lnTo>
                  <a:pt x="30487" y="1257899"/>
                </a:lnTo>
                <a:lnTo>
                  <a:pt x="40749" y="1171463"/>
                </a:lnTo>
                <a:lnTo>
                  <a:pt x="50743" y="1085027"/>
                </a:lnTo>
                <a:lnTo>
                  <a:pt x="54665" y="998592"/>
                </a:lnTo>
                <a:lnTo>
                  <a:pt x="67867" y="912156"/>
                </a:lnTo>
                <a:lnTo>
                  <a:pt x="63109" y="825720"/>
                </a:lnTo>
                <a:lnTo>
                  <a:pt x="65430" y="739284"/>
                </a:lnTo>
                <a:lnTo>
                  <a:pt x="62915" y="652848"/>
                </a:lnTo>
                <a:lnTo>
                  <a:pt x="23722" y="566412"/>
                </a:lnTo>
                <a:lnTo>
                  <a:pt x="32271" y="479977"/>
                </a:lnTo>
                <a:lnTo>
                  <a:pt x="9577" y="393541"/>
                </a:lnTo>
                <a:lnTo>
                  <a:pt x="10433" y="307105"/>
                </a:lnTo>
                <a:lnTo>
                  <a:pt x="16514" y="220669"/>
                </a:lnTo>
                <a:lnTo>
                  <a:pt x="0" y="134233"/>
                </a:lnTo>
                <a:close/>
              </a:path>
            </a:pathLst>
          </a:custGeom>
          <a:blipFill rotWithShape="1">
            <a:blip r:embed="rId5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552000">
            <a:off x="1071679" y="956588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04 · 위험요인</a:t>
            </a:r>
          </a:p>
        </p:txBody>
      </p:sp>
      <p:sp>
        <p:nvSpPr>
          <p:cNvPr id="7" name="TextBox 6"/>
          <p:cNvSpPr txBox="1"/>
          <p:nvPr/>
        </p:nvSpPr>
        <p:spPr>
          <a:xfrm rot="21552000">
            <a:off x="1078168" y="1181153"/>
            <a:ext cx="6286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34"/>
              </a:lnSpc>
            </a:pPr>
            <a:r>
              <a:rPr sz="3900" b="1">
                <a:solidFill>
                  <a:srgbClr val="5C2E14"/>
                </a:solidFill>
                <a:latin typeface="Arial Black"/>
                <a:ea typeface="맑은 고딕"/>
              </a:rPr>
              <a:t>격차를 </a:t>
            </a:r>
            <a:r>
              <a:rPr sz="3510" b="1">
                <a:solidFill>
                  <a:srgbClr val="7A4A2A"/>
                </a:solidFill>
                <a:latin typeface="Arial"/>
                <a:ea typeface="맑은 고딕"/>
              </a:rPr>
              <a:t>키</a:t>
            </a:r>
            <a:r>
              <a:rPr sz="3900" b="1">
                <a:solidFill>
                  <a:srgbClr val="5C2E14"/>
                </a:solidFill>
                <a:latin typeface="Arial Black"/>
                <a:ea typeface="맑은 고딕"/>
              </a:rPr>
              <a:t>우는 힘</a:t>
            </a:r>
          </a:p>
        </p:txBody>
      </p:sp>
      <p:sp>
        <p:nvSpPr>
          <p:cNvPr id="8" name="Oval 7"/>
          <p:cNvSpPr/>
          <p:nvPr/>
        </p:nvSpPr>
        <p:spPr>
          <a:xfrm rot="21552000">
            <a:off x="1089624" y="2136303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 rot="21552000">
            <a:off x="1698779" y="2158294"/>
            <a:ext cx="56197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수도권 집적경제 강화</a:t>
            </a:r>
          </a:p>
        </p:txBody>
      </p:sp>
      <p:sp>
        <p:nvSpPr>
          <p:cNvPr id="10" name="TextBox 9"/>
          <p:cNvSpPr txBox="1"/>
          <p:nvPr/>
        </p:nvSpPr>
        <p:spPr>
          <a:xfrm rot="21552000">
            <a:off x="1707423" y="2491609"/>
            <a:ext cx="561975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지식서비스(종사자 수도권 비중 </a:t>
            </a:r>
            <a:r>
              <a:rPr sz="1200" b="1">
                <a:solidFill>
                  <a:srgbClr val="3B2414"/>
                </a:solidFill>
                <a:latin typeface="Arial"/>
                <a:ea typeface="맑은 고딕"/>
              </a:rPr>
              <a:t>71.9%</a:t>
            </a: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)와 반도체 제조업(</a:t>
            </a:r>
            <a:r>
              <a:rPr sz="1200" b="1">
                <a:solidFill>
                  <a:srgbClr val="3B2414"/>
                </a:solidFill>
                <a:latin typeface="Arial"/>
                <a:ea typeface="맑은 고딕"/>
              </a:rPr>
              <a:t>74.4%</a:t>
            </a: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)이 이미 수도권에 몰려 있습니다. AI투자는 숙련인재와 보완성이 커 수도권에 더 집중될 수 있습니다.</a:t>
            </a:r>
          </a:p>
        </p:txBody>
      </p:sp>
      <p:sp>
        <p:nvSpPr>
          <p:cNvPr id="11" name="Oval 10"/>
          <p:cNvSpPr/>
          <p:nvPr/>
        </p:nvSpPr>
        <p:spPr>
          <a:xfrm rot="21552000">
            <a:off x="1108242" y="3469673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 rot="21552000">
            <a:off x="1717397" y="3491664"/>
            <a:ext cx="56197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피지컬AI발 지방 고용 감소</a:t>
            </a:r>
          </a:p>
        </p:txBody>
      </p:sp>
      <p:sp>
        <p:nvSpPr>
          <p:cNvPr id="13" name="TextBox 12"/>
          <p:cNvSpPr txBox="1"/>
          <p:nvPr/>
        </p:nvSpPr>
        <p:spPr>
          <a:xfrm rot="21552000">
            <a:off x="1726042" y="3824979"/>
            <a:ext cx="561975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피지컬AI 발전이 빨라지면 노출도가 높은 비수도권에서 제조 · 숙박음식 · 운수업을 중심으로 고용이 줄 우려가 있습니다.</a:t>
            </a:r>
          </a:p>
        </p:txBody>
      </p:sp>
      <p:sp>
        <p:nvSpPr>
          <p:cNvPr id="14" name="Oval 13"/>
          <p:cNvSpPr/>
          <p:nvPr/>
        </p:nvSpPr>
        <p:spPr>
          <a:xfrm rot="21552000">
            <a:off x="1126861" y="4803043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 rot="21552000">
            <a:off x="1736016" y="4825034"/>
            <a:ext cx="56197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AI 준비도 격차</a:t>
            </a:r>
          </a:p>
        </p:txBody>
      </p:sp>
      <p:sp>
        <p:nvSpPr>
          <p:cNvPr id="16" name="TextBox 15"/>
          <p:cNvSpPr txBox="1"/>
          <p:nvPr/>
        </p:nvSpPr>
        <p:spPr>
          <a:xfrm rot="21552000">
            <a:off x="1744660" y="5158349"/>
            <a:ext cx="561975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인적자본 · 혁신활동으로 평가한 지역별 “AI 준비도”가 서울 · 경기 등에서 비수도권보다 크게 높습니다.</a:t>
            </a:r>
          </a:p>
        </p:txBody>
      </p:sp>
      <p:sp>
        <p:nvSpPr>
          <p:cNvPr id="17" name="Freeform 16"/>
          <p:cNvSpPr/>
          <p:nvPr/>
        </p:nvSpPr>
        <p:spPr>
          <a:xfrm rot="120000">
            <a:off x="8376205" y="876458"/>
            <a:ext cx="3616787" cy="4384339"/>
          </a:xfrm>
          <a:custGeom>
            <a:avLst/>
            <a:gdLst/>
            <a:ahLst/>
            <a:cxnLst/>
            <a:rect l="l" t="t" r="r" b="b"/>
            <a:pathLst>
              <a:path w="3616787" h="4384339">
                <a:moveTo>
                  <a:pt x="43895" y="28592"/>
                </a:moveTo>
                <a:lnTo>
                  <a:pt x="129852" y="11312"/>
                </a:lnTo>
                <a:lnTo>
                  <a:pt x="215809" y="27780"/>
                </a:lnTo>
                <a:lnTo>
                  <a:pt x="301766" y="1537"/>
                </a:lnTo>
                <a:lnTo>
                  <a:pt x="387724" y="29882"/>
                </a:lnTo>
                <a:lnTo>
                  <a:pt x="473681" y="24721"/>
                </a:lnTo>
                <a:lnTo>
                  <a:pt x="559638" y="24319"/>
                </a:lnTo>
                <a:lnTo>
                  <a:pt x="645596" y="0"/>
                </a:lnTo>
                <a:lnTo>
                  <a:pt x="731553" y="12263"/>
                </a:lnTo>
                <a:lnTo>
                  <a:pt x="817510" y="17489"/>
                </a:lnTo>
                <a:lnTo>
                  <a:pt x="903468" y="11135"/>
                </a:lnTo>
                <a:lnTo>
                  <a:pt x="989425" y="50885"/>
                </a:lnTo>
                <a:lnTo>
                  <a:pt x="1075382" y="44154"/>
                </a:lnTo>
                <a:lnTo>
                  <a:pt x="1161340" y="37121"/>
                </a:lnTo>
                <a:lnTo>
                  <a:pt x="1247297" y="36294"/>
                </a:lnTo>
                <a:lnTo>
                  <a:pt x="1333254" y="28201"/>
                </a:lnTo>
                <a:lnTo>
                  <a:pt x="1419212" y="27504"/>
                </a:lnTo>
                <a:lnTo>
                  <a:pt x="1505169" y="2551"/>
                </a:lnTo>
                <a:lnTo>
                  <a:pt x="1591126" y="16444"/>
                </a:lnTo>
                <a:lnTo>
                  <a:pt x="1677084" y="30532"/>
                </a:lnTo>
                <a:lnTo>
                  <a:pt x="1763041" y="22666"/>
                </a:lnTo>
                <a:lnTo>
                  <a:pt x="1848998" y="26648"/>
                </a:lnTo>
                <a:lnTo>
                  <a:pt x="1934955" y="42756"/>
                </a:lnTo>
                <a:lnTo>
                  <a:pt x="2020913" y="19509"/>
                </a:lnTo>
                <a:lnTo>
                  <a:pt x="2106870" y="27573"/>
                </a:lnTo>
                <a:lnTo>
                  <a:pt x="2192827" y="69774"/>
                </a:lnTo>
                <a:lnTo>
                  <a:pt x="2278785" y="47064"/>
                </a:lnTo>
                <a:lnTo>
                  <a:pt x="2364742" y="59979"/>
                </a:lnTo>
                <a:lnTo>
                  <a:pt x="2450699" y="30994"/>
                </a:lnTo>
                <a:lnTo>
                  <a:pt x="2536657" y="47349"/>
                </a:lnTo>
                <a:lnTo>
                  <a:pt x="2622614" y="35938"/>
                </a:lnTo>
                <a:lnTo>
                  <a:pt x="2708571" y="42812"/>
                </a:lnTo>
                <a:lnTo>
                  <a:pt x="2794529" y="39808"/>
                </a:lnTo>
                <a:lnTo>
                  <a:pt x="2880486" y="14853"/>
                </a:lnTo>
                <a:lnTo>
                  <a:pt x="2966443" y="23151"/>
                </a:lnTo>
                <a:lnTo>
                  <a:pt x="3052401" y="3466"/>
                </a:lnTo>
                <a:lnTo>
                  <a:pt x="3138358" y="13225"/>
                </a:lnTo>
                <a:lnTo>
                  <a:pt x="3224315" y="40320"/>
                </a:lnTo>
                <a:lnTo>
                  <a:pt x="3310273" y="58039"/>
                </a:lnTo>
                <a:lnTo>
                  <a:pt x="3396230" y="36188"/>
                </a:lnTo>
                <a:lnTo>
                  <a:pt x="3482187" y="53550"/>
                </a:lnTo>
                <a:lnTo>
                  <a:pt x="3578978" y="37942"/>
                </a:lnTo>
                <a:lnTo>
                  <a:pt x="3583531" y="124048"/>
                </a:lnTo>
                <a:lnTo>
                  <a:pt x="3578079" y="210154"/>
                </a:lnTo>
                <a:lnTo>
                  <a:pt x="3603248" y="296260"/>
                </a:lnTo>
                <a:lnTo>
                  <a:pt x="3604218" y="382366"/>
                </a:lnTo>
                <a:lnTo>
                  <a:pt x="3616787" y="468472"/>
                </a:lnTo>
                <a:lnTo>
                  <a:pt x="3585127" y="554578"/>
                </a:lnTo>
                <a:lnTo>
                  <a:pt x="3591590" y="640684"/>
                </a:lnTo>
                <a:lnTo>
                  <a:pt x="3582079" y="726790"/>
                </a:lnTo>
                <a:lnTo>
                  <a:pt x="3609899" y="812896"/>
                </a:lnTo>
                <a:lnTo>
                  <a:pt x="3601210" y="899002"/>
                </a:lnTo>
                <a:lnTo>
                  <a:pt x="3582702" y="985108"/>
                </a:lnTo>
                <a:lnTo>
                  <a:pt x="3584005" y="1071214"/>
                </a:lnTo>
                <a:lnTo>
                  <a:pt x="3591187" y="1157320"/>
                </a:lnTo>
                <a:lnTo>
                  <a:pt x="3567762" y="1243426"/>
                </a:lnTo>
                <a:lnTo>
                  <a:pt x="3580223" y="1329532"/>
                </a:lnTo>
                <a:lnTo>
                  <a:pt x="3562103" y="1415638"/>
                </a:lnTo>
                <a:lnTo>
                  <a:pt x="3557471" y="1501744"/>
                </a:lnTo>
                <a:lnTo>
                  <a:pt x="3598467" y="1587850"/>
                </a:lnTo>
                <a:lnTo>
                  <a:pt x="3571908" y="1673956"/>
                </a:lnTo>
                <a:lnTo>
                  <a:pt x="3557274" y="1760062"/>
                </a:lnTo>
                <a:lnTo>
                  <a:pt x="3579330" y="1846168"/>
                </a:lnTo>
                <a:lnTo>
                  <a:pt x="3569888" y="1932274"/>
                </a:lnTo>
                <a:lnTo>
                  <a:pt x="3580952" y="2018380"/>
                </a:lnTo>
                <a:lnTo>
                  <a:pt x="3583433" y="2104486"/>
                </a:lnTo>
                <a:lnTo>
                  <a:pt x="3584062" y="2190592"/>
                </a:lnTo>
                <a:lnTo>
                  <a:pt x="3583334" y="2276698"/>
                </a:lnTo>
                <a:lnTo>
                  <a:pt x="3571927" y="2362804"/>
                </a:lnTo>
                <a:lnTo>
                  <a:pt x="3580260" y="2448910"/>
                </a:lnTo>
                <a:lnTo>
                  <a:pt x="3605789" y="2535015"/>
                </a:lnTo>
                <a:lnTo>
                  <a:pt x="3601510" y="2621122"/>
                </a:lnTo>
                <a:lnTo>
                  <a:pt x="3607013" y="2707228"/>
                </a:lnTo>
                <a:lnTo>
                  <a:pt x="3595925" y="2793334"/>
                </a:lnTo>
                <a:lnTo>
                  <a:pt x="3610306" y="2879440"/>
                </a:lnTo>
                <a:lnTo>
                  <a:pt x="3593962" y="2965546"/>
                </a:lnTo>
                <a:lnTo>
                  <a:pt x="3577865" y="3051652"/>
                </a:lnTo>
                <a:lnTo>
                  <a:pt x="3578799" y="3137758"/>
                </a:lnTo>
                <a:lnTo>
                  <a:pt x="3601809" y="3223864"/>
                </a:lnTo>
                <a:lnTo>
                  <a:pt x="3598713" y="3309970"/>
                </a:lnTo>
                <a:lnTo>
                  <a:pt x="3582119" y="3396076"/>
                </a:lnTo>
                <a:lnTo>
                  <a:pt x="3556849" y="3482182"/>
                </a:lnTo>
                <a:lnTo>
                  <a:pt x="3590379" y="3568288"/>
                </a:lnTo>
                <a:lnTo>
                  <a:pt x="3607399" y="3654394"/>
                </a:lnTo>
                <a:lnTo>
                  <a:pt x="3599612" y="3740500"/>
                </a:lnTo>
                <a:lnTo>
                  <a:pt x="3591654" y="3826606"/>
                </a:lnTo>
                <a:lnTo>
                  <a:pt x="3614770" y="3912712"/>
                </a:lnTo>
                <a:lnTo>
                  <a:pt x="3590211" y="3998818"/>
                </a:lnTo>
                <a:lnTo>
                  <a:pt x="3589566" y="4084924"/>
                </a:lnTo>
                <a:lnTo>
                  <a:pt x="3568956" y="4171030"/>
                </a:lnTo>
                <a:lnTo>
                  <a:pt x="3567125" y="4257136"/>
                </a:lnTo>
                <a:lnTo>
                  <a:pt x="3568145" y="4360935"/>
                </a:lnTo>
                <a:lnTo>
                  <a:pt x="3482187" y="4348680"/>
                </a:lnTo>
                <a:lnTo>
                  <a:pt x="3396230" y="4359590"/>
                </a:lnTo>
                <a:lnTo>
                  <a:pt x="3310273" y="4357452"/>
                </a:lnTo>
                <a:lnTo>
                  <a:pt x="3224315" y="4365242"/>
                </a:lnTo>
                <a:lnTo>
                  <a:pt x="3138358" y="4342118"/>
                </a:lnTo>
                <a:lnTo>
                  <a:pt x="3052401" y="4357926"/>
                </a:lnTo>
                <a:lnTo>
                  <a:pt x="2966443" y="4343855"/>
                </a:lnTo>
                <a:lnTo>
                  <a:pt x="2880486" y="4358921"/>
                </a:lnTo>
                <a:lnTo>
                  <a:pt x="2794529" y="4320167"/>
                </a:lnTo>
                <a:lnTo>
                  <a:pt x="2708571" y="4361053"/>
                </a:lnTo>
                <a:lnTo>
                  <a:pt x="2622614" y="4351810"/>
                </a:lnTo>
                <a:lnTo>
                  <a:pt x="2536657" y="4350033"/>
                </a:lnTo>
                <a:lnTo>
                  <a:pt x="2450699" y="4363546"/>
                </a:lnTo>
                <a:lnTo>
                  <a:pt x="2364742" y="4363284"/>
                </a:lnTo>
                <a:lnTo>
                  <a:pt x="2278785" y="4343372"/>
                </a:lnTo>
                <a:lnTo>
                  <a:pt x="2192827" y="4375554"/>
                </a:lnTo>
                <a:lnTo>
                  <a:pt x="2106870" y="4384339"/>
                </a:lnTo>
                <a:lnTo>
                  <a:pt x="2020913" y="4370170"/>
                </a:lnTo>
                <a:lnTo>
                  <a:pt x="1934955" y="4350379"/>
                </a:lnTo>
                <a:lnTo>
                  <a:pt x="1848998" y="4354796"/>
                </a:lnTo>
                <a:lnTo>
                  <a:pt x="1763041" y="4361891"/>
                </a:lnTo>
                <a:lnTo>
                  <a:pt x="1677084" y="4365266"/>
                </a:lnTo>
                <a:lnTo>
                  <a:pt x="1591126" y="4371807"/>
                </a:lnTo>
                <a:lnTo>
                  <a:pt x="1505169" y="4380811"/>
                </a:lnTo>
                <a:lnTo>
                  <a:pt x="1419212" y="4383286"/>
                </a:lnTo>
                <a:lnTo>
                  <a:pt x="1333254" y="4376080"/>
                </a:lnTo>
                <a:lnTo>
                  <a:pt x="1247297" y="4356980"/>
                </a:lnTo>
                <a:lnTo>
                  <a:pt x="1161340" y="4376964"/>
                </a:lnTo>
                <a:lnTo>
                  <a:pt x="1075382" y="4355803"/>
                </a:lnTo>
                <a:lnTo>
                  <a:pt x="989425" y="4346180"/>
                </a:lnTo>
                <a:lnTo>
                  <a:pt x="903468" y="4362133"/>
                </a:lnTo>
                <a:lnTo>
                  <a:pt x="817510" y="4353114"/>
                </a:lnTo>
                <a:lnTo>
                  <a:pt x="731553" y="4359032"/>
                </a:lnTo>
                <a:lnTo>
                  <a:pt x="645596" y="4367313"/>
                </a:lnTo>
                <a:lnTo>
                  <a:pt x="559638" y="4355241"/>
                </a:lnTo>
                <a:lnTo>
                  <a:pt x="473681" y="4371985"/>
                </a:lnTo>
                <a:lnTo>
                  <a:pt x="387724" y="4374077"/>
                </a:lnTo>
                <a:lnTo>
                  <a:pt x="301766" y="4358140"/>
                </a:lnTo>
                <a:lnTo>
                  <a:pt x="215809" y="4353561"/>
                </a:lnTo>
                <a:lnTo>
                  <a:pt x="129852" y="4364667"/>
                </a:lnTo>
                <a:lnTo>
                  <a:pt x="44683" y="4343242"/>
                </a:lnTo>
                <a:lnTo>
                  <a:pt x="40520" y="4257136"/>
                </a:lnTo>
                <a:lnTo>
                  <a:pt x="7811" y="4171030"/>
                </a:lnTo>
                <a:lnTo>
                  <a:pt x="29303" y="4084924"/>
                </a:lnTo>
                <a:lnTo>
                  <a:pt x="55927" y="3998818"/>
                </a:lnTo>
                <a:lnTo>
                  <a:pt x="70147" y="3912712"/>
                </a:lnTo>
                <a:lnTo>
                  <a:pt x="43066" y="3826606"/>
                </a:lnTo>
                <a:lnTo>
                  <a:pt x="17448" y="3740500"/>
                </a:lnTo>
                <a:lnTo>
                  <a:pt x="31267" y="3654394"/>
                </a:lnTo>
                <a:lnTo>
                  <a:pt x="0" y="3568288"/>
                </a:lnTo>
                <a:lnTo>
                  <a:pt x="8508" y="3482182"/>
                </a:lnTo>
                <a:lnTo>
                  <a:pt x="16800" y="3396076"/>
                </a:lnTo>
                <a:lnTo>
                  <a:pt x="9210" y="3309970"/>
                </a:lnTo>
                <a:lnTo>
                  <a:pt x="29274" y="3223864"/>
                </a:lnTo>
                <a:lnTo>
                  <a:pt x="15041" y="3137758"/>
                </a:lnTo>
                <a:lnTo>
                  <a:pt x="19666" y="3051652"/>
                </a:lnTo>
                <a:lnTo>
                  <a:pt x="10180" y="2965546"/>
                </a:lnTo>
                <a:lnTo>
                  <a:pt x="27295" y="2879440"/>
                </a:lnTo>
                <a:lnTo>
                  <a:pt x="7707" y="2793333"/>
                </a:lnTo>
                <a:lnTo>
                  <a:pt x="48084" y="2707228"/>
                </a:lnTo>
                <a:lnTo>
                  <a:pt x="58890" y="2621122"/>
                </a:lnTo>
                <a:lnTo>
                  <a:pt x="20792" y="2535015"/>
                </a:lnTo>
                <a:lnTo>
                  <a:pt x="21750" y="2448910"/>
                </a:lnTo>
                <a:lnTo>
                  <a:pt x="5658" y="2362804"/>
                </a:lnTo>
                <a:lnTo>
                  <a:pt x="649" y="2276698"/>
                </a:lnTo>
                <a:lnTo>
                  <a:pt x="20844" y="2190592"/>
                </a:lnTo>
                <a:lnTo>
                  <a:pt x="26838" y="2104486"/>
                </a:lnTo>
                <a:lnTo>
                  <a:pt x="16895" y="2018379"/>
                </a:lnTo>
                <a:lnTo>
                  <a:pt x="49771" y="1932274"/>
                </a:lnTo>
                <a:lnTo>
                  <a:pt x="55226" y="1846168"/>
                </a:lnTo>
                <a:lnTo>
                  <a:pt x="40663" y="1760062"/>
                </a:lnTo>
                <a:lnTo>
                  <a:pt x="19232" y="1673956"/>
                </a:lnTo>
                <a:lnTo>
                  <a:pt x="45049" y="1587849"/>
                </a:lnTo>
                <a:lnTo>
                  <a:pt x="27236" y="1501744"/>
                </a:lnTo>
                <a:lnTo>
                  <a:pt x="54565" y="1415638"/>
                </a:lnTo>
                <a:lnTo>
                  <a:pt x="60250" y="1329532"/>
                </a:lnTo>
                <a:lnTo>
                  <a:pt x="58602" y="1243426"/>
                </a:lnTo>
                <a:lnTo>
                  <a:pt x="79073" y="1157319"/>
                </a:lnTo>
                <a:lnTo>
                  <a:pt x="75261" y="1071214"/>
                </a:lnTo>
                <a:lnTo>
                  <a:pt x="40379" y="985108"/>
                </a:lnTo>
                <a:lnTo>
                  <a:pt x="77423" y="899001"/>
                </a:lnTo>
                <a:lnTo>
                  <a:pt x="67916" y="812896"/>
                </a:lnTo>
                <a:lnTo>
                  <a:pt x="79659" y="726790"/>
                </a:lnTo>
                <a:lnTo>
                  <a:pt x="61432" y="640684"/>
                </a:lnTo>
                <a:lnTo>
                  <a:pt x="63201" y="554578"/>
                </a:lnTo>
                <a:lnTo>
                  <a:pt x="61243" y="468472"/>
                </a:lnTo>
                <a:lnTo>
                  <a:pt x="89254" y="382365"/>
                </a:lnTo>
                <a:lnTo>
                  <a:pt x="61489" y="296260"/>
                </a:lnTo>
                <a:lnTo>
                  <a:pt x="70157" y="210154"/>
                </a:lnTo>
                <a:lnTo>
                  <a:pt x="57355" y="124048"/>
                </a:lnTo>
                <a:close/>
              </a:path>
            </a:pathLst>
          </a:custGeom>
          <a:blipFill rotWithShape="1">
            <a:blip r:embed="rId6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ycl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20000">
            <a:off x="8467725" y="971550"/>
            <a:ext cx="3429000" cy="4191000"/>
          </a:xfrm>
          <a:prstGeom prst="rect">
            <a:avLst/>
          </a:prstGeom>
        </p:spPr>
      </p:pic>
      <p:pic>
        <p:nvPicPr>
          <p:cNvPr id="19" name="Picture 18" descr="sprig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1120000">
            <a:off x="10668000" y="4953000"/>
            <a:ext cx="15240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60000">
            <a:off x="-391990" y="6168141"/>
            <a:ext cx="12990150" cy="1328598"/>
          </a:xfrm>
          <a:custGeom>
            <a:avLst/>
            <a:gdLst/>
            <a:ahLst/>
            <a:cxnLst/>
            <a:rect l="l" t="t" r="r" b="b"/>
            <a:pathLst>
              <a:path w="12990150" h="1328598">
                <a:moveTo>
                  <a:pt x="10990" y="45938"/>
                </a:moveTo>
                <a:lnTo>
                  <a:pt x="96779" y="42536"/>
                </a:lnTo>
                <a:lnTo>
                  <a:pt x="182567" y="28911"/>
                </a:lnTo>
                <a:lnTo>
                  <a:pt x="268355" y="36679"/>
                </a:lnTo>
                <a:lnTo>
                  <a:pt x="354143" y="58686"/>
                </a:lnTo>
                <a:lnTo>
                  <a:pt x="439930" y="36707"/>
                </a:lnTo>
                <a:lnTo>
                  <a:pt x="525718" y="33098"/>
                </a:lnTo>
                <a:lnTo>
                  <a:pt x="611506" y="51861"/>
                </a:lnTo>
                <a:lnTo>
                  <a:pt x="697294" y="41300"/>
                </a:lnTo>
                <a:lnTo>
                  <a:pt x="783082" y="29582"/>
                </a:lnTo>
                <a:lnTo>
                  <a:pt x="868870" y="58454"/>
                </a:lnTo>
                <a:lnTo>
                  <a:pt x="954658" y="34090"/>
                </a:lnTo>
                <a:lnTo>
                  <a:pt x="1040446" y="42549"/>
                </a:lnTo>
                <a:lnTo>
                  <a:pt x="1126235" y="35399"/>
                </a:lnTo>
                <a:lnTo>
                  <a:pt x="1212023" y="30284"/>
                </a:lnTo>
                <a:lnTo>
                  <a:pt x="1297811" y="34528"/>
                </a:lnTo>
                <a:lnTo>
                  <a:pt x="1383599" y="44125"/>
                </a:lnTo>
                <a:lnTo>
                  <a:pt x="1469387" y="56246"/>
                </a:lnTo>
                <a:lnTo>
                  <a:pt x="1555175" y="70419"/>
                </a:lnTo>
                <a:lnTo>
                  <a:pt x="1640963" y="74117"/>
                </a:lnTo>
                <a:lnTo>
                  <a:pt x="1726751" y="47008"/>
                </a:lnTo>
                <a:lnTo>
                  <a:pt x="1812539" y="43234"/>
                </a:lnTo>
                <a:lnTo>
                  <a:pt x="1898327" y="31533"/>
                </a:lnTo>
                <a:lnTo>
                  <a:pt x="1984115" y="57356"/>
                </a:lnTo>
                <a:lnTo>
                  <a:pt x="2069903" y="57685"/>
                </a:lnTo>
                <a:lnTo>
                  <a:pt x="2155691" y="67835"/>
                </a:lnTo>
                <a:lnTo>
                  <a:pt x="2241480" y="72419"/>
                </a:lnTo>
                <a:lnTo>
                  <a:pt x="2327268" y="87756"/>
                </a:lnTo>
                <a:lnTo>
                  <a:pt x="2413056" y="70936"/>
                </a:lnTo>
                <a:lnTo>
                  <a:pt x="2498844" y="74343"/>
                </a:lnTo>
                <a:lnTo>
                  <a:pt x="2584632" y="73730"/>
                </a:lnTo>
                <a:lnTo>
                  <a:pt x="2670420" y="71923"/>
                </a:lnTo>
                <a:lnTo>
                  <a:pt x="2756208" y="41647"/>
                </a:lnTo>
                <a:lnTo>
                  <a:pt x="2841996" y="44570"/>
                </a:lnTo>
                <a:lnTo>
                  <a:pt x="2927784" y="63955"/>
                </a:lnTo>
                <a:lnTo>
                  <a:pt x="3013572" y="42739"/>
                </a:lnTo>
                <a:lnTo>
                  <a:pt x="3099360" y="17808"/>
                </a:lnTo>
                <a:lnTo>
                  <a:pt x="3185148" y="50154"/>
                </a:lnTo>
                <a:lnTo>
                  <a:pt x="3270937" y="26159"/>
                </a:lnTo>
                <a:lnTo>
                  <a:pt x="3356725" y="56871"/>
                </a:lnTo>
                <a:lnTo>
                  <a:pt x="3442513" y="48347"/>
                </a:lnTo>
                <a:lnTo>
                  <a:pt x="3528301" y="65321"/>
                </a:lnTo>
                <a:lnTo>
                  <a:pt x="3614089" y="47840"/>
                </a:lnTo>
                <a:lnTo>
                  <a:pt x="3699877" y="59555"/>
                </a:lnTo>
                <a:lnTo>
                  <a:pt x="3785665" y="32513"/>
                </a:lnTo>
                <a:lnTo>
                  <a:pt x="3871453" y="47189"/>
                </a:lnTo>
                <a:lnTo>
                  <a:pt x="3957241" y="38399"/>
                </a:lnTo>
                <a:lnTo>
                  <a:pt x="4043029" y="38174"/>
                </a:lnTo>
                <a:lnTo>
                  <a:pt x="4128817" y="77579"/>
                </a:lnTo>
                <a:lnTo>
                  <a:pt x="4214605" y="78676"/>
                </a:lnTo>
                <a:lnTo>
                  <a:pt x="4300393" y="77520"/>
                </a:lnTo>
                <a:lnTo>
                  <a:pt x="4386182" y="83696"/>
                </a:lnTo>
                <a:lnTo>
                  <a:pt x="4471970" y="79387"/>
                </a:lnTo>
                <a:lnTo>
                  <a:pt x="4557758" y="64319"/>
                </a:lnTo>
                <a:lnTo>
                  <a:pt x="4643546" y="49687"/>
                </a:lnTo>
                <a:lnTo>
                  <a:pt x="4729334" y="67029"/>
                </a:lnTo>
                <a:lnTo>
                  <a:pt x="4815122" y="63071"/>
                </a:lnTo>
                <a:lnTo>
                  <a:pt x="4900910" y="60036"/>
                </a:lnTo>
                <a:lnTo>
                  <a:pt x="4986698" y="52683"/>
                </a:lnTo>
                <a:lnTo>
                  <a:pt x="5072486" y="48038"/>
                </a:lnTo>
                <a:lnTo>
                  <a:pt x="5158274" y="63819"/>
                </a:lnTo>
                <a:lnTo>
                  <a:pt x="5244062" y="41331"/>
                </a:lnTo>
                <a:lnTo>
                  <a:pt x="5329850" y="23922"/>
                </a:lnTo>
                <a:lnTo>
                  <a:pt x="5415639" y="36737"/>
                </a:lnTo>
                <a:lnTo>
                  <a:pt x="5501427" y="45630"/>
                </a:lnTo>
                <a:lnTo>
                  <a:pt x="5587215" y="34950"/>
                </a:lnTo>
                <a:lnTo>
                  <a:pt x="5673003" y="34241"/>
                </a:lnTo>
                <a:lnTo>
                  <a:pt x="5758791" y="31111"/>
                </a:lnTo>
                <a:lnTo>
                  <a:pt x="5844579" y="26433"/>
                </a:lnTo>
                <a:lnTo>
                  <a:pt x="5930367" y="27043"/>
                </a:lnTo>
                <a:lnTo>
                  <a:pt x="6016155" y="24407"/>
                </a:lnTo>
                <a:lnTo>
                  <a:pt x="6101943" y="0"/>
                </a:lnTo>
                <a:lnTo>
                  <a:pt x="6187731" y="22007"/>
                </a:lnTo>
                <a:lnTo>
                  <a:pt x="6273519" y="4304"/>
                </a:lnTo>
                <a:lnTo>
                  <a:pt x="6359307" y="33151"/>
                </a:lnTo>
                <a:lnTo>
                  <a:pt x="6445095" y="35190"/>
                </a:lnTo>
                <a:lnTo>
                  <a:pt x="6530884" y="48030"/>
                </a:lnTo>
                <a:lnTo>
                  <a:pt x="6616672" y="35673"/>
                </a:lnTo>
                <a:lnTo>
                  <a:pt x="6702460" y="38379"/>
                </a:lnTo>
                <a:lnTo>
                  <a:pt x="6788248" y="31112"/>
                </a:lnTo>
                <a:lnTo>
                  <a:pt x="6874036" y="31266"/>
                </a:lnTo>
                <a:lnTo>
                  <a:pt x="6959824" y="40553"/>
                </a:lnTo>
                <a:lnTo>
                  <a:pt x="7045612" y="21290"/>
                </a:lnTo>
                <a:lnTo>
                  <a:pt x="7131400" y="48118"/>
                </a:lnTo>
                <a:lnTo>
                  <a:pt x="7217188" y="24575"/>
                </a:lnTo>
                <a:lnTo>
                  <a:pt x="7302976" y="13222"/>
                </a:lnTo>
                <a:lnTo>
                  <a:pt x="7388764" y="15524"/>
                </a:lnTo>
                <a:lnTo>
                  <a:pt x="7474552" y="37341"/>
                </a:lnTo>
                <a:lnTo>
                  <a:pt x="7560340" y="45615"/>
                </a:lnTo>
                <a:lnTo>
                  <a:pt x="7646129" y="61839"/>
                </a:lnTo>
                <a:lnTo>
                  <a:pt x="7731917" y="59598"/>
                </a:lnTo>
                <a:lnTo>
                  <a:pt x="7817705" y="57305"/>
                </a:lnTo>
                <a:lnTo>
                  <a:pt x="7903493" y="50472"/>
                </a:lnTo>
                <a:lnTo>
                  <a:pt x="7989281" y="87991"/>
                </a:lnTo>
                <a:lnTo>
                  <a:pt x="8075069" y="51912"/>
                </a:lnTo>
                <a:lnTo>
                  <a:pt x="8160857" y="51670"/>
                </a:lnTo>
                <a:lnTo>
                  <a:pt x="8246645" y="74538"/>
                </a:lnTo>
                <a:lnTo>
                  <a:pt x="8332433" y="70277"/>
                </a:lnTo>
                <a:lnTo>
                  <a:pt x="8418221" y="71367"/>
                </a:lnTo>
                <a:lnTo>
                  <a:pt x="8504009" y="90162"/>
                </a:lnTo>
                <a:lnTo>
                  <a:pt x="8589797" y="55813"/>
                </a:lnTo>
                <a:lnTo>
                  <a:pt x="8675586" y="90027"/>
                </a:lnTo>
                <a:lnTo>
                  <a:pt x="8761374" y="87190"/>
                </a:lnTo>
                <a:lnTo>
                  <a:pt x="8847162" y="79266"/>
                </a:lnTo>
                <a:lnTo>
                  <a:pt x="8932950" y="88124"/>
                </a:lnTo>
                <a:lnTo>
                  <a:pt x="9018738" y="80963"/>
                </a:lnTo>
                <a:lnTo>
                  <a:pt x="9104526" y="62061"/>
                </a:lnTo>
                <a:lnTo>
                  <a:pt x="9190314" y="67224"/>
                </a:lnTo>
                <a:lnTo>
                  <a:pt x="9276102" y="66566"/>
                </a:lnTo>
                <a:lnTo>
                  <a:pt x="9361890" y="52831"/>
                </a:lnTo>
                <a:lnTo>
                  <a:pt x="9447678" y="66189"/>
                </a:lnTo>
                <a:lnTo>
                  <a:pt x="9533466" y="31090"/>
                </a:lnTo>
                <a:lnTo>
                  <a:pt x="9619254" y="58627"/>
                </a:lnTo>
                <a:lnTo>
                  <a:pt x="9705042" y="26910"/>
                </a:lnTo>
                <a:lnTo>
                  <a:pt x="9790831" y="19963"/>
                </a:lnTo>
                <a:lnTo>
                  <a:pt x="9876619" y="28594"/>
                </a:lnTo>
                <a:lnTo>
                  <a:pt x="9962407" y="24409"/>
                </a:lnTo>
                <a:lnTo>
                  <a:pt x="10048195" y="4970"/>
                </a:lnTo>
                <a:lnTo>
                  <a:pt x="10133983" y="38373"/>
                </a:lnTo>
                <a:lnTo>
                  <a:pt x="10219771" y="17757"/>
                </a:lnTo>
                <a:lnTo>
                  <a:pt x="10305559" y="47415"/>
                </a:lnTo>
                <a:lnTo>
                  <a:pt x="10391347" y="43403"/>
                </a:lnTo>
                <a:lnTo>
                  <a:pt x="10477135" y="53276"/>
                </a:lnTo>
                <a:lnTo>
                  <a:pt x="10562923" y="60153"/>
                </a:lnTo>
                <a:lnTo>
                  <a:pt x="10648711" y="24104"/>
                </a:lnTo>
                <a:lnTo>
                  <a:pt x="10734499" y="63227"/>
                </a:lnTo>
                <a:lnTo>
                  <a:pt x="10820288" y="44392"/>
                </a:lnTo>
                <a:lnTo>
                  <a:pt x="10906076" y="70667"/>
                </a:lnTo>
                <a:lnTo>
                  <a:pt x="10991864" y="37500"/>
                </a:lnTo>
                <a:lnTo>
                  <a:pt x="11077652" y="58876"/>
                </a:lnTo>
                <a:lnTo>
                  <a:pt x="11163440" y="53608"/>
                </a:lnTo>
                <a:lnTo>
                  <a:pt x="11249228" y="35295"/>
                </a:lnTo>
                <a:lnTo>
                  <a:pt x="11335016" y="52496"/>
                </a:lnTo>
                <a:lnTo>
                  <a:pt x="11420804" y="58259"/>
                </a:lnTo>
                <a:lnTo>
                  <a:pt x="11506592" y="62199"/>
                </a:lnTo>
                <a:lnTo>
                  <a:pt x="11592380" y="44209"/>
                </a:lnTo>
                <a:lnTo>
                  <a:pt x="11678168" y="37293"/>
                </a:lnTo>
                <a:lnTo>
                  <a:pt x="11763956" y="42578"/>
                </a:lnTo>
                <a:lnTo>
                  <a:pt x="11849744" y="34699"/>
                </a:lnTo>
                <a:lnTo>
                  <a:pt x="11935533" y="76619"/>
                </a:lnTo>
                <a:lnTo>
                  <a:pt x="12021321" y="78602"/>
                </a:lnTo>
                <a:lnTo>
                  <a:pt x="12107109" y="40835"/>
                </a:lnTo>
                <a:lnTo>
                  <a:pt x="12192897" y="56583"/>
                </a:lnTo>
                <a:lnTo>
                  <a:pt x="12278685" y="73396"/>
                </a:lnTo>
                <a:lnTo>
                  <a:pt x="12364473" y="57010"/>
                </a:lnTo>
                <a:lnTo>
                  <a:pt x="12450261" y="55474"/>
                </a:lnTo>
                <a:lnTo>
                  <a:pt x="12536049" y="46795"/>
                </a:lnTo>
                <a:lnTo>
                  <a:pt x="12621837" y="33112"/>
                </a:lnTo>
                <a:lnTo>
                  <a:pt x="12707625" y="35234"/>
                </a:lnTo>
                <a:lnTo>
                  <a:pt x="12793413" y="36683"/>
                </a:lnTo>
                <a:lnTo>
                  <a:pt x="12879201" y="22246"/>
                </a:lnTo>
                <a:lnTo>
                  <a:pt x="12969121" y="42159"/>
                </a:lnTo>
                <a:lnTo>
                  <a:pt x="12970819" y="130605"/>
                </a:lnTo>
                <a:lnTo>
                  <a:pt x="12960862" y="219051"/>
                </a:lnTo>
                <a:lnTo>
                  <a:pt x="12952095" y="307498"/>
                </a:lnTo>
                <a:lnTo>
                  <a:pt x="12942274" y="395944"/>
                </a:lnTo>
                <a:lnTo>
                  <a:pt x="12934000" y="484391"/>
                </a:lnTo>
                <a:lnTo>
                  <a:pt x="12950807" y="572837"/>
                </a:lnTo>
                <a:lnTo>
                  <a:pt x="12929661" y="661284"/>
                </a:lnTo>
                <a:lnTo>
                  <a:pt x="12961291" y="749730"/>
                </a:lnTo>
                <a:lnTo>
                  <a:pt x="12958289" y="838176"/>
                </a:lnTo>
                <a:lnTo>
                  <a:pt x="12971811" y="926623"/>
                </a:lnTo>
                <a:lnTo>
                  <a:pt x="12975559" y="1015069"/>
                </a:lnTo>
                <a:lnTo>
                  <a:pt x="12990150" y="1103516"/>
                </a:lnTo>
                <a:lnTo>
                  <a:pt x="12970643" y="1191962"/>
                </a:lnTo>
                <a:lnTo>
                  <a:pt x="12964990" y="1291789"/>
                </a:lnTo>
                <a:lnTo>
                  <a:pt x="12879201" y="1285105"/>
                </a:lnTo>
                <a:lnTo>
                  <a:pt x="12793413" y="1291124"/>
                </a:lnTo>
                <a:lnTo>
                  <a:pt x="12707625" y="1279507"/>
                </a:lnTo>
                <a:lnTo>
                  <a:pt x="12621837" y="1300302"/>
                </a:lnTo>
                <a:lnTo>
                  <a:pt x="12536049" y="1276468"/>
                </a:lnTo>
                <a:lnTo>
                  <a:pt x="12450261" y="1289560"/>
                </a:lnTo>
                <a:lnTo>
                  <a:pt x="12364473" y="1272612"/>
                </a:lnTo>
                <a:lnTo>
                  <a:pt x="12278685" y="1302121"/>
                </a:lnTo>
                <a:lnTo>
                  <a:pt x="12192897" y="1306331"/>
                </a:lnTo>
                <a:lnTo>
                  <a:pt x="12107109" y="1318406"/>
                </a:lnTo>
                <a:lnTo>
                  <a:pt x="12021321" y="1313661"/>
                </a:lnTo>
                <a:lnTo>
                  <a:pt x="11935533" y="1273042"/>
                </a:lnTo>
                <a:lnTo>
                  <a:pt x="11849744" y="1255924"/>
                </a:lnTo>
                <a:lnTo>
                  <a:pt x="11763956" y="1270733"/>
                </a:lnTo>
                <a:lnTo>
                  <a:pt x="11678168" y="1277994"/>
                </a:lnTo>
                <a:lnTo>
                  <a:pt x="11592380" y="1265758"/>
                </a:lnTo>
                <a:lnTo>
                  <a:pt x="11506592" y="1277362"/>
                </a:lnTo>
                <a:lnTo>
                  <a:pt x="11420804" y="1263212"/>
                </a:lnTo>
                <a:lnTo>
                  <a:pt x="11335016" y="1282359"/>
                </a:lnTo>
                <a:lnTo>
                  <a:pt x="11249228" y="1283176"/>
                </a:lnTo>
                <a:lnTo>
                  <a:pt x="11163440" y="1288559"/>
                </a:lnTo>
                <a:lnTo>
                  <a:pt x="11077652" y="1291770"/>
                </a:lnTo>
                <a:lnTo>
                  <a:pt x="10991864" y="1277955"/>
                </a:lnTo>
                <a:lnTo>
                  <a:pt x="10906076" y="1305180"/>
                </a:lnTo>
                <a:lnTo>
                  <a:pt x="10820288" y="1324414"/>
                </a:lnTo>
                <a:lnTo>
                  <a:pt x="10734499" y="1299955"/>
                </a:lnTo>
                <a:lnTo>
                  <a:pt x="10648711" y="1295425"/>
                </a:lnTo>
                <a:lnTo>
                  <a:pt x="10562923" y="1302508"/>
                </a:lnTo>
                <a:lnTo>
                  <a:pt x="10477135" y="1290443"/>
                </a:lnTo>
                <a:lnTo>
                  <a:pt x="10391347" y="1299271"/>
                </a:lnTo>
                <a:lnTo>
                  <a:pt x="10305559" y="1276972"/>
                </a:lnTo>
                <a:lnTo>
                  <a:pt x="10219771" y="1290236"/>
                </a:lnTo>
                <a:lnTo>
                  <a:pt x="10133983" y="1277973"/>
                </a:lnTo>
                <a:lnTo>
                  <a:pt x="10048195" y="1280055"/>
                </a:lnTo>
                <a:lnTo>
                  <a:pt x="9962407" y="1298903"/>
                </a:lnTo>
                <a:lnTo>
                  <a:pt x="9876619" y="1304474"/>
                </a:lnTo>
                <a:lnTo>
                  <a:pt x="9790831" y="1294389"/>
                </a:lnTo>
                <a:lnTo>
                  <a:pt x="9705042" y="1277898"/>
                </a:lnTo>
                <a:lnTo>
                  <a:pt x="9619254" y="1296470"/>
                </a:lnTo>
                <a:lnTo>
                  <a:pt x="9533466" y="1296463"/>
                </a:lnTo>
                <a:lnTo>
                  <a:pt x="9447678" y="1283257"/>
                </a:lnTo>
                <a:lnTo>
                  <a:pt x="9361890" y="1278326"/>
                </a:lnTo>
                <a:lnTo>
                  <a:pt x="9276102" y="1305725"/>
                </a:lnTo>
                <a:lnTo>
                  <a:pt x="9190314" y="1298804"/>
                </a:lnTo>
                <a:lnTo>
                  <a:pt x="9104526" y="1298839"/>
                </a:lnTo>
                <a:lnTo>
                  <a:pt x="9018738" y="1303306"/>
                </a:lnTo>
                <a:lnTo>
                  <a:pt x="8932950" y="1291353"/>
                </a:lnTo>
                <a:lnTo>
                  <a:pt x="8847162" y="1267393"/>
                </a:lnTo>
                <a:lnTo>
                  <a:pt x="8761374" y="1293300"/>
                </a:lnTo>
                <a:lnTo>
                  <a:pt x="8675586" y="1294806"/>
                </a:lnTo>
                <a:lnTo>
                  <a:pt x="8589797" y="1271164"/>
                </a:lnTo>
                <a:lnTo>
                  <a:pt x="8504009" y="1282231"/>
                </a:lnTo>
                <a:lnTo>
                  <a:pt x="8418221" y="1263731"/>
                </a:lnTo>
                <a:lnTo>
                  <a:pt x="8332433" y="1261348"/>
                </a:lnTo>
                <a:lnTo>
                  <a:pt x="8246645" y="1267705"/>
                </a:lnTo>
                <a:lnTo>
                  <a:pt x="8160857" y="1259845"/>
                </a:lnTo>
                <a:lnTo>
                  <a:pt x="8075069" y="1260436"/>
                </a:lnTo>
                <a:lnTo>
                  <a:pt x="7989281" y="1260318"/>
                </a:lnTo>
                <a:lnTo>
                  <a:pt x="7903493" y="1248960"/>
                </a:lnTo>
                <a:lnTo>
                  <a:pt x="7817705" y="1259723"/>
                </a:lnTo>
                <a:lnTo>
                  <a:pt x="7731917" y="1246031"/>
                </a:lnTo>
                <a:lnTo>
                  <a:pt x="7646129" y="1261526"/>
                </a:lnTo>
                <a:lnTo>
                  <a:pt x="7560340" y="1259291"/>
                </a:lnTo>
                <a:lnTo>
                  <a:pt x="7474552" y="1280859"/>
                </a:lnTo>
                <a:lnTo>
                  <a:pt x="7388764" y="1253490"/>
                </a:lnTo>
                <a:lnTo>
                  <a:pt x="7302976" y="1286618"/>
                </a:lnTo>
                <a:lnTo>
                  <a:pt x="7217188" y="1282599"/>
                </a:lnTo>
                <a:lnTo>
                  <a:pt x="7131400" y="1286040"/>
                </a:lnTo>
                <a:lnTo>
                  <a:pt x="7045612" y="1258252"/>
                </a:lnTo>
                <a:lnTo>
                  <a:pt x="6959824" y="1262425"/>
                </a:lnTo>
                <a:lnTo>
                  <a:pt x="6874036" y="1291347"/>
                </a:lnTo>
                <a:lnTo>
                  <a:pt x="6788248" y="1261290"/>
                </a:lnTo>
                <a:lnTo>
                  <a:pt x="6702460" y="1291411"/>
                </a:lnTo>
                <a:lnTo>
                  <a:pt x="6616672" y="1276771"/>
                </a:lnTo>
                <a:lnTo>
                  <a:pt x="6530884" y="1244464"/>
                </a:lnTo>
                <a:lnTo>
                  <a:pt x="6445095" y="1263604"/>
                </a:lnTo>
                <a:lnTo>
                  <a:pt x="6359307" y="1261886"/>
                </a:lnTo>
                <a:lnTo>
                  <a:pt x="6273519" y="1287973"/>
                </a:lnTo>
                <a:lnTo>
                  <a:pt x="6187731" y="1295569"/>
                </a:lnTo>
                <a:lnTo>
                  <a:pt x="6101943" y="1297692"/>
                </a:lnTo>
                <a:lnTo>
                  <a:pt x="6016155" y="1290530"/>
                </a:lnTo>
                <a:lnTo>
                  <a:pt x="5930367" y="1282772"/>
                </a:lnTo>
                <a:lnTo>
                  <a:pt x="5844579" y="1308093"/>
                </a:lnTo>
                <a:lnTo>
                  <a:pt x="5758791" y="1309082"/>
                </a:lnTo>
                <a:lnTo>
                  <a:pt x="5673003" y="1305987"/>
                </a:lnTo>
                <a:lnTo>
                  <a:pt x="5587215" y="1321535"/>
                </a:lnTo>
                <a:lnTo>
                  <a:pt x="5501427" y="1300100"/>
                </a:lnTo>
                <a:lnTo>
                  <a:pt x="5415639" y="1306867"/>
                </a:lnTo>
                <a:lnTo>
                  <a:pt x="5329850" y="1308619"/>
                </a:lnTo>
                <a:lnTo>
                  <a:pt x="5244062" y="1312461"/>
                </a:lnTo>
                <a:lnTo>
                  <a:pt x="5158274" y="1319470"/>
                </a:lnTo>
                <a:lnTo>
                  <a:pt x="5072486" y="1320011"/>
                </a:lnTo>
                <a:lnTo>
                  <a:pt x="4986698" y="1309564"/>
                </a:lnTo>
                <a:lnTo>
                  <a:pt x="4900910" y="1319863"/>
                </a:lnTo>
                <a:lnTo>
                  <a:pt x="4815122" y="1281757"/>
                </a:lnTo>
                <a:lnTo>
                  <a:pt x="4729334" y="1321242"/>
                </a:lnTo>
                <a:lnTo>
                  <a:pt x="4643546" y="1296617"/>
                </a:lnTo>
                <a:lnTo>
                  <a:pt x="4557758" y="1318746"/>
                </a:lnTo>
                <a:lnTo>
                  <a:pt x="4471970" y="1311857"/>
                </a:lnTo>
                <a:lnTo>
                  <a:pt x="4386182" y="1312539"/>
                </a:lnTo>
                <a:lnTo>
                  <a:pt x="4300393" y="1296495"/>
                </a:lnTo>
                <a:lnTo>
                  <a:pt x="4214605" y="1308264"/>
                </a:lnTo>
                <a:lnTo>
                  <a:pt x="4128817" y="1299259"/>
                </a:lnTo>
                <a:lnTo>
                  <a:pt x="4043029" y="1313915"/>
                </a:lnTo>
                <a:lnTo>
                  <a:pt x="3957241" y="1320430"/>
                </a:lnTo>
                <a:lnTo>
                  <a:pt x="3871453" y="1296499"/>
                </a:lnTo>
                <a:lnTo>
                  <a:pt x="3785665" y="1294705"/>
                </a:lnTo>
                <a:lnTo>
                  <a:pt x="3699877" y="1313250"/>
                </a:lnTo>
                <a:lnTo>
                  <a:pt x="3614089" y="1274951"/>
                </a:lnTo>
                <a:lnTo>
                  <a:pt x="3528301" y="1261813"/>
                </a:lnTo>
                <a:lnTo>
                  <a:pt x="3442513" y="1262933"/>
                </a:lnTo>
                <a:lnTo>
                  <a:pt x="3356725" y="1272600"/>
                </a:lnTo>
                <a:lnTo>
                  <a:pt x="3270937" y="1252552"/>
                </a:lnTo>
                <a:lnTo>
                  <a:pt x="3185148" y="1263358"/>
                </a:lnTo>
                <a:lnTo>
                  <a:pt x="3099360" y="1259206"/>
                </a:lnTo>
                <a:lnTo>
                  <a:pt x="3013572" y="1286008"/>
                </a:lnTo>
                <a:lnTo>
                  <a:pt x="2927784" y="1265837"/>
                </a:lnTo>
                <a:lnTo>
                  <a:pt x="2841996" y="1260222"/>
                </a:lnTo>
                <a:lnTo>
                  <a:pt x="2756208" y="1254810"/>
                </a:lnTo>
                <a:lnTo>
                  <a:pt x="2670420" y="1271804"/>
                </a:lnTo>
                <a:lnTo>
                  <a:pt x="2584632" y="1257643"/>
                </a:lnTo>
                <a:lnTo>
                  <a:pt x="2498844" y="1279670"/>
                </a:lnTo>
                <a:lnTo>
                  <a:pt x="2413056" y="1278084"/>
                </a:lnTo>
                <a:lnTo>
                  <a:pt x="2327268" y="1279813"/>
                </a:lnTo>
                <a:lnTo>
                  <a:pt x="2241480" y="1300306"/>
                </a:lnTo>
                <a:lnTo>
                  <a:pt x="2155691" y="1323314"/>
                </a:lnTo>
                <a:lnTo>
                  <a:pt x="2069903" y="1327247"/>
                </a:lnTo>
                <a:lnTo>
                  <a:pt x="1984115" y="1308053"/>
                </a:lnTo>
                <a:lnTo>
                  <a:pt x="1898327" y="1309674"/>
                </a:lnTo>
                <a:lnTo>
                  <a:pt x="1812539" y="1305939"/>
                </a:lnTo>
                <a:lnTo>
                  <a:pt x="1726751" y="1328598"/>
                </a:lnTo>
                <a:lnTo>
                  <a:pt x="1640963" y="1303090"/>
                </a:lnTo>
                <a:lnTo>
                  <a:pt x="1555175" y="1277629"/>
                </a:lnTo>
                <a:lnTo>
                  <a:pt x="1469387" y="1307441"/>
                </a:lnTo>
                <a:lnTo>
                  <a:pt x="1383599" y="1276242"/>
                </a:lnTo>
                <a:lnTo>
                  <a:pt x="1297811" y="1293062"/>
                </a:lnTo>
                <a:lnTo>
                  <a:pt x="1212023" y="1301108"/>
                </a:lnTo>
                <a:lnTo>
                  <a:pt x="1126235" y="1307551"/>
                </a:lnTo>
                <a:lnTo>
                  <a:pt x="1040446" y="1310786"/>
                </a:lnTo>
                <a:lnTo>
                  <a:pt x="954658" y="1302565"/>
                </a:lnTo>
                <a:lnTo>
                  <a:pt x="868870" y="1320210"/>
                </a:lnTo>
                <a:lnTo>
                  <a:pt x="783082" y="1323277"/>
                </a:lnTo>
                <a:lnTo>
                  <a:pt x="697294" y="1279982"/>
                </a:lnTo>
                <a:lnTo>
                  <a:pt x="611506" y="1302193"/>
                </a:lnTo>
                <a:lnTo>
                  <a:pt x="525718" y="1273785"/>
                </a:lnTo>
                <a:lnTo>
                  <a:pt x="439930" y="1287945"/>
                </a:lnTo>
                <a:lnTo>
                  <a:pt x="354143" y="1294926"/>
                </a:lnTo>
                <a:lnTo>
                  <a:pt x="268355" y="1280116"/>
                </a:lnTo>
                <a:lnTo>
                  <a:pt x="182567" y="1299654"/>
                </a:lnTo>
                <a:lnTo>
                  <a:pt x="96779" y="1312270"/>
                </a:lnTo>
                <a:lnTo>
                  <a:pt x="12966" y="1280409"/>
                </a:lnTo>
                <a:lnTo>
                  <a:pt x="26826" y="1191962"/>
                </a:lnTo>
                <a:lnTo>
                  <a:pt x="22904" y="1103516"/>
                </a:lnTo>
                <a:lnTo>
                  <a:pt x="34080" y="1015069"/>
                </a:lnTo>
                <a:lnTo>
                  <a:pt x="24666" y="926623"/>
                </a:lnTo>
                <a:lnTo>
                  <a:pt x="0" y="838176"/>
                </a:lnTo>
                <a:lnTo>
                  <a:pt x="11985" y="749730"/>
                </a:lnTo>
                <a:lnTo>
                  <a:pt x="42148" y="661284"/>
                </a:lnTo>
                <a:lnTo>
                  <a:pt x="12751" y="572837"/>
                </a:lnTo>
                <a:lnTo>
                  <a:pt x="20092" y="484391"/>
                </a:lnTo>
                <a:lnTo>
                  <a:pt x="22174" y="395944"/>
                </a:lnTo>
                <a:lnTo>
                  <a:pt x="14990" y="307498"/>
                </a:lnTo>
                <a:lnTo>
                  <a:pt x="29517" y="219051"/>
                </a:lnTo>
                <a:lnTo>
                  <a:pt x="36510" y="130605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419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5C2E14"/>
                </a:solidFill>
                <a:latin typeface="Arial"/>
                <a:ea typeface="맑은 고딕"/>
              </a:rPr>
              <a:t>04 · 기회요인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647700"/>
            <a:ext cx="7620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93"/>
              </a:lnSpc>
            </a:pPr>
            <a:r>
              <a:rPr sz="4050" b="1">
                <a:solidFill>
                  <a:srgbClr val="5C2E14"/>
                </a:solidFill>
                <a:latin typeface="Arial Black"/>
                <a:ea typeface="맑은 고딕"/>
              </a:rPr>
              <a:t>격차를 </a:t>
            </a:r>
            <a:r>
              <a:rPr sz="3645" b="1">
                <a:solidFill>
                  <a:srgbClr val="7A4A2A"/>
                </a:solidFill>
                <a:latin typeface="Arial"/>
                <a:ea typeface="맑은 고딕"/>
              </a:rPr>
              <a:t>줄</a:t>
            </a:r>
            <a:r>
              <a:rPr sz="4050" b="1">
                <a:solidFill>
                  <a:srgbClr val="5C2E14"/>
                </a:solidFill>
                <a:latin typeface="Arial Black"/>
                <a:ea typeface="맑은 고딕"/>
              </a:rPr>
              <a:t>이는 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47875" y="2247900"/>
            <a:ext cx="8096250" cy="0"/>
          </a:xfrm>
          <a:prstGeom prst="line">
            <a:avLst/>
          </a:prstGeom>
          <a:ln w="28575">
            <a:solidFill>
              <a:srgbClr val="5C2E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704975" y="1905000"/>
            <a:ext cx="685800" cy="685800"/>
          </a:xfrm>
          <a:prstGeom prst="ellipse">
            <a:avLst/>
          </a:prstGeom>
          <a:solidFill>
            <a:srgbClr val="5C2E14"/>
          </a:solidFill>
          <a:ln w="38100">
            <a:solidFill>
              <a:srgbClr val="F3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08"/>
              </a:lnSpc>
            </a:pPr>
            <a:r>
              <a:rPr sz="1800" b="1">
                <a:solidFill>
                  <a:srgbClr val="F3EBDD"/>
                </a:solidFill>
                <a:latin typeface="Arial Black"/>
                <a:ea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753100" y="1905000"/>
            <a:ext cx="685800" cy="685800"/>
          </a:xfrm>
          <a:prstGeom prst="ellipse">
            <a:avLst/>
          </a:prstGeom>
          <a:solidFill>
            <a:srgbClr val="5C2E14"/>
          </a:solidFill>
          <a:ln w="38100">
            <a:solidFill>
              <a:srgbClr val="F3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08"/>
              </a:lnSpc>
            </a:pPr>
            <a:r>
              <a:rPr sz="1800" b="1">
                <a:solidFill>
                  <a:srgbClr val="F3EBDD"/>
                </a:solidFill>
                <a:latin typeface="Arial Black"/>
                <a:ea typeface="맑은 고딕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9801225" y="1905000"/>
            <a:ext cx="685800" cy="685800"/>
          </a:xfrm>
          <a:prstGeom prst="ellipse">
            <a:avLst/>
          </a:prstGeom>
          <a:solidFill>
            <a:srgbClr val="5C2E14"/>
          </a:solidFill>
          <a:ln w="38100">
            <a:solidFill>
              <a:srgbClr val="F3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08"/>
              </a:lnSpc>
            </a:pPr>
            <a:r>
              <a:rPr sz="1800" b="1">
                <a:solidFill>
                  <a:srgbClr val="F3EBDD"/>
                </a:solidFill>
                <a:latin typeface="Arial Black"/>
                <a:ea typeface="맑은 고딕"/>
              </a:rPr>
              <a:t>3</a:t>
            </a:r>
          </a:p>
        </p:txBody>
      </p:sp>
      <p:sp>
        <p:nvSpPr>
          <p:cNvPr id="10" name="Freeform 9"/>
          <p:cNvSpPr/>
          <p:nvPr/>
        </p:nvSpPr>
        <p:spPr>
          <a:xfrm rot="21540000">
            <a:off x="287147" y="2824953"/>
            <a:ext cx="3508745" cy="3276699"/>
          </a:xfrm>
          <a:custGeom>
            <a:avLst/>
            <a:gdLst/>
            <a:ahLst/>
            <a:cxnLst/>
            <a:rect l="l" t="t" r="r" b="b"/>
            <a:pathLst>
              <a:path w="3508745" h="3276699">
                <a:moveTo>
                  <a:pt x="46228" y="45486"/>
                </a:moveTo>
                <a:lnTo>
                  <a:pt x="131953" y="42274"/>
                </a:lnTo>
                <a:lnTo>
                  <a:pt x="217678" y="56699"/>
                </a:lnTo>
                <a:lnTo>
                  <a:pt x="303403" y="37801"/>
                </a:lnTo>
                <a:lnTo>
                  <a:pt x="389128" y="39600"/>
                </a:lnTo>
                <a:lnTo>
                  <a:pt x="474853" y="41981"/>
                </a:lnTo>
                <a:lnTo>
                  <a:pt x="560578" y="65445"/>
                </a:lnTo>
                <a:lnTo>
                  <a:pt x="646303" y="49801"/>
                </a:lnTo>
                <a:lnTo>
                  <a:pt x="732028" y="73803"/>
                </a:lnTo>
                <a:lnTo>
                  <a:pt x="817753" y="37387"/>
                </a:lnTo>
                <a:lnTo>
                  <a:pt x="903478" y="30239"/>
                </a:lnTo>
                <a:lnTo>
                  <a:pt x="989203" y="31109"/>
                </a:lnTo>
                <a:lnTo>
                  <a:pt x="1074928" y="56387"/>
                </a:lnTo>
                <a:lnTo>
                  <a:pt x="1160653" y="39430"/>
                </a:lnTo>
                <a:lnTo>
                  <a:pt x="1246378" y="38491"/>
                </a:lnTo>
                <a:lnTo>
                  <a:pt x="1332103" y="29770"/>
                </a:lnTo>
                <a:lnTo>
                  <a:pt x="1417828" y="7225"/>
                </a:lnTo>
                <a:lnTo>
                  <a:pt x="1503553" y="23992"/>
                </a:lnTo>
                <a:lnTo>
                  <a:pt x="1589278" y="15615"/>
                </a:lnTo>
                <a:lnTo>
                  <a:pt x="1675003" y="17336"/>
                </a:lnTo>
                <a:lnTo>
                  <a:pt x="1760728" y="30395"/>
                </a:lnTo>
                <a:lnTo>
                  <a:pt x="1846453" y="46096"/>
                </a:lnTo>
                <a:lnTo>
                  <a:pt x="1932178" y="42895"/>
                </a:lnTo>
                <a:lnTo>
                  <a:pt x="2017902" y="55782"/>
                </a:lnTo>
                <a:lnTo>
                  <a:pt x="2103628" y="56696"/>
                </a:lnTo>
                <a:lnTo>
                  <a:pt x="2189353" y="64605"/>
                </a:lnTo>
                <a:lnTo>
                  <a:pt x="2275078" y="54928"/>
                </a:lnTo>
                <a:lnTo>
                  <a:pt x="2360803" y="72243"/>
                </a:lnTo>
                <a:lnTo>
                  <a:pt x="2446528" y="35433"/>
                </a:lnTo>
                <a:lnTo>
                  <a:pt x="2532253" y="56202"/>
                </a:lnTo>
                <a:lnTo>
                  <a:pt x="2617978" y="27031"/>
                </a:lnTo>
                <a:lnTo>
                  <a:pt x="2703703" y="33492"/>
                </a:lnTo>
                <a:lnTo>
                  <a:pt x="2789428" y="52562"/>
                </a:lnTo>
                <a:lnTo>
                  <a:pt x="2875153" y="20696"/>
                </a:lnTo>
                <a:lnTo>
                  <a:pt x="2960878" y="22124"/>
                </a:lnTo>
                <a:lnTo>
                  <a:pt x="3046603" y="19182"/>
                </a:lnTo>
                <a:lnTo>
                  <a:pt x="3132328" y="12194"/>
                </a:lnTo>
                <a:lnTo>
                  <a:pt x="3218053" y="20425"/>
                </a:lnTo>
                <a:lnTo>
                  <a:pt x="3303778" y="8476"/>
                </a:lnTo>
                <a:lnTo>
                  <a:pt x="3389503" y="0"/>
                </a:lnTo>
                <a:lnTo>
                  <a:pt x="3465808" y="32547"/>
                </a:lnTo>
                <a:lnTo>
                  <a:pt x="3484033" y="119044"/>
                </a:lnTo>
                <a:lnTo>
                  <a:pt x="3470200" y="205541"/>
                </a:lnTo>
                <a:lnTo>
                  <a:pt x="3492034" y="292038"/>
                </a:lnTo>
                <a:lnTo>
                  <a:pt x="3462405" y="378536"/>
                </a:lnTo>
                <a:lnTo>
                  <a:pt x="3474056" y="465033"/>
                </a:lnTo>
                <a:lnTo>
                  <a:pt x="3493831" y="551530"/>
                </a:lnTo>
                <a:lnTo>
                  <a:pt x="3491666" y="638028"/>
                </a:lnTo>
                <a:lnTo>
                  <a:pt x="3503372" y="724525"/>
                </a:lnTo>
                <a:lnTo>
                  <a:pt x="3508745" y="811022"/>
                </a:lnTo>
                <a:lnTo>
                  <a:pt x="3496237" y="897519"/>
                </a:lnTo>
                <a:lnTo>
                  <a:pt x="3482772" y="984017"/>
                </a:lnTo>
                <a:lnTo>
                  <a:pt x="3465972" y="1070514"/>
                </a:lnTo>
                <a:lnTo>
                  <a:pt x="3484451" y="1157011"/>
                </a:lnTo>
                <a:lnTo>
                  <a:pt x="3481199" y="1243509"/>
                </a:lnTo>
                <a:lnTo>
                  <a:pt x="3480213" y="1330006"/>
                </a:lnTo>
                <a:lnTo>
                  <a:pt x="3477474" y="1416503"/>
                </a:lnTo>
                <a:lnTo>
                  <a:pt x="3468091" y="1503001"/>
                </a:lnTo>
                <a:lnTo>
                  <a:pt x="3448861" y="1589498"/>
                </a:lnTo>
                <a:lnTo>
                  <a:pt x="3459344" y="1675995"/>
                </a:lnTo>
                <a:lnTo>
                  <a:pt x="3448155" y="1762492"/>
                </a:lnTo>
                <a:lnTo>
                  <a:pt x="3459169" y="1848990"/>
                </a:lnTo>
                <a:lnTo>
                  <a:pt x="3466889" y="1935487"/>
                </a:lnTo>
                <a:lnTo>
                  <a:pt x="3493280" y="2021984"/>
                </a:lnTo>
                <a:lnTo>
                  <a:pt x="3495133" y="2108482"/>
                </a:lnTo>
                <a:lnTo>
                  <a:pt x="3494407" y="2194979"/>
                </a:lnTo>
                <a:lnTo>
                  <a:pt x="3487951" y="2281476"/>
                </a:lnTo>
                <a:lnTo>
                  <a:pt x="3497928" y="2367974"/>
                </a:lnTo>
                <a:lnTo>
                  <a:pt x="3481109" y="2454471"/>
                </a:lnTo>
                <a:lnTo>
                  <a:pt x="3485094" y="2540968"/>
                </a:lnTo>
                <a:lnTo>
                  <a:pt x="3485182" y="2627465"/>
                </a:lnTo>
                <a:lnTo>
                  <a:pt x="3481652" y="2713963"/>
                </a:lnTo>
                <a:lnTo>
                  <a:pt x="3504663" y="2800460"/>
                </a:lnTo>
                <a:lnTo>
                  <a:pt x="3484163" y="2886957"/>
                </a:lnTo>
                <a:lnTo>
                  <a:pt x="3472062" y="2973455"/>
                </a:lnTo>
                <a:lnTo>
                  <a:pt x="3450344" y="3059952"/>
                </a:lnTo>
                <a:lnTo>
                  <a:pt x="3451646" y="3146449"/>
                </a:lnTo>
                <a:lnTo>
                  <a:pt x="3475228" y="3227360"/>
                </a:lnTo>
                <a:lnTo>
                  <a:pt x="3389503" y="3237721"/>
                </a:lnTo>
                <a:lnTo>
                  <a:pt x="3303778" y="3255441"/>
                </a:lnTo>
                <a:lnTo>
                  <a:pt x="3218053" y="3239314"/>
                </a:lnTo>
                <a:lnTo>
                  <a:pt x="3132328" y="3251372"/>
                </a:lnTo>
                <a:lnTo>
                  <a:pt x="3046603" y="3241261"/>
                </a:lnTo>
                <a:lnTo>
                  <a:pt x="2960878" y="3253024"/>
                </a:lnTo>
                <a:lnTo>
                  <a:pt x="2875153" y="3232008"/>
                </a:lnTo>
                <a:lnTo>
                  <a:pt x="2789428" y="3206559"/>
                </a:lnTo>
                <a:lnTo>
                  <a:pt x="2703703" y="3225040"/>
                </a:lnTo>
                <a:lnTo>
                  <a:pt x="2617978" y="3211950"/>
                </a:lnTo>
                <a:lnTo>
                  <a:pt x="2532253" y="3245598"/>
                </a:lnTo>
                <a:lnTo>
                  <a:pt x="2446528" y="3219294"/>
                </a:lnTo>
                <a:lnTo>
                  <a:pt x="2360803" y="3229958"/>
                </a:lnTo>
                <a:lnTo>
                  <a:pt x="2275078" y="3243897"/>
                </a:lnTo>
                <a:lnTo>
                  <a:pt x="2189353" y="3276699"/>
                </a:lnTo>
                <a:lnTo>
                  <a:pt x="2103628" y="3245816"/>
                </a:lnTo>
                <a:lnTo>
                  <a:pt x="2017903" y="3242403"/>
                </a:lnTo>
                <a:lnTo>
                  <a:pt x="1932178" y="3229679"/>
                </a:lnTo>
                <a:lnTo>
                  <a:pt x="1846453" y="3216585"/>
                </a:lnTo>
                <a:lnTo>
                  <a:pt x="1760728" y="3232242"/>
                </a:lnTo>
                <a:lnTo>
                  <a:pt x="1675003" y="3211845"/>
                </a:lnTo>
                <a:lnTo>
                  <a:pt x="1589277" y="3197987"/>
                </a:lnTo>
                <a:lnTo>
                  <a:pt x="1503553" y="3213856"/>
                </a:lnTo>
                <a:lnTo>
                  <a:pt x="1417828" y="3214345"/>
                </a:lnTo>
                <a:lnTo>
                  <a:pt x="1332103" y="3237784"/>
                </a:lnTo>
                <a:lnTo>
                  <a:pt x="1246378" y="3246747"/>
                </a:lnTo>
                <a:lnTo>
                  <a:pt x="1160652" y="3227073"/>
                </a:lnTo>
                <a:lnTo>
                  <a:pt x="1074928" y="3238958"/>
                </a:lnTo>
                <a:lnTo>
                  <a:pt x="989203" y="3231055"/>
                </a:lnTo>
                <a:lnTo>
                  <a:pt x="903478" y="3225239"/>
                </a:lnTo>
                <a:lnTo>
                  <a:pt x="817753" y="3211856"/>
                </a:lnTo>
                <a:lnTo>
                  <a:pt x="732028" y="3190148"/>
                </a:lnTo>
                <a:lnTo>
                  <a:pt x="646303" y="3216642"/>
                </a:lnTo>
                <a:lnTo>
                  <a:pt x="560578" y="3192157"/>
                </a:lnTo>
                <a:lnTo>
                  <a:pt x="474853" y="3229664"/>
                </a:lnTo>
                <a:lnTo>
                  <a:pt x="389128" y="3212619"/>
                </a:lnTo>
                <a:lnTo>
                  <a:pt x="303403" y="3229469"/>
                </a:lnTo>
                <a:lnTo>
                  <a:pt x="217678" y="3239899"/>
                </a:lnTo>
                <a:lnTo>
                  <a:pt x="131953" y="3223721"/>
                </a:lnTo>
                <a:lnTo>
                  <a:pt x="46734" y="3232947"/>
                </a:lnTo>
                <a:lnTo>
                  <a:pt x="56371" y="3146449"/>
                </a:lnTo>
                <a:lnTo>
                  <a:pt x="34314" y="3059952"/>
                </a:lnTo>
                <a:lnTo>
                  <a:pt x="66578" y="2973455"/>
                </a:lnTo>
                <a:lnTo>
                  <a:pt x="31570" y="2886957"/>
                </a:lnTo>
                <a:lnTo>
                  <a:pt x="38328" y="2800460"/>
                </a:lnTo>
                <a:lnTo>
                  <a:pt x="29792" y="2713963"/>
                </a:lnTo>
                <a:lnTo>
                  <a:pt x="11433" y="2627465"/>
                </a:lnTo>
                <a:lnTo>
                  <a:pt x="33991" y="2540968"/>
                </a:lnTo>
                <a:lnTo>
                  <a:pt x="37826" y="2454471"/>
                </a:lnTo>
                <a:lnTo>
                  <a:pt x="30390" y="2367974"/>
                </a:lnTo>
                <a:lnTo>
                  <a:pt x="9837" y="2281476"/>
                </a:lnTo>
                <a:lnTo>
                  <a:pt x="5307" y="2194979"/>
                </a:lnTo>
                <a:lnTo>
                  <a:pt x="26272" y="2108482"/>
                </a:lnTo>
                <a:lnTo>
                  <a:pt x="39365" y="2021984"/>
                </a:lnTo>
                <a:lnTo>
                  <a:pt x="48009" y="1935487"/>
                </a:lnTo>
                <a:lnTo>
                  <a:pt x="33880" y="1848990"/>
                </a:lnTo>
                <a:lnTo>
                  <a:pt x="36472" y="1762492"/>
                </a:lnTo>
                <a:lnTo>
                  <a:pt x="61813" y="1675995"/>
                </a:lnTo>
                <a:lnTo>
                  <a:pt x="30612" y="1589498"/>
                </a:lnTo>
                <a:lnTo>
                  <a:pt x="17661" y="1503001"/>
                </a:lnTo>
                <a:lnTo>
                  <a:pt x="20742" y="1416503"/>
                </a:lnTo>
                <a:lnTo>
                  <a:pt x="12316" y="1330006"/>
                </a:lnTo>
                <a:lnTo>
                  <a:pt x="32371" y="1243509"/>
                </a:lnTo>
                <a:lnTo>
                  <a:pt x="23425" y="1157011"/>
                </a:lnTo>
                <a:lnTo>
                  <a:pt x="0" y="1070514"/>
                </a:lnTo>
                <a:lnTo>
                  <a:pt x="8176" y="984017"/>
                </a:lnTo>
                <a:lnTo>
                  <a:pt x="20047" y="897519"/>
                </a:lnTo>
                <a:lnTo>
                  <a:pt x="3618" y="811022"/>
                </a:lnTo>
                <a:lnTo>
                  <a:pt x="4097" y="724525"/>
                </a:lnTo>
                <a:lnTo>
                  <a:pt x="20149" y="638028"/>
                </a:lnTo>
                <a:lnTo>
                  <a:pt x="35720" y="551530"/>
                </a:lnTo>
                <a:lnTo>
                  <a:pt x="15130" y="465033"/>
                </a:lnTo>
                <a:lnTo>
                  <a:pt x="4820" y="378536"/>
                </a:lnTo>
                <a:lnTo>
                  <a:pt x="29097" y="292038"/>
                </a:lnTo>
                <a:lnTo>
                  <a:pt x="26450" y="205541"/>
                </a:lnTo>
                <a:lnTo>
                  <a:pt x="25775" y="119044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 rot="21540000">
            <a:off x="579248" y="3138055"/>
            <a:ext cx="1328737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인재 · R&amp;D 분산</a:t>
            </a:r>
          </a:p>
        </p:txBody>
      </p:sp>
      <p:sp>
        <p:nvSpPr>
          <p:cNvPr id="12" name="TextBox 11"/>
          <p:cNvSpPr txBox="1"/>
          <p:nvPr/>
        </p:nvSpPr>
        <p:spPr>
          <a:xfrm rot="21540000">
            <a:off x="586443" y="3524368"/>
            <a:ext cx="2895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수도권 집적의 완화</a:t>
            </a:r>
          </a:p>
        </p:txBody>
      </p:sp>
      <p:sp>
        <p:nvSpPr>
          <p:cNvPr id="13" name="TextBox 12"/>
          <p:cNvSpPr txBox="1"/>
          <p:nvPr/>
        </p:nvSpPr>
        <p:spPr>
          <a:xfrm rot="21540000">
            <a:off x="601238" y="3905239"/>
            <a:ext cx="28956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암묵지(문서화되지 않은 경험 · 정보)의 AI화가 진전되면 사람 간 대면과 집적의 필요성이 줄어들 수 있습니다.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14259" y="5232410"/>
            <a:ext cx="2895159" cy="50535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21540000">
            <a:off x="620189" y="5371924"/>
            <a:ext cx="28956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✔ 피지컬AI R&amp;D가 산업현장에서 이뤄지며 지방 제조업의 지식서비스화 촉진</a:t>
            </a:r>
          </a:p>
        </p:txBody>
      </p:sp>
      <p:sp>
        <p:nvSpPr>
          <p:cNvPr id="16" name="Freeform 15"/>
          <p:cNvSpPr/>
          <p:nvPr/>
        </p:nvSpPr>
        <p:spPr>
          <a:xfrm rot="48000">
            <a:off x="4337797" y="2810721"/>
            <a:ext cx="3515202" cy="3277509"/>
          </a:xfrm>
          <a:custGeom>
            <a:avLst/>
            <a:gdLst/>
            <a:ahLst/>
            <a:cxnLst/>
            <a:rect l="l" t="t" r="r" b="b"/>
            <a:pathLst>
              <a:path w="3515202" h="3277509">
                <a:moveTo>
                  <a:pt x="43703" y="39090"/>
                </a:moveTo>
                <a:lnTo>
                  <a:pt x="129428" y="65610"/>
                </a:lnTo>
                <a:lnTo>
                  <a:pt x="215153" y="41723"/>
                </a:lnTo>
                <a:lnTo>
                  <a:pt x="300878" y="45374"/>
                </a:lnTo>
                <a:lnTo>
                  <a:pt x="386603" y="71594"/>
                </a:lnTo>
                <a:lnTo>
                  <a:pt x="472328" y="72911"/>
                </a:lnTo>
                <a:lnTo>
                  <a:pt x="558053" y="61366"/>
                </a:lnTo>
                <a:lnTo>
                  <a:pt x="643778" y="48705"/>
                </a:lnTo>
                <a:lnTo>
                  <a:pt x="729503" y="51894"/>
                </a:lnTo>
                <a:lnTo>
                  <a:pt x="815228" y="64220"/>
                </a:lnTo>
                <a:lnTo>
                  <a:pt x="900953" y="66028"/>
                </a:lnTo>
                <a:lnTo>
                  <a:pt x="986678" y="59803"/>
                </a:lnTo>
                <a:lnTo>
                  <a:pt x="1072403" y="90065"/>
                </a:lnTo>
                <a:lnTo>
                  <a:pt x="1158128" y="75259"/>
                </a:lnTo>
                <a:lnTo>
                  <a:pt x="1243853" y="72483"/>
                </a:lnTo>
                <a:lnTo>
                  <a:pt x="1329578" y="84472"/>
                </a:lnTo>
                <a:lnTo>
                  <a:pt x="1415303" y="93018"/>
                </a:lnTo>
                <a:lnTo>
                  <a:pt x="1501028" y="78949"/>
                </a:lnTo>
                <a:lnTo>
                  <a:pt x="1586753" y="41635"/>
                </a:lnTo>
                <a:lnTo>
                  <a:pt x="1672478" y="28462"/>
                </a:lnTo>
                <a:lnTo>
                  <a:pt x="1758203" y="27249"/>
                </a:lnTo>
                <a:lnTo>
                  <a:pt x="1843928" y="54083"/>
                </a:lnTo>
                <a:lnTo>
                  <a:pt x="1929653" y="21758"/>
                </a:lnTo>
                <a:lnTo>
                  <a:pt x="2015378" y="45811"/>
                </a:lnTo>
                <a:lnTo>
                  <a:pt x="2101103" y="29448"/>
                </a:lnTo>
                <a:lnTo>
                  <a:pt x="2186828" y="30176"/>
                </a:lnTo>
                <a:lnTo>
                  <a:pt x="2272553" y="29306"/>
                </a:lnTo>
                <a:lnTo>
                  <a:pt x="2358278" y="30423"/>
                </a:lnTo>
                <a:lnTo>
                  <a:pt x="2444003" y="57050"/>
                </a:lnTo>
                <a:lnTo>
                  <a:pt x="2529728" y="21038"/>
                </a:lnTo>
                <a:lnTo>
                  <a:pt x="2615453" y="31141"/>
                </a:lnTo>
                <a:lnTo>
                  <a:pt x="2701178" y="32028"/>
                </a:lnTo>
                <a:lnTo>
                  <a:pt x="2786903" y="20541"/>
                </a:lnTo>
                <a:lnTo>
                  <a:pt x="2872628" y="19423"/>
                </a:lnTo>
                <a:lnTo>
                  <a:pt x="2958353" y="27610"/>
                </a:lnTo>
                <a:lnTo>
                  <a:pt x="3044078" y="0"/>
                </a:lnTo>
                <a:lnTo>
                  <a:pt x="3129803" y="13467"/>
                </a:lnTo>
                <a:lnTo>
                  <a:pt x="3215528" y="3912"/>
                </a:lnTo>
                <a:lnTo>
                  <a:pt x="3301253" y="15603"/>
                </a:lnTo>
                <a:lnTo>
                  <a:pt x="3386978" y="14628"/>
                </a:lnTo>
                <a:lnTo>
                  <a:pt x="3483868" y="46779"/>
                </a:lnTo>
                <a:lnTo>
                  <a:pt x="3502895" y="133276"/>
                </a:lnTo>
                <a:lnTo>
                  <a:pt x="3514897" y="219773"/>
                </a:lnTo>
                <a:lnTo>
                  <a:pt x="3504607" y="306270"/>
                </a:lnTo>
                <a:lnTo>
                  <a:pt x="3493545" y="392768"/>
                </a:lnTo>
                <a:lnTo>
                  <a:pt x="3515202" y="479265"/>
                </a:lnTo>
                <a:lnTo>
                  <a:pt x="3489182" y="565762"/>
                </a:lnTo>
                <a:lnTo>
                  <a:pt x="3486364" y="652260"/>
                </a:lnTo>
                <a:lnTo>
                  <a:pt x="3513863" y="738757"/>
                </a:lnTo>
                <a:lnTo>
                  <a:pt x="3504297" y="825254"/>
                </a:lnTo>
                <a:lnTo>
                  <a:pt x="3509790" y="911751"/>
                </a:lnTo>
                <a:lnTo>
                  <a:pt x="3502163" y="998249"/>
                </a:lnTo>
                <a:lnTo>
                  <a:pt x="3497520" y="1084746"/>
                </a:lnTo>
                <a:lnTo>
                  <a:pt x="3467216" y="1171243"/>
                </a:lnTo>
                <a:lnTo>
                  <a:pt x="3492930" y="1257741"/>
                </a:lnTo>
                <a:lnTo>
                  <a:pt x="3462662" y="1344238"/>
                </a:lnTo>
                <a:lnTo>
                  <a:pt x="3486503" y="1430735"/>
                </a:lnTo>
                <a:lnTo>
                  <a:pt x="3487523" y="1517233"/>
                </a:lnTo>
                <a:lnTo>
                  <a:pt x="3485762" y="1603730"/>
                </a:lnTo>
                <a:lnTo>
                  <a:pt x="3461584" y="1690227"/>
                </a:lnTo>
                <a:lnTo>
                  <a:pt x="3474172" y="1776724"/>
                </a:lnTo>
                <a:lnTo>
                  <a:pt x="3469933" y="1863222"/>
                </a:lnTo>
                <a:lnTo>
                  <a:pt x="3474129" y="1949719"/>
                </a:lnTo>
                <a:lnTo>
                  <a:pt x="3472608" y="2036216"/>
                </a:lnTo>
                <a:lnTo>
                  <a:pt x="3488356" y="2122714"/>
                </a:lnTo>
                <a:lnTo>
                  <a:pt x="3500198" y="2209211"/>
                </a:lnTo>
                <a:lnTo>
                  <a:pt x="3495820" y="2295708"/>
                </a:lnTo>
                <a:lnTo>
                  <a:pt x="3463495" y="2382206"/>
                </a:lnTo>
                <a:lnTo>
                  <a:pt x="3489970" y="2468703"/>
                </a:lnTo>
                <a:lnTo>
                  <a:pt x="3469208" y="2555200"/>
                </a:lnTo>
                <a:lnTo>
                  <a:pt x="3470044" y="2641697"/>
                </a:lnTo>
                <a:lnTo>
                  <a:pt x="3471671" y="2728195"/>
                </a:lnTo>
                <a:lnTo>
                  <a:pt x="3509418" y="2814692"/>
                </a:lnTo>
                <a:lnTo>
                  <a:pt x="3489647" y="2901189"/>
                </a:lnTo>
                <a:lnTo>
                  <a:pt x="3511122" y="2987687"/>
                </a:lnTo>
                <a:lnTo>
                  <a:pt x="3508790" y="3074184"/>
                </a:lnTo>
                <a:lnTo>
                  <a:pt x="3510687" y="3160681"/>
                </a:lnTo>
                <a:lnTo>
                  <a:pt x="3472703" y="3250168"/>
                </a:lnTo>
                <a:lnTo>
                  <a:pt x="3386978" y="3227806"/>
                </a:lnTo>
                <a:lnTo>
                  <a:pt x="3301253" y="3236472"/>
                </a:lnTo>
                <a:lnTo>
                  <a:pt x="3215528" y="3208531"/>
                </a:lnTo>
                <a:lnTo>
                  <a:pt x="3129803" y="3220249"/>
                </a:lnTo>
                <a:lnTo>
                  <a:pt x="3044078" y="3217784"/>
                </a:lnTo>
                <a:lnTo>
                  <a:pt x="2958353" y="3199117"/>
                </a:lnTo>
                <a:lnTo>
                  <a:pt x="2872628" y="3236784"/>
                </a:lnTo>
                <a:lnTo>
                  <a:pt x="2786903" y="3237439"/>
                </a:lnTo>
                <a:lnTo>
                  <a:pt x="2701178" y="3220626"/>
                </a:lnTo>
                <a:lnTo>
                  <a:pt x="2615453" y="3208220"/>
                </a:lnTo>
                <a:lnTo>
                  <a:pt x="2529728" y="3228095"/>
                </a:lnTo>
                <a:lnTo>
                  <a:pt x="2444003" y="3198831"/>
                </a:lnTo>
                <a:lnTo>
                  <a:pt x="2358278" y="3239979"/>
                </a:lnTo>
                <a:lnTo>
                  <a:pt x="2272553" y="3230116"/>
                </a:lnTo>
                <a:lnTo>
                  <a:pt x="2186828" y="3222466"/>
                </a:lnTo>
                <a:lnTo>
                  <a:pt x="2101103" y="3246499"/>
                </a:lnTo>
                <a:lnTo>
                  <a:pt x="2015378" y="3246352"/>
                </a:lnTo>
                <a:lnTo>
                  <a:pt x="1929653" y="3258169"/>
                </a:lnTo>
                <a:lnTo>
                  <a:pt x="1843928" y="3259872"/>
                </a:lnTo>
                <a:lnTo>
                  <a:pt x="1758203" y="3269709"/>
                </a:lnTo>
                <a:lnTo>
                  <a:pt x="1672478" y="3277509"/>
                </a:lnTo>
                <a:lnTo>
                  <a:pt x="1586753" y="3268208"/>
                </a:lnTo>
                <a:lnTo>
                  <a:pt x="1501028" y="3251610"/>
                </a:lnTo>
                <a:lnTo>
                  <a:pt x="1415303" y="3252619"/>
                </a:lnTo>
                <a:lnTo>
                  <a:pt x="1329578" y="3255636"/>
                </a:lnTo>
                <a:lnTo>
                  <a:pt x="1243853" y="3249143"/>
                </a:lnTo>
                <a:lnTo>
                  <a:pt x="1158128" y="3252292"/>
                </a:lnTo>
                <a:lnTo>
                  <a:pt x="1072403" y="3216338"/>
                </a:lnTo>
                <a:lnTo>
                  <a:pt x="986678" y="3217550"/>
                </a:lnTo>
                <a:lnTo>
                  <a:pt x="900953" y="3221761"/>
                </a:lnTo>
                <a:lnTo>
                  <a:pt x="815228" y="3230608"/>
                </a:lnTo>
                <a:lnTo>
                  <a:pt x="729503" y="3215521"/>
                </a:lnTo>
                <a:lnTo>
                  <a:pt x="643778" y="3239795"/>
                </a:lnTo>
                <a:lnTo>
                  <a:pt x="558053" y="3222943"/>
                </a:lnTo>
                <a:lnTo>
                  <a:pt x="472328" y="3220568"/>
                </a:lnTo>
                <a:lnTo>
                  <a:pt x="386603" y="3232094"/>
                </a:lnTo>
                <a:lnTo>
                  <a:pt x="300878" y="3232654"/>
                </a:lnTo>
                <a:lnTo>
                  <a:pt x="215153" y="3232079"/>
                </a:lnTo>
                <a:lnTo>
                  <a:pt x="129428" y="3250943"/>
                </a:lnTo>
                <a:lnTo>
                  <a:pt x="26024" y="3247179"/>
                </a:lnTo>
                <a:lnTo>
                  <a:pt x="24702" y="3160681"/>
                </a:lnTo>
                <a:lnTo>
                  <a:pt x="14619" y="3074184"/>
                </a:lnTo>
                <a:lnTo>
                  <a:pt x="40796" y="2987687"/>
                </a:lnTo>
                <a:lnTo>
                  <a:pt x="34975" y="2901189"/>
                </a:lnTo>
                <a:lnTo>
                  <a:pt x="53408" y="2814692"/>
                </a:lnTo>
                <a:lnTo>
                  <a:pt x="55387" y="2728195"/>
                </a:lnTo>
                <a:lnTo>
                  <a:pt x="29373" y="2641697"/>
                </a:lnTo>
                <a:lnTo>
                  <a:pt x="22314" y="2555200"/>
                </a:lnTo>
                <a:lnTo>
                  <a:pt x="26820" y="2468703"/>
                </a:lnTo>
                <a:lnTo>
                  <a:pt x="0" y="2382206"/>
                </a:lnTo>
                <a:lnTo>
                  <a:pt x="39860" y="2295708"/>
                </a:lnTo>
                <a:lnTo>
                  <a:pt x="25862" y="2209211"/>
                </a:lnTo>
                <a:lnTo>
                  <a:pt x="31886" y="2122714"/>
                </a:lnTo>
                <a:lnTo>
                  <a:pt x="18607" y="2036216"/>
                </a:lnTo>
                <a:lnTo>
                  <a:pt x="42429" y="1949719"/>
                </a:lnTo>
                <a:lnTo>
                  <a:pt x="24040" y="1863222"/>
                </a:lnTo>
                <a:lnTo>
                  <a:pt x="11315" y="1776724"/>
                </a:lnTo>
                <a:lnTo>
                  <a:pt x="17154" y="1690227"/>
                </a:lnTo>
                <a:lnTo>
                  <a:pt x="22359" y="1603730"/>
                </a:lnTo>
                <a:lnTo>
                  <a:pt x="3895" y="1517233"/>
                </a:lnTo>
                <a:lnTo>
                  <a:pt x="10928" y="1430735"/>
                </a:lnTo>
                <a:lnTo>
                  <a:pt x="32295" y="1344238"/>
                </a:lnTo>
                <a:lnTo>
                  <a:pt x="53470" y="1257741"/>
                </a:lnTo>
                <a:lnTo>
                  <a:pt x="38153" y="1171243"/>
                </a:lnTo>
                <a:lnTo>
                  <a:pt x="51230" y="1084746"/>
                </a:lnTo>
                <a:lnTo>
                  <a:pt x="69359" y="998249"/>
                </a:lnTo>
                <a:lnTo>
                  <a:pt x="55250" y="911751"/>
                </a:lnTo>
                <a:lnTo>
                  <a:pt x="63000" y="825254"/>
                </a:lnTo>
                <a:lnTo>
                  <a:pt x="35681" y="738757"/>
                </a:lnTo>
                <a:lnTo>
                  <a:pt x="59760" y="652260"/>
                </a:lnTo>
                <a:lnTo>
                  <a:pt x="58010" y="565762"/>
                </a:lnTo>
                <a:lnTo>
                  <a:pt x="49299" y="479265"/>
                </a:lnTo>
                <a:lnTo>
                  <a:pt x="57480" y="392768"/>
                </a:lnTo>
                <a:lnTo>
                  <a:pt x="39762" y="306270"/>
                </a:lnTo>
                <a:lnTo>
                  <a:pt x="45156" y="219773"/>
                </a:lnTo>
                <a:lnTo>
                  <a:pt x="22659" y="133276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 rot="48000">
            <a:off x="4665024" y="3114641"/>
            <a:ext cx="1509712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서비스업 상향평준화</a:t>
            </a:r>
          </a:p>
        </p:txBody>
      </p:sp>
      <p:sp>
        <p:nvSpPr>
          <p:cNvPr id="18" name="TextBox 17"/>
          <p:cNvSpPr txBox="1"/>
          <p:nvPr/>
        </p:nvSpPr>
        <p:spPr>
          <a:xfrm rot="48000">
            <a:off x="4659105" y="3524326"/>
            <a:ext cx="2895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지방 서비스업 생산성 개선</a:t>
            </a:r>
          </a:p>
        </p:txBody>
      </p:sp>
      <p:sp>
        <p:nvSpPr>
          <p:cNvPr id="19" name="TextBox 18"/>
          <p:cNvSpPr txBox="1"/>
          <p:nvPr/>
        </p:nvSpPr>
        <p:spPr>
          <a:xfrm rot="48000">
            <a:off x="4647269" y="3905243"/>
            <a:ext cx="28956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AI가 인적자본이 부족한 비수도권 서비스업의 생산성을 더 크게 끌어올리고 공급제약을 완화할 수 있습니다.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7169" y="5237507"/>
            <a:ext cx="2895318" cy="40429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48000">
            <a:off x="4632108" y="5371987"/>
            <a:ext cx="28956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✔ 지역 안의 서비스 소비 성장 기대</a:t>
            </a:r>
          </a:p>
        </p:txBody>
      </p:sp>
      <p:sp>
        <p:nvSpPr>
          <p:cNvPr id="22" name="Freeform 21"/>
          <p:cNvSpPr/>
          <p:nvPr/>
        </p:nvSpPr>
        <p:spPr>
          <a:xfrm rot="21564000">
            <a:off x="8383747" y="2814614"/>
            <a:ext cx="3513426" cy="3290389"/>
          </a:xfrm>
          <a:custGeom>
            <a:avLst/>
            <a:gdLst/>
            <a:ahLst/>
            <a:cxnLst/>
            <a:rect l="l" t="t" r="r" b="b"/>
            <a:pathLst>
              <a:path w="3513426" h="3290389">
                <a:moveTo>
                  <a:pt x="45878" y="47131"/>
                </a:moveTo>
                <a:lnTo>
                  <a:pt x="131603" y="16892"/>
                </a:lnTo>
                <a:lnTo>
                  <a:pt x="217328" y="35824"/>
                </a:lnTo>
                <a:lnTo>
                  <a:pt x="303053" y="20154"/>
                </a:lnTo>
                <a:lnTo>
                  <a:pt x="388778" y="404"/>
                </a:lnTo>
                <a:lnTo>
                  <a:pt x="474503" y="20416"/>
                </a:lnTo>
                <a:lnTo>
                  <a:pt x="560228" y="23063"/>
                </a:lnTo>
                <a:lnTo>
                  <a:pt x="645953" y="13903"/>
                </a:lnTo>
                <a:lnTo>
                  <a:pt x="731678" y="0"/>
                </a:lnTo>
                <a:lnTo>
                  <a:pt x="817403" y="10601"/>
                </a:lnTo>
                <a:lnTo>
                  <a:pt x="903128" y="23893"/>
                </a:lnTo>
                <a:lnTo>
                  <a:pt x="988853" y="31097"/>
                </a:lnTo>
                <a:lnTo>
                  <a:pt x="1074578" y="8819"/>
                </a:lnTo>
                <a:lnTo>
                  <a:pt x="1160303" y="38494"/>
                </a:lnTo>
                <a:lnTo>
                  <a:pt x="1246028" y="21564"/>
                </a:lnTo>
                <a:lnTo>
                  <a:pt x="1331753" y="10206"/>
                </a:lnTo>
                <a:lnTo>
                  <a:pt x="1417478" y="24151"/>
                </a:lnTo>
                <a:lnTo>
                  <a:pt x="1503203" y="22616"/>
                </a:lnTo>
                <a:lnTo>
                  <a:pt x="1588928" y="31668"/>
                </a:lnTo>
                <a:lnTo>
                  <a:pt x="1674653" y="5720"/>
                </a:lnTo>
                <a:lnTo>
                  <a:pt x="1760378" y="32082"/>
                </a:lnTo>
                <a:lnTo>
                  <a:pt x="1846103" y="44028"/>
                </a:lnTo>
                <a:lnTo>
                  <a:pt x="1931828" y="31111"/>
                </a:lnTo>
                <a:lnTo>
                  <a:pt x="2017553" y="10107"/>
                </a:lnTo>
                <a:lnTo>
                  <a:pt x="2103278" y="29716"/>
                </a:lnTo>
                <a:lnTo>
                  <a:pt x="2189003" y="14874"/>
                </a:lnTo>
                <a:lnTo>
                  <a:pt x="2274728" y="26445"/>
                </a:lnTo>
                <a:lnTo>
                  <a:pt x="2360453" y="43454"/>
                </a:lnTo>
                <a:lnTo>
                  <a:pt x="2446178" y="5436"/>
                </a:lnTo>
                <a:lnTo>
                  <a:pt x="2531903" y="11934"/>
                </a:lnTo>
                <a:lnTo>
                  <a:pt x="2617628" y="12442"/>
                </a:lnTo>
                <a:lnTo>
                  <a:pt x="2703353" y="51765"/>
                </a:lnTo>
                <a:lnTo>
                  <a:pt x="2789078" y="36140"/>
                </a:lnTo>
                <a:lnTo>
                  <a:pt x="2874803" y="61081"/>
                </a:lnTo>
                <a:lnTo>
                  <a:pt x="2960528" y="57394"/>
                </a:lnTo>
                <a:lnTo>
                  <a:pt x="3046253" y="62516"/>
                </a:lnTo>
                <a:lnTo>
                  <a:pt x="3131978" y="58683"/>
                </a:lnTo>
                <a:lnTo>
                  <a:pt x="3217703" y="81025"/>
                </a:lnTo>
                <a:lnTo>
                  <a:pt x="3303428" y="60766"/>
                </a:lnTo>
                <a:lnTo>
                  <a:pt x="3389153" y="55251"/>
                </a:lnTo>
                <a:lnTo>
                  <a:pt x="3481391" y="42886"/>
                </a:lnTo>
                <a:lnTo>
                  <a:pt x="3504030" y="129383"/>
                </a:lnTo>
                <a:lnTo>
                  <a:pt x="3467543" y="215880"/>
                </a:lnTo>
                <a:lnTo>
                  <a:pt x="3495963" y="302377"/>
                </a:lnTo>
                <a:lnTo>
                  <a:pt x="3475914" y="388875"/>
                </a:lnTo>
                <a:lnTo>
                  <a:pt x="3484325" y="475372"/>
                </a:lnTo>
                <a:lnTo>
                  <a:pt x="3453231" y="561869"/>
                </a:lnTo>
                <a:lnTo>
                  <a:pt x="3450013" y="648367"/>
                </a:lnTo>
                <a:lnTo>
                  <a:pt x="3448327" y="734864"/>
                </a:lnTo>
                <a:lnTo>
                  <a:pt x="3461903" y="821361"/>
                </a:lnTo>
                <a:lnTo>
                  <a:pt x="3446359" y="907858"/>
                </a:lnTo>
                <a:lnTo>
                  <a:pt x="3478426" y="994356"/>
                </a:lnTo>
                <a:lnTo>
                  <a:pt x="3484592" y="1080853"/>
                </a:lnTo>
                <a:lnTo>
                  <a:pt x="3477971" y="1167350"/>
                </a:lnTo>
                <a:lnTo>
                  <a:pt x="3457084" y="1253848"/>
                </a:lnTo>
                <a:lnTo>
                  <a:pt x="3443186" y="1340345"/>
                </a:lnTo>
                <a:lnTo>
                  <a:pt x="3464551" y="1426842"/>
                </a:lnTo>
                <a:lnTo>
                  <a:pt x="3439771" y="1513340"/>
                </a:lnTo>
                <a:lnTo>
                  <a:pt x="3430921" y="1599837"/>
                </a:lnTo>
                <a:lnTo>
                  <a:pt x="3441083" y="1686334"/>
                </a:lnTo>
                <a:lnTo>
                  <a:pt x="3458418" y="1772831"/>
                </a:lnTo>
                <a:lnTo>
                  <a:pt x="3477879" y="1859329"/>
                </a:lnTo>
                <a:lnTo>
                  <a:pt x="3469268" y="1945826"/>
                </a:lnTo>
                <a:lnTo>
                  <a:pt x="3479874" y="2032323"/>
                </a:lnTo>
                <a:lnTo>
                  <a:pt x="3504899" y="2118821"/>
                </a:lnTo>
                <a:lnTo>
                  <a:pt x="3484635" y="2205318"/>
                </a:lnTo>
                <a:lnTo>
                  <a:pt x="3486523" y="2291815"/>
                </a:lnTo>
                <a:lnTo>
                  <a:pt x="3470811" y="2378313"/>
                </a:lnTo>
                <a:lnTo>
                  <a:pt x="3482399" y="2464810"/>
                </a:lnTo>
                <a:lnTo>
                  <a:pt x="3487545" y="2551307"/>
                </a:lnTo>
                <a:lnTo>
                  <a:pt x="3481740" y="2637804"/>
                </a:lnTo>
                <a:lnTo>
                  <a:pt x="3476362" y="2724302"/>
                </a:lnTo>
                <a:lnTo>
                  <a:pt x="3484127" y="2810799"/>
                </a:lnTo>
                <a:lnTo>
                  <a:pt x="3473449" y="2897296"/>
                </a:lnTo>
                <a:lnTo>
                  <a:pt x="3488978" y="2983794"/>
                </a:lnTo>
                <a:lnTo>
                  <a:pt x="3483898" y="3070291"/>
                </a:lnTo>
                <a:lnTo>
                  <a:pt x="3513426" y="3156788"/>
                </a:lnTo>
                <a:lnTo>
                  <a:pt x="3474878" y="3257648"/>
                </a:lnTo>
                <a:lnTo>
                  <a:pt x="3389153" y="3254803"/>
                </a:lnTo>
                <a:lnTo>
                  <a:pt x="3303428" y="3224704"/>
                </a:lnTo>
                <a:lnTo>
                  <a:pt x="3217703" y="3255904"/>
                </a:lnTo>
                <a:lnTo>
                  <a:pt x="3131978" y="3226496"/>
                </a:lnTo>
                <a:lnTo>
                  <a:pt x="3046253" y="3249261"/>
                </a:lnTo>
                <a:lnTo>
                  <a:pt x="2960528" y="3231470"/>
                </a:lnTo>
                <a:lnTo>
                  <a:pt x="2874803" y="3261069"/>
                </a:lnTo>
                <a:lnTo>
                  <a:pt x="2789078" y="3262775"/>
                </a:lnTo>
                <a:lnTo>
                  <a:pt x="2703353" y="3260984"/>
                </a:lnTo>
                <a:lnTo>
                  <a:pt x="2617628" y="3266504"/>
                </a:lnTo>
                <a:lnTo>
                  <a:pt x="2531903" y="3269683"/>
                </a:lnTo>
                <a:lnTo>
                  <a:pt x="2446178" y="3253813"/>
                </a:lnTo>
                <a:lnTo>
                  <a:pt x="2360453" y="3272539"/>
                </a:lnTo>
                <a:lnTo>
                  <a:pt x="2274728" y="3277968"/>
                </a:lnTo>
                <a:lnTo>
                  <a:pt x="2189003" y="3290389"/>
                </a:lnTo>
                <a:lnTo>
                  <a:pt x="2103278" y="3264237"/>
                </a:lnTo>
                <a:lnTo>
                  <a:pt x="2017553" y="3288541"/>
                </a:lnTo>
                <a:lnTo>
                  <a:pt x="1931828" y="3289716"/>
                </a:lnTo>
                <a:lnTo>
                  <a:pt x="1846103" y="3278144"/>
                </a:lnTo>
                <a:lnTo>
                  <a:pt x="1760378" y="3267257"/>
                </a:lnTo>
                <a:lnTo>
                  <a:pt x="1674653" y="3268769"/>
                </a:lnTo>
                <a:lnTo>
                  <a:pt x="1588928" y="3266689"/>
                </a:lnTo>
                <a:lnTo>
                  <a:pt x="1503203" y="3266766"/>
                </a:lnTo>
                <a:lnTo>
                  <a:pt x="1417478" y="3248794"/>
                </a:lnTo>
                <a:lnTo>
                  <a:pt x="1331753" y="3237452"/>
                </a:lnTo>
                <a:lnTo>
                  <a:pt x="1246028" y="3242751"/>
                </a:lnTo>
                <a:lnTo>
                  <a:pt x="1160303" y="3226693"/>
                </a:lnTo>
                <a:lnTo>
                  <a:pt x="1074578" y="3252655"/>
                </a:lnTo>
                <a:lnTo>
                  <a:pt x="988853" y="3272397"/>
                </a:lnTo>
                <a:lnTo>
                  <a:pt x="903128" y="3263067"/>
                </a:lnTo>
                <a:lnTo>
                  <a:pt x="817403" y="3250543"/>
                </a:lnTo>
                <a:lnTo>
                  <a:pt x="731678" y="3271821"/>
                </a:lnTo>
                <a:lnTo>
                  <a:pt x="645953" y="3240161"/>
                </a:lnTo>
                <a:lnTo>
                  <a:pt x="560228" y="3236893"/>
                </a:lnTo>
                <a:lnTo>
                  <a:pt x="474503" y="3253730"/>
                </a:lnTo>
                <a:lnTo>
                  <a:pt x="388778" y="3242570"/>
                </a:lnTo>
                <a:lnTo>
                  <a:pt x="303053" y="3238697"/>
                </a:lnTo>
                <a:lnTo>
                  <a:pt x="217328" y="3209325"/>
                </a:lnTo>
                <a:lnTo>
                  <a:pt x="131603" y="3243855"/>
                </a:lnTo>
                <a:lnTo>
                  <a:pt x="29260" y="3243286"/>
                </a:lnTo>
                <a:lnTo>
                  <a:pt x="40834" y="3156788"/>
                </a:lnTo>
                <a:lnTo>
                  <a:pt x="38132" y="3070291"/>
                </a:lnTo>
                <a:lnTo>
                  <a:pt x="52085" y="2983794"/>
                </a:lnTo>
                <a:lnTo>
                  <a:pt x="24752" y="2897296"/>
                </a:lnTo>
                <a:lnTo>
                  <a:pt x="32948" y="2810799"/>
                </a:lnTo>
                <a:lnTo>
                  <a:pt x="14301" y="2724302"/>
                </a:lnTo>
                <a:lnTo>
                  <a:pt x="35339" y="2637804"/>
                </a:lnTo>
                <a:lnTo>
                  <a:pt x="39026" y="2551307"/>
                </a:lnTo>
                <a:lnTo>
                  <a:pt x="25728" y="2464810"/>
                </a:lnTo>
                <a:lnTo>
                  <a:pt x="29499" y="2378313"/>
                </a:lnTo>
                <a:lnTo>
                  <a:pt x="18946" y="2291815"/>
                </a:lnTo>
                <a:lnTo>
                  <a:pt x="30501" y="2205318"/>
                </a:lnTo>
                <a:lnTo>
                  <a:pt x="12299" y="2118821"/>
                </a:lnTo>
                <a:lnTo>
                  <a:pt x="28896" y="2032323"/>
                </a:lnTo>
                <a:lnTo>
                  <a:pt x="0" y="1945826"/>
                </a:lnTo>
                <a:lnTo>
                  <a:pt x="5028" y="1859329"/>
                </a:lnTo>
                <a:lnTo>
                  <a:pt x="8986" y="1772831"/>
                </a:lnTo>
                <a:lnTo>
                  <a:pt x="20749" y="1686334"/>
                </a:lnTo>
                <a:lnTo>
                  <a:pt x="47339" y="1599837"/>
                </a:lnTo>
                <a:lnTo>
                  <a:pt x="33680" y="1513340"/>
                </a:lnTo>
                <a:lnTo>
                  <a:pt x="18298" y="1426842"/>
                </a:lnTo>
                <a:lnTo>
                  <a:pt x="29707" y="1340345"/>
                </a:lnTo>
                <a:lnTo>
                  <a:pt x="29894" y="1253848"/>
                </a:lnTo>
                <a:lnTo>
                  <a:pt x="6226" y="1167350"/>
                </a:lnTo>
                <a:lnTo>
                  <a:pt x="14045" y="1080853"/>
                </a:lnTo>
                <a:lnTo>
                  <a:pt x="23166" y="994356"/>
                </a:lnTo>
                <a:lnTo>
                  <a:pt x="8112" y="907858"/>
                </a:lnTo>
                <a:lnTo>
                  <a:pt x="18313" y="821361"/>
                </a:lnTo>
                <a:lnTo>
                  <a:pt x="2537" y="734864"/>
                </a:lnTo>
                <a:lnTo>
                  <a:pt x="5005" y="648367"/>
                </a:lnTo>
                <a:lnTo>
                  <a:pt x="30694" y="561869"/>
                </a:lnTo>
                <a:lnTo>
                  <a:pt x="10583" y="475372"/>
                </a:lnTo>
                <a:lnTo>
                  <a:pt x="22669" y="388875"/>
                </a:lnTo>
                <a:lnTo>
                  <a:pt x="13540" y="302377"/>
                </a:lnTo>
                <a:lnTo>
                  <a:pt x="29575" y="215880"/>
                </a:lnTo>
                <a:lnTo>
                  <a:pt x="28983" y="129383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 rot="21564000">
            <a:off x="8683804" y="3133192"/>
            <a:ext cx="1190625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청년 유출 완화</a:t>
            </a:r>
          </a:p>
        </p:txBody>
      </p:sp>
      <p:sp>
        <p:nvSpPr>
          <p:cNvPr id="24" name="TextBox 23"/>
          <p:cNvSpPr txBox="1"/>
          <p:nvPr/>
        </p:nvSpPr>
        <p:spPr>
          <a:xfrm rot="21564000">
            <a:off x="8688146" y="3524292"/>
            <a:ext cx="2895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지방의 양질 일자리 증가</a:t>
            </a:r>
          </a:p>
        </p:txBody>
      </p:sp>
      <p:sp>
        <p:nvSpPr>
          <p:cNvPr id="25" name="TextBox 24"/>
          <p:cNvSpPr txBox="1"/>
          <p:nvPr/>
        </p:nvSpPr>
        <p:spPr>
          <a:xfrm rot="21564000">
            <a:off x="8697023" y="3905246"/>
            <a:ext cx="28956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청년층의 수도권 취업경쟁이 치열한 가운데 비수도권에 상대적으로 좋은 일자리가 늘면 청년 유출이 줄 수 있습니다.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8704782" y="5242595"/>
            <a:ext cx="2895442" cy="30322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rot="21564000">
            <a:off x="8708393" y="5372036"/>
            <a:ext cx="28956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✔ 전제: 비수도권의 양질 일자리 확대</a:t>
            </a:r>
          </a:p>
        </p:txBody>
      </p:sp>
      <p:pic>
        <p:nvPicPr>
          <p:cNvPr id="28" name="Picture 27" descr="sprig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2000000">
            <a:off x="10953750" y="-1238250"/>
            <a:ext cx="142875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21480000">
            <a:off x="-425594" y="5785716"/>
            <a:ext cx="13038013" cy="1975237"/>
          </a:xfrm>
          <a:custGeom>
            <a:avLst/>
            <a:gdLst/>
            <a:ahLst/>
            <a:cxnLst/>
            <a:rect l="l" t="t" r="r" b="b"/>
            <a:pathLst>
              <a:path w="13038013" h="1975237">
                <a:moveTo>
                  <a:pt x="44594" y="18489"/>
                </a:moveTo>
                <a:lnTo>
                  <a:pt x="130383" y="48549"/>
                </a:lnTo>
                <a:lnTo>
                  <a:pt x="216171" y="40858"/>
                </a:lnTo>
                <a:lnTo>
                  <a:pt x="301959" y="54362"/>
                </a:lnTo>
                <a:lnTo>
                  <a:pt x="387747" y="45157"/>
                </a:lnTo>
                <a:lnTo>
                  <a:pt x="473534" y="31205"/>
                </a:lnTo>
                <a:lnTo>
                  <a:pt x="559322" y="13042"/>
                </a:lnTo>
                <a:lnTo>
                  <a:pt x="645110" y="14161"/>
                </a:lnTo>
                <a:lnTo>
                  <a:pt x="730898" y="28011"/>
                </a:lnTo>
                <a:lnTo>
                  <a:pt x="816686" y="39168"/>
                </a:lnTo>
                <a:lnTo>
                  <a:pt x="902474" y="30322"/>
                </a:lnTo>
                <a:lnTo>
                  <a:pt x="988262" y="42203"/>
                </a:lnTo>
                <a:lnTo>
                  <a:pt x="1074050" y="42438"/>
                </a:lnTo>
                <a:lnTo>
                  <a:pt x="1159839" y="69299"/>
                </a:lnTo>
                <a:lnTo>
                  <a:pt x="1245627" y="56534"/>
                </a:lnTo>
                <a:lnTo>
                  <a:pt x="1331415" y="51023"/>
                </a:lnTo>
                <a:lnTo>
                  <a:pt x="1417203" y="61350"/>
                </a:lnTo>
                <a:lnTo>
                  <a:pt x="1502991" y="68994"/>
                </a:lnTo>
                <a:lnTo>
                  <a:pt x="1588779" y="28593"/>
                </a:lnTo>
                <a:lnTo>
                  <a:pt x="1674567" y="32726"/>
                </a:lnTo>
                <a:lnTo>
                  <a:pt x="1760355" y="9916"/>
                </a:lnTo>
                <a:lnTo>
                  <a:pt x="1846143" y="39281"/>
                </a:lnTo>
                <a:lnTo>
                  <a:pt x="1931931" y="32995"/>
                </a:lnTo>
                <a:lnTo>
                  <a:pt x="2017719" y="49194"/>
                </a:lnTo>
                <a:lnTo>
                  <a:pt x="2103507" y="32315"/>
                </a:lnTo>
                <a:lnTo>
                  <a:pt x="2189295" y="38468"/>
                </a:lnTo>
                <a:lnTo>
                  <a:pt x="2275084" y="25134"/>
                </a:lnTo>
                <a:lnTo>
                  <a:pt x="2360872" y="17784"/>
                </a:lnTo>
                <a:lnTo>
                  <a:pt x="2446660" y="36129"/>
                </a:lnTo>
                <a:lnTo>
                  <a:pt x="2532448" y="28590"/>
                </a:lnTo>
                <a:lnTo>
                  <a:pt x="2618236" y="1709"/>
                </a:lnTo>
                <a:lnTo>
                  <a:pt x="2704024" y="30900"/>
                </a:lnTo>
                <a:lnTo>
                  <a:pt x="2789812" y="13846"/>
                </a:lnTo>
                <a:lnTo>
                  <a:pt x="2875600" y="27109"/>
                </a:lnTo>
                <a:lnTo>
                  <a:pt x="2961388" y="36136"/>
                </a:lnTo>
                <a:lnTo>
                  <a:pt x="3047176" y="25813"/>
                </a:lnTo>
                <a:lnTo>
                  <a:pt x="3132964" y="16149"/>
                </a:lnTo>
                <a:lnTo>
                  <a:pt x="3218752" y="35042"/>
                </a:lnTo>
                <a:lnTo>
                  <a:pt x="3304541" y="36099"/>
                </a:lnTo>
                <a:lnTo>
                  <a:pt x="3390329" y="32430"/>
                </a:lnTo>
                <a:lnTo>
                  <a:pt x="3476117" y="27464"/>
                </a:lnTo>
                <a:lnTo>
                  <a:pt x="3561905" y="4480"/>
                </a:lnTo>
                <a:lnTo>
                  <a:pt x="3647693" y="17848"/>
                </a:lnTo>
                <a:lnTo>
                  <a:pt x="3733481" y="9169"/>
                </a:lnTo>
                <a:lnTo>
                  <a:pt x="3819269" y="14615"/>
                </a:lnTo>
                <a:lnTo>
                  <a:pt x="3905057" y="17576"/>
                </a:lnTo>
                <a:lnTo>
                  <a:pt x="3990845" y="57998"/>
                </a:lnTo>
                <a:lnTo>
                  <a:pt x="4076633" y="44673"/>
                </a:lnTo>
                <a:lnTo>
                  <a:pt x="4162421" y="53833"/>
                </a:lnTo>
                <a:lnTo>
                  <a:pt x="4248209" y="56364"/>
                </a:lnTo>
                <a:lnTo>
                  <a:pt x="4333997" y="71243"/>
                </a:lnTo>
                <a:lnTo>
                  <a:pt x="4419786" y="58898"/>
                </a:lnTo>
                <a:lnTo>
                  <a:pt x="4505574" y="40230"/>
                </a:lnTo>
                <a:lnTo>
                  <a:pt x="4591362" y="53262"/>
                </a:lnTo>
                <a:lnTo>
                  <a:pt x="4677150" y="53454"/>
                </a:lnTo>
                <a:lnTo>
                  <a:pt x="4762938" y="58159"/>
                </a:lnTo>
                <a:lnTo>
                  <a:pt x="4848726" y="31646"/>
                </a:lnTo>
                <a:lnTo>
                  <a:pt x="4934514" y="32750"/>
                </a:lnTo>
                <a:lnTo>
                  <a:pt x="5020302" y="48929"/>
                </a:lnTo>
                <a:lnTo>
                  <a:pt x="5106090" y="35364"/>
                </a:lnTo>
                <a:lnTo>
                  <a:pt x="5191878" y="54874"/>
                </a:lnTo>
                <a:lnTo>
                  <a:pt x="5277666" y="66980"/>
                </a:lnTo>
                <a:lnTo>
                  <a:pt x="5363454" y="59983"/>
                </a:lnTo>
                <a:lnTo>
                  <a:pt x="5449243" y="36636"/>
                </a:lnTo>
                <a:lnTo>
                  <a:pt x="5535031" y="59026"/>
                </a:lnTo>
                <a:lnTo>
                  <a:pt x="5620819" y="25909"/>
                </a:lnTo>
                <a:lnTo>
                  <a:pt x="5706607" y="61716"/>
                </a:lnTo>
                <a:lnTo>
                  <a:pt x="5792395" y="38814"/>
                </a:lnTo>
                <a:lnTo>
                  <a:pt x="5878183" y="60285"/>
                </a:lnTo>
                <a:lnTo>
                  <a:pt x="5963971" y="59973"/>
                </a:lnTo>
                <a:lnTo>
                  <a:pt x="6049759" y="38372"/>
                </a:lnTo>
                <a:lnTo>
                  <a:pt x="6135547" y="30670"/>
                </a:lnTo>
                <a:lnTo>
                  <a:pt x="6221335" y="38848"/>
                </a:lnTo>
                <a:lnTo>
                  <a:pt x="6307123" y="57096"/>
                </a:lnTo>
                <a:lnTo>
                  <a:pt x="6392911" y="15014"/>
                </a:lnTo>
                <a:lnTo>
                  <a:pt x="6478699" y="55004"/>
                </a:lnTo>
                <a:lnTo>
                  <a:pt x="6564488" y="55931"/>
                </a:lnTo>
                <a:lnTo>
                  <a:pt x="6650276" y="37731"/>
                </a:lnTo>
                <a:lnTo>
                  <a:pt x="6736064" y="67599"/>
                </a:lnTo>
                <a:lnTo>
                  <a:pt x="6821852" y="66381"/>
                </a:lnTo>
                <a:lnTo>
                  <a:pt x="6907640" y="64615"/>
                </a:lnTo>
                <a:lnTo>
                  <a:pt x="6993428" y="70578"/>
                </a:lnTo>
                <a:lnTo>
                  <a:pt x="7079216" y="42893"/>
                </a:lnTo>
                <a:lnTo>
                  <a:pt x="7165004" y="40844"/>
                </a:lnTo>
                <a:lnTo>
                  <a:pt x="7250792" y="41541"/>
                </a:lnTo>
                <a:lnTo>
                  <a:pt x="7336580" y="56994"/>
                </a:lnTo>
                <a:lnTo>
                  <a:pt x="7422368" y="41571"/>
                </a:lnTo>
                <a:lnTo>
                  <a:pt x="7508156" y="29982"/>
                </a:lnTo>
                <a:lnTo>
                  <a:pt x="7593944" y="33629"/>
                </a:lnTo>
                <a:lnTo>
                  <a:pt x="7679733" y="38197"/>
                </a:lnTo>
                <a:lnTo>
                  <a:pt x="7765521" y="18407"/>
                </a:lnTo>
                <a:lnTo>
                  <a:pt x="7851309" y="30676"/>
                </a:lnTo>
                <a:lnTo>
                  <a:pt x="7937097" y="62102"/>
                </a:lnTo>
                <a:lnTo>
                  <a:pt x="8022885" y="46602"/>
                </a:lnTo>
                <a:lnTo>
                  <a:pt x="8108673" y="3686"/>
                </a:lnTo>
                <a:lnTo>
                  <a:pt x="8194461" y="42675"/>
                </a:lnTo>
                <a:lnTo>
                  <a:pt x="8280249" y="55167"/>
                </a:lnTo>
                <a:lnTo>
                  <a:pt x="8366037" y="29867"/>
                </a:lnTo>
                <a:lnTo>
                  <a:pt x="8451825" y="0"/>
                </a:lnTo>
                <a:lnTo>
                  <a:pt x="8537613" y="13793"/>
                </a:lnTo>
                <a:lnTo>
                  <a:pt x="8623401" y="35638"/>
                </a:lnTo>
                <a:lnTo>
                  <a:pt x="8709190" y="44471"/>
                </a:lnTo>
                <a:lnTo>
                  <a:pt x="8794978" y="36875"/>
                </a:lnTo>
                <a:lnTo>
                  <a:pt x="8880766" y="53046"/>
                </a:lnTo>
                <a:lnTo>
                  <a:pt x="8966554" y="60118"/>
                </a:lnTo>
                <a:lnTo>
                  <a:pt x="9052342" y="65813"/>
                </a:lnTo>
                <a:lnTo>
                  <a:pt x="9138130" y="58460"/>
                </a:lnTo>
                <a:lnTo>
                  <a:pt x="9223918" y="34479"/>
                </a:lnTo>
                <a:lnTo>
                  <a:pt x="9309706" y="36408"/>
                </a:lnTo>
                <a:lnTo>
                  <a:pt x="9395494" y="38040"/>
                </a:lnTo>
                <a:lnTo>
                  <a:pt x="9481282" y="52629"/>
                </a:lnTo>
                <a:lnTo>
                  <a:pt x="9567070" y="35996"/>
                </a:lnTo>
                <a:lnTo>
                  <a:pt x="9652858" y="52071"/>
                </a:lnTo>
                <a:lnTo>
                  <a:pt x="9738646" y="38822"/>
                </a:lnTo>
                <a:lnTo>
                  <a:pt x="9824435" y="40466"/>
                </a:lnTo>
                <a:lnTo>
                  <a:pt x="9910223" y="42195"/>
                </a:lnTo>
                <a:lnTo>
                  <a:pt x="9996011" y="34852"/>
                </a:lnTo>
                <a:lnTo>
                  <a:pt x="10081799" y="35555"/>
                </a:lnTo>
                <a:lnTo>
                  <a:pt x="10167587" y="69509"/>
                </a:lnTo>
                <a:lnTo>
                  <a:pt x="10253375" y="49273"/>
                </a:lnTo>
                <a:lnTo>
                  <a:pt x="10339163" y="57008"/>
                </a:lnTo>
                <a:lnTo>
                  <a:pt x="10424951" y="48601"/>
                </a:lnTo>
                <a:lnTo>
                  <a:pt x="10510739" y="41870"/>
                </a:lnTo>
                <a:lnTo>
                  <a:pt x="10596527" y="34799"/>
                </a:lnTo>
                <a:lnTo>
                  <a:pt x="10682315" y="27936"/>
                </a:lnTo>
                <a:lnTo>
                  <a:pt x="10768103" y="30189"/>
                </a:lnTo>
                <a:lnTo>
                  <a:pt x="10853892" y="43852"/>
                </a:lnTo>
                <a:lnTo>
                  <a:pt x="10939680" y="19316"/>
                </a:lnTo>
                <a:lnTo>
                  <a:pt x="11025468" y="45825"/>
                </a:lnTo>
                <a:lnTo>
                  <a:pt x="11111256" y="57126"/>
                </a:lnTo>
                <a:lnTo>
                  <a:pt x="11197044" y="67713"/>
                </a:lnTo>
                <a:lnTo>
                  <a:pt x="11282832" y="72382"/>
                </a:lnTo>
                <a:lnTo>
                  <a:pt x="11368620" y="72874"/>
                </a:lnTo>
                <a:lnTo>
                  <a:pt x="11454408" y="62121"/>
                </a:lnTo>
                <a:lnTo>
                  <a:pt x="11540196" y="47403"/>
                </a:lnTo>
                <a:lnTo>
                  <a:pt x="11625984" y="47079"/>
                </a:lnTo>
                <a:lnTo>
                  <a:pt x="11711772" y="56737"/>
                </a:lnTo>
                <a:lnTo>
                  <a:pt x="11797560" y="56887"/>
                </a:lnTo>
                <a:lnTo>
                  <a:pt x="11883348" y="38211"/>
                </a:lnTo>
                <a:lnTo>
                  <a:pt x="11969137" y="56275"/>
                </a:lnTo>
                <a:lnTo>
                  <a:pt x="12054925" y="47708"/>
                </a:lnTo>
                <a:lnTo>
                  <a:pt x="12140713" y="36156"/>
                </a:lnTo>
                <a:lnTo>
                  <a:pt x="12226501" y="21789"/>
                </a:lnTo>
                <a:lnTo>
                  <a:pt x="12312289" y="32099"/>
                </a:lnTo>
                <a:lnTo>
                  <a:pt x="12398077" y="39657"/>
                </a:lnTo>
                <a:lnTo>
                  <a:pt x="12483865" y="48667"/>
                </a:lnTo>
                <a:lnTo>
                  <a:pt x="12569653" y="45231"/>
                </a:lnTo>
                <a:lnTo>
                  <a:pt x="12655441" y="3735"/>
                </a:lnTo>
                <a:lnTo>
                  <a:pt x="12741229" y="19467"/>
                </a:lnTo>
                <a:lnTo>
                  <a:pt x="12827017" y="22363"/>
                </a:lnTo>
                <a:lnTo>
                  <a:pt x="12912805" y="42066"/>
                </a:lnTo>
                <a:lnTo>
                  <a:pt x="13012923" y="24534"/>
                </a:lnTo>
                <a:lnTo>
                  <a:pt x="13011643" y="111124"/>
                </a:lnTo>
                <a:lnTo>
                  <a:pt x="13005703" y="197715"/>
                </a:lnTo>
                <a:lnTo>
                  <a:pt x="13024801" y="284306"/>
                </a:lnTo>
                <a:lnTo>
                  <a:pt x="13033401" y="370897"/>
                </a:lnTo>
                <a:lnTo>
                  <a:pt x="13038013" y="457488"/>
                </a:lnTo>
                <a:lnTo>
                  <a:pt x="12996593" y="544079"/>
                </a:lnTo>
                <a:lnTo>
                  <a:pt x="13000592" y="630670"/>
                </a:lnTo>
                <a:lnTo>
                  <a:pt x="13013700" y="717261"/>
                </a:lnTo>
                <a:lnTo>
                  <a:pt x="12998415" y="803852"/>
                </a:lnTo>
                <a:lnTo>
                  <a:pt x="12979361" y="890443"/>
                </a:lnTo>
                <a:lnTo>
                  <a:pt x="12969987" y="977034"/>
                </a:lnTo>
                <a:lnTo>
                  <a:pt x="12997722" y="1063624"/>
                </a:lnTo>
                <a:lnTo>
                  <a:pt x="12978785" y="1150215"/>
                </a:lnTo>
                <a:lnTo>
                  <a:pt x="12977148" y="1236806"/>
                </a:lnTo>
                <a:lnTo>
                  <a:pt x="12975208" y="1323397"/>
                </a:lnTo>
                <a:lnTo>
                  <a:pt x="12971422" y="1409988"/>
                </a:lnTo>
                <a:lnTo>
                  <a:pt x="12977753" y="1496579"/>
                </a:lnTo>
                <a:lnTo>
                  <a:pt x="12981306" y="1583170"/>
                </a:lnTo>
                <a:lnTo>
                  <a:pt x="12970898" y="1669761"/>
                </a:lnTo>
                <a:lnTo>
                  <a:pt x="12965469" y="1756352"/>
                </a:lnTo>
                <a:lnTo>
                  <a:pt x="13011962" y="1842943"/>
                </a:lnTo>
                <a:lnTo>
                  <a:pt x="12998594" y="1940179"/>
                </a:lnTo>
                <a:lnTo>
                  <a:pt x="12912805" y="1913239"/>
                </a:lnTo>
                <a:lnTo>
                  <a:pt x="12827017" y="1919251"/>
                </a:lnTo>
                <a:lnTo>
                  <a:pt x="12741229" y="1932604"/>
                </a:lnTo>
                <a:lnTo>
                  <a:pt x="12655441" y="1911867"/>
                </a:lnTo>
                <a:lnTo>
                  <a:pt x="12569653" y="1941596"/>
                </a:lnTo>
                <a:lnTo>
                  <a:pt x="12483865" y="1955784"/>
                </a:lnTo>
                <a:lnTo>
                  <a:pt x="12398077" y="1945698"/>
                </a:lnTo>
                <a:lnTo>
                  <a:pt x="12312289" y="1932230"/>
                </a:lnTo>
                <a:lnTo>
                  <a:pt x="12226501" y="1958689"/>
                </a:lnTo>
                <a:lnTo>
                  <a:pt x="12140713" y="1916384"/>
                </a:lnTo>
                <a:lnTo>
                  <a:pt x="12054925" y="1946896"/>
                </a:lnTo>
                <a:lnTo>
                  <a:pt x="11969137" y="1967221"/>
                </a:lnTo>
                <a:lnTo>
                  <a:pt x="11883348" y="1969218"/>
                </a:lnTo>
                <a:lnTo>
                  <a:pt x="11797560" y="1955298"/>
                </a:lnTo>
                <a:lnTo>
                  <a:pt x="11711772" y="1950115"/>
                </a:lnTo>
                <a:lnTo>
                  <a:pt x="11625984" y="1945991"/>
                </a:lnTo>
                <a:lnTo>
                  <a:pt x="11540196" y="1938682"/>
                </a:lnTo>
                <a:lnTo>
                  <a:pt x="11454408" y="1924696"/>
                </a:lnTo>
                <a:lnTo>
                  <a:pt x="11368620" y="1928085"/>
                </a:lnTo>
                <a:lnTo>
                  <a:pt x="11282832" y="1929445"/>
                </a:lnTo>
                <a:lnTo>
                  <a:pt x="11197044" y="1942688"/>
                </a:lnTo>
                <a:lnTo>
                  <a:pt x="11111256" y="1941963"/>
                </a:lnTo>
                <a:lnTo>
                  <a:pt x="11025468" y="1926836"/>
                </a:lnTo>
                <a:lnTo>
                  <a:pt x="10939680" y="1950059"/>
                </a:lnTo>
                <a:lnTo>
                  <a:pt x="10853892" y="1933607"/>
                </a:lnTo>
                <a:lnTo>
                  <a:pt x="10768103" y="1954160"/>
                </a:lnTo>
                <a:lnTo>
                  <a:pt x="10682315" y="1961275"/>
                </a:lnTo>
                <a:lnTo>
                  <a:pt x="10596527" y="1950935"/>
                </a:lnTo>
                <a:lnTo>
                  <a:pt x="10510739" y="1928527"/>
                </a:lnTo>
                <a:lnTo>
                  <a:pt x="10424951" y="1946257"/>
                </a:lnTo>
                <a:lnTo>
                  <a:pt x="10339163" y="1959566"/>
                </a:lnTo>
                <a:lnTo>
                  <a:pt x="10253375" y="1942533"/>
                </a:lnTo>
                <a:lnTo>
                  <a:pt x="10167587" y="1956290"/>
                </a:lnTo>
                <a:lnTo>
                  <a:pt x="10081799" y="1949275"/>
                </a:lnTo>
                <a:lnTo>
                  <a:pt x="9996011" y="1945560"/>
                </a:lnTo>
                <a:lnTo>
                  <a:pt x="9910223" y="1945382"/>
                </a:lnTo>
                <a:lnTo>
                  <a:pt x="9824435" y="1947888"/>
                </a:lnTo>
                <a:lnTo>
                  <a:pt x="9738646" y="1970753"/>
                </a:lnTo>
                <a:lnTo>
                  <a:pt x="9652858" y="1975237"/>
                </a:lnTo>
                <a:lnTo>
                  <a:pt x="9567070" y="1954252"/>
                </a:lnTo>
                <a:lnTo>
                  <a:pt x="9481282" y="1931492"/>
                </a:lnTo>
                <a:lnTo>
                  <a:pt x="9395494" y="1952228"/>
                </a:lnTo>
                <a:lnTo>
                  <a:pt x="9309706" y="1941101"/>
                </a:lnTo>
                <a:lnTo>
                  <a:pt x="9223918" y="1941358"/>
                </a:lnTo>
                <a:lnTo>
                  <a:pt x="9138130" y="1967190"/>
                </a:lnTo>
                <a:lnTo>
                  <a:pt x="9052342" y="1943907"/>
                </a:lnTo>
                <a:lnTo>
                  <a:pt x="8966554" y="1947706"/>
                </a:lnTo>
                <a:lnTo>
                  <a:pt x="8880766" y="1955887"/>
                </a:lnTo>
                <a:lnTo>
                  <a:pt x="8794978" y="1940945"/>
                </a:lnTo>
                <a:lnTo>
                  <a:pt x="8709190" y="1970933"/>
                </a:lnTo>
                <a:lnTo>
                  <a:pt x="8623401" y="1950882"/>
                </a:lnTo>
                <a:lnTo>
                  <a:pt x="8537613" y="1951272"/>
                </a:lnTo>
                <a:lnTo>
                  <a:pt x="8451825" y="1963318"/>
                </a:lnTo>
                <a:lnTo>
                  <a:pt x="8366037" y="1936757"/>
                </a:lnTo>
                <a:lnTo>
                  <a:pt x="8280249" y="1957309"/>
                </a:lnTo>
                <a:lnTo>
                  <a:pt x="8194461" y="1958831"/>
                </a:lnTo>
                <a:lnTo>
                  <a:pt x="8108673" y="1956656"/>
                </a:lnTo>
                <a:lnTo>
                  <a:pt x="8022885" y="1946409"/>
                </a:lnTo>
                <a:lnTo>
                  <a:pt x="7937097" y="1960393"/>
                </a:lnTo>
                <a:lnTo>
                  <a:pt x="7851309" y="1949712"/>
                </a:lnTo>
                <a:lnTo>
                  <a:pt x="7765521" y="1924819"/>
                </a:lnTo>
                <a:lnTo>
                  <a:pt x="7679733" y="1929354"/>
                </a:lnTo>
                <a:lnTo>
                  <a:pt x="7593944" y="1947536"/>
                </a:lnTo>
                <a:lnTo>
                  <a:pt x="7508156" y="1970955"/>
                </a:lnTo>
                <a:lnTo>
                  <a:pt x="7422368" y="1945703"/>
                </a:lnTo>
                <a:lnTo>
                  <a:pt x="7336580" y="1940448"/>
                </a:lnTo>
                <a:lnTo>
                  <a:pt x="7250792" y="1966338"/>
                </a:lnTo>
                <a:lnTo>
                  <a:pt x="7165004" y="1952353"/>
                </a:lnTo>
                <a:lnTo>
                  <a:pt x="7079216" y="1949113"/>
                </a:lnTo>
                <a:lnTo>
                  <a:pt x="6993428" y="1972979"/>
                </a:lnTo>
                <a:lnTo>
                  <a:pt x="6907640" y="1966197"/>
                </a:lnTo>
                <a:lnTo>
                  <a:pt x="6821852" y="1917852"/>
                </a:lnTo>
                <a:lnTo>
                  <a:pt x="6736064" y="1928824"/>
                </a:lnTo>
                <a:lnTo>
                  <a:pt x="6650276" y="1966985"/>
                </a:lnTo>
                <a:lnTo>
                  <a:pt x="6564488" y="1929782"/>
                </a:lnTo>
                <a:lnTo>
                  <a:pt x="6478699" y="1937505"/>
                </a:lnTo>
                <a:lnTo>
                  <a:pt x="6392911" y="1973243"/>
                </a:lnTo>
                <a:lnTo>
                  <a:pt x="6307123" y="1966533"/>
                </a:lnTo>
                <a:lnTo>
                  <a:pt x="6221335" y="1958687"/>
                </a:lnTo>
                <a:lnTo>
                  <a:pt x="6135547" y="1956927"/>
                </a:lnTo>
                <a:lnTo>
                  <a:pt x="6049759" y="1921677"/>
                </a:lnTo>
                <a:lnTo>
                  <a:pt x="5963971" y="1941449"/>
                </a:lnTo>
                <a:lnTo>
                  <a:pt x="5878183" y="1933812"/>
                </a:lnTo>
                <a:lnTo>
                  <a:pt x="5792395" y="1935141"/>
                </a:lnTo>
                <a:lnTo>
                  <a:pt x="5706607" y="1947064"/>
                </a:lnTo>
                <a:lnTo>
                  <a:pt x="5620819" y="1957614"/>
                </a:lnTo>
                <a:lnTo>
                  <a:pt x="5535031" y="1959180"/>
                </a:lnTo>
                <a:lnTo>
                  <a:pt x="5449243" y="1938315"/>
                </a:lnTo>
                <a:lnTo>
                  <a:pt x="5363454" y="1941852"/>
                </a:lnTo>
                <a:lnTo>
                  <a:pt x="5277666" y="1934069"/>
                </a:lnTo>
                <a:lnTo>
                  <a:pt x="5191878" y="1945153"/>
                </a:lnTo>
                <a:lnTo>
                  <a:pt x="5106090" y="1948911"/>
                </a:lnTo>
                <a:lnTo>
                  <a:pt x="5020302" y="1929546"/>
                </a:lnTo>
                <a:lnTo>
                  <a:pt x="4934514" y="1971131"/>
                </a:lnTo>
                <a:lnTo>
                  <a:pt x="4848726" y="1962811"/>
                </a:lnTo>
                <a:lnTo>
                  <a:pt x="4762938" y="1965614"/>
                </a:lnTo>
                <a:lnTo>
                  <a:pt x="4677150" y="1956902"/>
                </a:lnTo>
                <a:lnTo>
                  <a:pt x="4591362" y="1947577"/>
                </a:lnTo>
                <a:lnTo>
                  <a:pt x="4505574" y="1954814"/>
                </a:lnTo>
                <a:lnTo>
                  <a:pt x="4419786" y="1941779"/>
                </a:lnTo>
                <a:lnTo>
                  <a:pt x="4333997" y="1967831"/>
                </a:lnTo>
                <a:lnTo>
                  <a:pt x="4248209" y="1929429"/>
                </a:lnTo>
                <a:lnTo>
                  <a:pt x="4162421" y="1951170"/>
                </a:lnTo>
                <a:lnTo>
                  <a:pt x="4076633" y="1938950"/>
                </a:lnTo>
                <a:lnTo>
                  <a:pt x="3990845" y="1933622"/>
                </a:lnTo>
                <a:lnTo>
                  <a:pt x="3905057" y="1931706"/>
                </a:lnTo>
                <a:lnTo>
                  <a:pt x="3819269" y="1938791"/>
                </a:lnTo>
                <a:lnTo>
                  <a:pt x="3733481" y="1964713"/>
                </a:lnTo>
                <a:lnTo>
                  <a:pt x="3647693" y="1961046"/>
                </a:lnTo>
                <a:lnTo>
                  <a:pt x="3561905" y="1955088"/>
                </a:lnTo>
                <a:lnTo>
                  <a:pt x="3476117" y="1934996"/>
                </a:lnTo>
                <a:lnTo>
                  <a:pt x="3390329" y="1923420"/>
                </a:lnTo>
                <a:lnTo>
                  <a:pt x="3304541" y="1934037"/>
                </a:lnTo>
                <a:lnTo>
                  <a:pt x="3218752" y="1934232"/>
                </a:lnTo>
                <a:lnTo>
                  <a:pt x="3132964" y="1940307"/>
                </a:lnTo>
                <a:lnTo>
                  <a:pt x="3047176" y="1942016"/>
                </a:lnTo>
                <a:lnTo>
                  <a:pt x="2961388" y="1939444"/>
                </a:lnTo>
                <a:lnTo>
                  <a:pt x="2875600" y="1945818"/>
                </a:lnTo>
                <a:lnTo>
                  <a:pt x="2789812" y="1940795"/>
                </a:lnTo>
                <a:lnTo>
                  <a:pt x="2704024" y="1946993"/>
                </a:lnTo>
                <a:lnTo>
                  <a:pt x="2618236" y="1939534"/>
                </a:lnTo>
                <a:lnTo>
                  <a:pt x="2532448" y="1946036"/>
                </a:lnTo>
                <a:lnTo>
                  <a:pt x="2446660" y="1909165"/>
                </a:lnTo>
                <a:lnTo>
                  <a:pt x="2360872" y="1917666"/>
                </a:lnTo>
                <a:lnTo>
                  <a:pt x="2275084" y="1903862"/>
                </a:lnTo>
                <a:lnTo>
                  <a:pt x="2189295" y="1924717"/>
                </a:lnTo>
                <a:lnTo>
                  <a:pt x="2103507" y="1906565"/>
                </a:lnTo>
                <a:lnTo>
                  <a:pt x="2017719" y="1910704"/>
                </a:lnTo>
                <a:lnTo>
                  <a:pt x="1931931" y="1935867"/>
                </a:lnTo>
                <a:lnTo>
                  <a:pt x="1846143" y="1925783"/>
                </a:lnTo>
                <a:lnTo>
                  <a:pt x="1760355" y="1908917"/>
                </a:lnTo>
                <a:lnTo>
                  <a:pt x="1674567" y="1908479"/>
                </a:lnTo>
                <a:lnTo>
                  <a:pt x="1588779" y="1927497"/>
                </a:lnTo>
                <a:lnTo>
                  <a:pt x="1502991" y="1931000"/>
                </a:lnTo>
                <a:lnTo>
                  <a:pt x="1417203" y="1919010"/>
                </a:lnTo>
                <a:lnTo>
                  <a:pt x="1331415" y="1910516"/>
                </a:lnTo>
                <a:lnTo>
                  <a:pt x="1245627" y="1926214"/>
                </a:lnTo>
                <a:lnTo>
                  <a:pt x="1159839" y="1909271"/>
                </a:lnTo>
                <a:lnTo>
                  <a:pt x="1074050" y="1932889"/>
                </a:lnTo>
                <a:lnTo>
                  <a:pt x="988262" y="1929879"/>
                </a:lnTo>
                <a:lnTo>
                  <a:pt x="902474" y="1923124"/>
                </a:lnTo>
                <a:lnTo>
                  <a:pt x="816686" y="1917182"/>
                </a:lnTo>
                <a:lnTo>
                  <a:pt x="730898" y="1913923"/>
                </a:lnTo>
                <a:lnTo>
                  <a:pt x="645110" y="1918110"/>
                </a:lnTo>
                <a:lnTo>
                  <a:pt x="559322" y="1916076"/>
                </a:lnTo>
                <a:lnTo>
                  <a:pt x="473534" y="1932203"/>
                </a:lnTo>
                <a:lnTo>
                  <a:pt x="387747" y="1921156"/>
                </a:lnTo>
                <a:lnTo>
                  <a:pt x="301959" y="1922436"/>
                </a:lnTo>
                <a:lnTo>
                  <a:pt x="216171" y="1925404"/>
                </a:lnTo>
                <a:lnTo>
                  <a:pt x="130383" y="1939108"/>
                </a:lnTo>
                <a:lnTo>
                  <a:pt x="53532" y="1929534"/>
                </a:lnTo>
                <a:lnTo>
                  <a:pt x="62989" y="1842943"/>
                </a:lnTo>
                <a:lnTo>
                  <a:pt x="20114" y="1756352"/>
                </a:lnTo>
                <a:lnTo>
                  <a:pt x="40744" y="1669761"/>
                </a:lnTo>
                <a:lnTo>
                  <a:pt x="27115" y="1583170"/>
                </a:lnTo>
                <a:lnTo>
                  <a:pt x="58792" y="1496579"/>
                </a:lnTo>
                <a:lnTo>
                  <a:pt x="26481" y="1409988"/>
                </a:lnTo>
                <a:lnTo>
                  <a:pt x="9889" y="1323397"/>
                </a:lnTo>
                <a:lnTo>
                  <a:pt x="0" y="1236806"/>
                </a:lnTo>
                <a:lnTo>
                  <a:pt x="13559" y="1150215"/>
                </a:lnTo>
                <a:lnTo>
                  <a:pt x="6236" y="1063624"/>
                </a:lnTo>
                <a:lnTo>
                  <a:pt x="8873" y="977034"/>
                </a:lnTo>
                <a:lnTo>
                  <a:pt x="25199" y="890443"/>
                </a:lnTo>
                <a:lnTo>
                  <a:pt x="487" y="803852"/>
                </a:lnTo>
                <a:lnTo>
                  <a:pt x="38730" y="717261"/>
                </a:lnTo>
                <a:lnTo>
                  <a:pt x="48181" y="630670"/>
                </a:lnTo>
                <a:lnTo>
                  <a:pt x="32156" y="544079"/>
                </a:lnTo>
                <a:lnTo>
                  <a:pt x="51757" y="457488"/>
                </a:lnTo>
                <a:lnTo>
                  <a:pt x="33073" y="370897"/>
                </a:lnTo>
                <a:lnTo>
                  <a:pt x="27707" y="284306"/>
                </a:lnTo>
                <a:lnTo>
                  <a:pt x="21121" y="197715"/>
                </a:lnTo>
                <a:lnTo>
                  <a:pt x="10317" y="111124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 rot="21576000">
            <a:off x="810674" y="431363"/>
            <a:ext cx="10564462" cy="5999090"/>
          </a:xfrm>
          <a:custGeom>
            <a:avLst/>
            <a:gdLst/>
            <a:ahLst/>
            <a:cxnLst/>
            <a:rect l="l" t="t" r="r" b="b"/>
            <a:pathLst>
              <a:path w="10564462" h="5999090">
                <a:moveTo>
                  <a:pt x="46576" y="44053"/>
                </a:moveTo>
                <a:lnTo>
                  <a:pt x="132457" y="64172"/>
                </a:lnTo>
                <a:lnTo>
                  <a:pt x="218338" y="49625"/>
                </a:lnTo>
                <a:lnTo>
                  <a:pt x="304219" y="59324"/>
                </a:lnTo>
                <a:lnTo>
                  <a:pt x="390100" y="74314"/>
                </a:lnTo>
                <a:lnTo>
                  <a:pt x="475981" y="81340"/>
                </a:lnTo>
                <a:lnTo>
                  <a:pt x="561862" y="60334"/>
                </a:lnTo>
                <a:lnTo>
                  <a:pt x="647744" y="53265"/>
                </a:lnTo>
                <a:lnTo>
                  <a:pt x="733625" y="34885"/>
                </a:lnTo>
                <a:lnTo>
                  <a:pt x="819506" y="14013"/>
                </a:lnTo>
                <a:lnTo>
                  <a:pt x="905387" y="33776"/>
                </a:lnTo>
                <a:lnTo>
                  <a:pt x="991268" y="59706"/>
                </a:lnTo>
                <a:lnTo>
                  <a:pt x="1077149" y="41333"/>
                </a:lnTo>
                <a:lnTo>
                  <a:pt x="1163030" y="13175"/>
                </a:lnTo>
                <a:lnTo>
                  <a:pt x="1248912" y="18136"/>
                </a:lnTo>
                <a:lnTo>
                  <a:pt x="1334793" y="39179"/>
                </a:lnTo>
                <a:lnTo>
                  <a:pt x="1420674" y="76720"/>
                </a:lnTo>
                <a:lnTo>
                  <a:pt x="1506555" y="43000"/>
                </a:lnTo>
                <a:lnTo>
                  <a:pt x="1592436" y="36711"/>
                </a:lnTo>
                <a:lnTo>
                  <a:pt x="1678317" y="35014"/>
                </a:lnTo>
                <a:lnTo>
                  <a:pt x="1764198" y="29706"/>
                </a:lnTo>
                <a:lnTo>
                  <a:pt x="1850080" y="42946"/>
                </a:lnTo>
                <a:lnTo>
                  <a:pt x="1935961" y="25908"/>
                </a:lnTo>
                <a:lnTo>
                  <a:pt x="2021842" y="51581"/>
                </a:lnTo>
                <a:lnTo>
                  <a:pt x="2107723" y="40746"/>
                </a:lnTo>
                <a:lnTo>
                  <a:pt x="2193604" y="49139"/>
                </a:lnTo>
                <a:lnTo>
                  <a:pt x="2279485" y="58978"/>
                </a:lnTo>
                <a:lnTo>
                  <a:pt x="2365366" y="37569"/>
                </a:lnTo>
                <a:lnTo>
                  <a:pt x="2451248" y="64202"/>
                </a:lnTo>
                <a:lnTo>
                  <a:pt x="2537129" y="79782"/>
                </a:lnTo>
                <a:lnTo>
                  <a:pt x="2623010" y="81180"/>
                </a:lnTo>
                <a:lnTo>
                  <a:pt x="2708891" y="43659"/>
                </a:lnTo>
                <a:lnTo>
                  <a:pt x="2794772" y="49350"/>
                </a:lnTo>
                <a:lnTo>
                  <a:pt x="2880653" y="41260"/>
                </a:lnTo>
                <a:lnTo>
                  <a:pt x="2966535" y="50540"/>
                </a:lnTo>
                <a:lnTo>
                  <a:pt x="3052416" y="58181"/>
                </a:lnTo>
                <a:lnTo>
                  <a:pt x="3138297" y="56657"/>
                </a:lnTo>
                <a:lnTo>
                  <a:pt x="3224178" y="72912"/>
                </a:lnTo>
                <a:lnTo>
                  <a:pt x="3310059" y="74823"/>
                </a:lnTo>
                <a:lnTo>
                  <a:pt x="3395940" y="55084"/>
                </a:lnTo>
                <a:lnTo>
                  <a:pt x="3481821" y="21246"/>
                </a:lnTo>
                <a:lnTo>
                  <a:pt x="3567703" y="47708"/>
                </a:lnTo>
                <a:lnTo>
                  <a:pt x="3653584" y="47507"/>
                </a:lnTo>
                <a:lnTo>
                  <a:pt x="3739465" y="45738"/>
                </a:lnTo>
                <a:lnTo>
                  <a:pt x="3825346" y="44741"/>
                </a:lnTo>
                <a:lnTo>
                  <a:pt x="3911227" y="52384"/>
                </a:lnTo>
                <a:lnTo>
                  <a:pt x="3997108" y="57968"/>
                </a:lnTo>
                <a:lnTo>
                  <a:pt x="4082989" y="54883"/>
                </a:lnTo>
                <a:lnTo>
                  <a:pt x="4168871" y="69851"/>
                </a:lnTo>
                <a:lnTo>
                  <a:pt x="4254752" y="92126"/>
                </a:lnTo>
                <a:lnTo>
                  <a:pt x="4340633" y="80753"/>
                </a:lnTo>
                <a:lnTo>
                  <a:pt x="4426514" y="61583"/>
                </a:lnTo>
                <a:lnTo>
                  <a:pt x="4512395" y="48658"/>
                </a:lnTo>
                <a:lnTo>
                  <a:pt x="4598276" y="56783"/>
                </a:lnTo>
                <a:lnTo>
                  <a:pt x="4684157" y="49147"/>
                </a:lnTo>
                <a:lnTo>
                  <a:pt x="4770039" y="51481"/>
                </a:lnTo>
                <a:lnTo>
                  <a:pt x="4855920" y="36541"/>
                </a:lnTo>
                <a:lnTo>
                  <a:pt x="4941801" y="58935"/>
                </a:lnTo>
                <a:lnTo>
                  <a:pt x="5027682" y="64137"/>
                </a:lnTo>
                <a:lnTo>
                  <a:pt x="5113563" y="78023"/>
                </a:lnTo>
                <a:lnTo>
                  <a:pt x="5199444" y="73541"/>
                </a:lnTo>
                <a:lnTo>
                  <a:pt x="5285326" y="64153"/>
                </a:lnTo>
                <a:lnTo>
                  <a:pt x="5371207" y="58966"/>
                </a:lnTo>
                <a:lnTo>
                  <a:pt x="5457088" y="61595"/>
                </a:lnTo>
                <a:lnTo>
                  <a:pt x="5542969" y="64760"/>
                </a:lnTo>
                <a:lnTo>
                  <a:pt x="5628850" y="50967"/>
                </a:lnTo>
                <a:lnTo>
                  <a:pt x="5714731" y="62403"/>
                </a:lnTo>
                <a:lnTo>
                  <a:pt x="5800612" y="51031"/>
                </a:lnTo>
                <a:lnTo>
                  <a:pt x="5886494" y="63964"/>
                </a:lnTo>
                <a:lnTo>
                  <a:pt x="5972375" y="30088"/>
                </a:lnTo>
                <a:lnTo>
                  <a:pt x="6058256" y="25262"/>
                </a:lnTo>
                <a:lnTo>
                  <a:pt x="6144137" y="50864"/>
                </a:lnTo>
                <a:lnTo>
                  <a:pt x="6230018" y="31648"/>
                </a:lnTo>
                <a:lnTo>
                  <a:pt x="6315899" y="33577"/>
                </a:lnTo>
                <a:lnTo>
                  <a:pt x="6401780" y="39558"/>
                </a:lnTo>
                <a:lnTo>
                  <a:pt x="6487662" y="40572"/>
                </a:lnTo>
                <a:lnTo>
                  <a:pt x="6573543" y="22616"/>
                </a:lnTo>
                <a:lnTo>
                  <a:pt x="6659424" y="19322"/>
                </a:lnTo>
                <a:lnTo>
                  <a:pt x="6745305" y="9593"/>
                </a:lnTo>
                <a:lnTo>
                  <a:pt x="6831186" y="16882"/>
                </a:lnTo>
                <a:lnTo>
                  <a:pt x="6917067" y="18243"/>
                </a:lnTo>
                <a:lnTo>
                  <a:pt x="7002948" y="14128"/>
                </a:lnTo>
                <a:lnTo>
                  <a:pt x="7088830" y="12132"/>
                </a:lnTo>
                <a:lnTo>
                  <a:pt x="7174711" y="4289"/>
                </a:lnTo>
                <a:lnTo>
                  <a:pt x="7260592" y="31393"/>
                </a:lnTo>
                <a:lnTo>
                  <a:pt x="7346473" y="25656"/>
                </a:lnTo>
                <a:lnTo>
                  <a:pt x="7432354" y="30651"/>
                </a:lnTo>
                <a:lnTo>
                  <a:pt x="7518235" y="23841"/>
                </a:lnTo>
                <a:lnTo>
                  <a:pt x="7604116" y="34783"/>
                </a:lnTo>
                <a:lnTo>
                  <a:pt x="7689998" y="16084"/>
                </a:lnTo>
                <a:lnTo>
                  <a:pt x="7775879" y="39423"/>
                </a:lnTo>
                <a:lnTo>
                  <a:pt x="7861760" y="50441"/>
                </a:lnTo>
                <a:lnTo>
                  <a:pt x="7947641" y="25406"/>
                </a:lnTo>
                <a:lnTo>
                  <a:pt x="8033522" y="19396"/>
                </a:lnTo>
                <a:lnTo>
                  <a:pt x="8119403" y="27753"/>
                </a:lnTo>
                <a:lnTo>
                  <a:pt x="8205285" y="25444"/>
                </a:lnTo>
                <a:lnTo>
                  <a:pt x="8291166" y="25623"/>
                </a:lnTo>
                <a:lnTo>
                  <a:pt x="8377047" y="36892"/>
                </a:lnTo>
                <a:lnTo>
                  <a:pt x="8462928" y="38183"/>
                </a:lnTo>
                <a:lnTo>
                  <a:pt x="8548809" y="21025"/>
                </a:lnTo>
                <a:lnTo>
                  <a:pt x="8634690" y="58852"/>
                </a:lnTo>
                <a:lnTo>
                  <a:pt x="8720571" y="17767"/>
                </a:lnTo>
                <a:lnTo>
                  <a:pt x="8806453" y="22747"/>
                </a:lnTo>
                <a:lnTo>
                  <a:pt x="8892334" y="13588"/>
                </a:lnTo>
                <a:lnTo>
                  <a:pt x="8978215" y="2325"/>
                </a:lnTo>
                <a:lnTo>
                  <a:pt x="9064096" y="17716"/>
                </a:lnTo>
                <a:lnTo>
                  <a:pt x="9149977" y="0"/>
                </a:lnTo>
                <a:lnTo>
                  <a:pt x="9235858" y="5252"/>
                </a:lnTo>
                <a:lnTo>
                  <a:pt x="9321739" y="13494"/>
                </a:lnTo>
                <a:lnTo>
                  <a:pt x="9407621" y="32433"/>
                </a:lnTo>
                <a:lnTo>
                  <a:pt x="9493502" y="43545"/>
                </a:lnTo>
                <a:lnTo>
                  <a:pt x="9579383" y="60701"/>
                </a:lnTo>
                <a:lnTo>
                  <a:pt x="9665264" y="54023"/>
                </a:lnTo>
                <a:lnTo>
                  <a:pt x="9751145" y="67811"/>
                </a:lnTo>
                <a:lnTo>
                  <a:pt x="9837026" y="62779"/>
                </a:lnTo>
                <a:lnTo>
                  <a:pt x="9922907" y="55320"/>
                </a:lnTo>
                <a:lnTo>
                  <a:pt x="10008789" y="43919"/>
                </a:lnTo>
                <a:lnTo>
                  <a:pt x="10094670" y="21184"/>
                </a:lnTo>
                <a:lnTo>
                  <a:pt x="10180551" y="40611"/>
                </a:lnTo>
                <a:lnTo>
                  <a:pt x="10266432" y="22147"/>
                </a:lnTo>
                <a:lnTo>
                  <a:pt x="10352313" y="37305"/>
                </a:lnTo>
                <a:lnTo>
                  <a:pt x="10438194" y="17201"/>
                </a:lnTo>
                <a:lnTo>
                  <a:pt x="10533540" y="44887"/>
                </a:lnTo>
                <a:lnTo>
                  <a:pt x="10519130" y="131732"/>
                </a:lnTo>
                <a:lnTo>
                  <a:pt x="10522668" y="218578"/>
                </a:lnTo>
                <a:lnTo>
                  <a:pt x="10524684" y="305423"/>
                </a:lnTo>
                <a:lnTo>
                  <a:pt x="10509442" y="392269"/>
                </a:lnTo>
                <a:lnTo>
                  <a:pt x="10534526" y="479114"/>
                </a:lnTo>
                <a:lnTo>
                  <a:pt x="10536809" y="565960"/>
                </a:lnTo>
                <a:lnTo>
                  <a:pt x="10547296" y="652806"/>
                </a:lnTo>
                <a:lnTo>
                  <a:pt x="10540007" y="739651"/>
                </a:lnTo>
                <a:lnTo>
                  <a:pt x="10546625" y="826497"/>
                </a:lnTo>
                <a:lnTo>
                  <a:pt x="10564462" y="913342"/>
                </a:lnTo>
                <a:lnTo>
                  <a:pt x="10537081" y="1000188"/>
                </a:lnTo>
                <a:lnTo>
                  <a:pt x="10549397" y="1087034"/>
                </a:lnTo>
                <a:lnTo>
                  <a:pt x="10553831" y="1173879"/>
                </a:lnTo>
                <a:lnTo>
                  <a:pt x="10551357" y="1260725"/>
                </a:lnTo>
                <a:lnTo>
                  <a:pt x="10547151" y="1347570"/>
                </a:lnTo>
                <a:lnTo>
                  <a:pt x="10553110" y="1434416"/>
                </a:lnTo>
                <a:lnTo>
                  <a:pt x="10551777" y="1521262"/>
                </a:lnTo>
                <a:lnTo>
                  <a:pt x="10560468" y="1608107"/>
                </a:lnTo>
                <a:lnTo>
                  <a:pt x="10562219" y="1694953"/>
                </a:lnTo>
                <a:lnTo>
                  <a:pt x="10553325" y="1781798"/>
                </a:lnTo>
                <a:lnTo>
                  <a:pt x="10534978" y="1868644"/>
                </a:lnTo>
                <a:lnTo>
                  <a:pt x="10521893" y="1955489"/>
                </a:lnTo>
                <a:lnTo>
                  <a:pt x="10523236" y="2042335"/>
                </a:lnTo>
                <a:lnTo>
                  <a:pt x="10529351" y="2129181"/>
                </a:lnTo>
                <a:lnTo>
                  <a:pt x="10559208" y="2216026"/>
                </a:lnTo>
                <a:lnTo>
                  <a:pt x="10545516" y="2302872"/>
                </a:lnTo>
                <a:lnTo>
                  <a:pt x="10539519" y="2389717"/>
                </a:lnTo>
                <a:lnTo>
                  <a:pt x="10538077" y="2476563"/>
                </a:lnTo>
                <a:lnTo>
                  <a:pt x="10523433" y="2563409"/>
                </a:lnTo>
                <a:lnTo>
                  <a:pt x="10545390" y="2650254"/>
                </a:lnTo>
                <a:lnTo>
                  <a:pt x="10535166" y="2737100"/>
                </a:lnTo>
                <a:lnTo>
                  <a:pt x="10527851" y="2823945"/>
                </a:lnTo>
                <a:lnTo>
                  <a:pt x="10553960" y="2910791"/>
                </a:lnTo>
                <a:lnTo>
                  <a:pt x="10540598" y="2997637"/>
                </a:lnTo>
                <a:lnTo>
                  <a:pt x="10545524" y="3084482"/>
                </a:lnTo>
                <a:lnTo>
                  <a:pt x="10548107" y="3171328"/>
                </a:lnTo>
                <a:lnTo>
                  <a:pt x="10553083" y="3258173"/>
                </a:lnTo>
                <a:lnTo>
                  <a:pt x="10563028" y="3345019"/>
                </a:lnTo>
                <a:lnTo>
                  <a:pt x="10545374" y="3431864"/>
                </a:lnTo>
                <a:lnTo>
                  <a:pt x="10545126" y="3518710"/>
                </a:lnTo>
                <a:lnTo>
                  <a:pt x="10505909" y="3605556"/>
                </a:lnTo>
                <a:lnTo>
                  <a:pt x="10506872" y="3692401"/>
                </a:lnTo>
                <a:lnTo>
                  <a:pt x="10513779" y="3779247"/>
                </a:lnTo>
                <a:lnTo>
                  <a:pt x="10506895" y="3866092"/>
                </a:lnTo>
                <a:lnTo>
                  <a:pt x="10513104" y="3952938"/>
                </a:lnTo>
                <a:lnTo>
                  <a:pt x="10504020" y="4039784"/>
                </a:lnTo>
                <a:lnTo>
                  <a:pt x="10513629" y="4126629"/>
                </a:lnTo>
                <a:lnTo>
                  <a:pt x="10487284" y="4213475"/>
                </a:lnTo>
                <a:lnTo>
                  <a:pt x="10489431" y="4300320"/>
                </a:lnTo>
                <a:lnTo>
                  <a:pt x="10519777" y="4387166"/>
                </a:lnTo>
                <a:lnTo>
                  <a:pt x="10501569" y="4474012"/>
                </a:lnTo>
                <a:lnTo>
                  <a:pt x="10496492" y="4560857"/>
                </a:lnTo>
                <a:lnTo>
                  <a:pt x="10503898" y="4647703"/>
                </a:lnTo>
                <a:lnTo>
                  <a:pt x="10529291" y="4734548"/>
                </a:lnTo>
                <a:lnTo>
                  <a:pt x="10537706" y="4821394"/>
                </a:lnTo>
                <a:lnTo>
                  <a:pt x="10549581" y="4908239"/>
                </a:lnTo>
                <a:lnTo>
                  <a:pt x="10535210" y="4995085"/>
                </a:lnTo>
                <a:lnTo>
                  <a:pt x="10528324" y="5081931"/>
                </a:lnTo>
                <a:lnTo>
                  <a:pt x="10557105" y="5168776"/>
                </a:lnTo>
                <a:lnTo>
                  <a:pt x="10531039" y="5255622"/>
                </a:lnTo>
                <a:lnTo>
                  <a:pt x="10539860" y="5342467"/>
                </a:lnTo>
                <a:lnTo>
                  <a:pt x="10555580" y="5429313"/>
                </a:lnTo>
                <a:lnTo>
                  <a:pt x="10543407" y="5516159"/>
                </a:lnTo>
                <a:lnTo>
                  <a:pt x="10548072" y="5603004"/>
                </a:lnTo>
                <a:lnTo>
                  <a:pt x="10533226" y="5689850"/>
                </a:lnTo>
                <a:lnTo>
                  <a:pt x="10532982" y="5776695"/>
                </a:lnTo>
                <a:lnTo>
                  <a:pt x="10518458" y="5863541"/>
                </a:lnTo>
                <a:lnTo>
                  <a:pt x="10524076" y="5981826"/>
                </a:lnTo>
                <a:lnTo>
                  <a:pt x="10438194" y="5977635"/>
                </a:lnTo>
                <a:lnTo>
                  <a:pt x="10352313" y="5970426"/>
                </a:lnTo>
                <a:lnTo>
                  <a:pt x="10266432" y="5973112"/>
                </a:lnTo>
                <a:lnTo>
                  <a:pt x="10180551" y="5978026"/>
                </a:lnTo>
                <a:lnTo>
                  <a:pt x="10094670" y="5971091"/>
                </a:lnTo>
                <a:lnTo>
                  <a:pt x="10008789" y="5965947"/>
                </a:lnTo>
                <a:lnTo>
                  <a:pt x="9922907" y="5980801"/>
                </a:lnTo>
                <a:lnTo>
                  <a:pt x="9837026" y="5986831"/>
                </a:lnTo>
                <a:lnTo>
                  <a:pt x="9751145" y="5966664"/>
                </a:lnTo>
                <a:lnTo>
                  <a:pt x="9665264" y="5976898"/>
                </a:lnTo>
                <a:lnTo>
                  <a:pt x="9579383" y="5992691"/>
                </a:lnTo>
                <a:lnTo>
                  <a:pt x="9493502" y="5992101"/>
                </a:lnTo>
                <a:lnTo>
                  <a:pt x="9407621" y="5982282"/>
                </a:lnTo>
                <a:lnTo>
                  <a:pt x="9321739" y="5987842"/>
                </a:lnTo>
                <a:lnTo>
                  <a:pt x="9235858" y="5992134"/>
                </a:lnTo>
                <a:lnTo>
                  <a:pt x="9149977" y="5984216"/>
                </a:lnTo>
                <a:lnTo>
                  <a:pt x="9064096" y="5976181"/>
                </a:lnTo>
                <a:lnTo>
                  <a:pt x="8978215" y="5986619"/>
                </a:lnTo>
                <a:lnTo>
                  <a:pt x="8892334" y="5980951"/>
                </a:lnTo>
                <a:lnTo>
                  <a:pt x="8806453" y="5960978"/>
                </a:lnTo>
                <a:lnTo>
                  <a:pt x="8720571" y="5967615"/>
                </a:lnTo>
                <a:lnTo>
                  <a:pt x="8634690" y="5942470"/>
                </a:lnTo>
                <a:lnTo>
                  <a:pt x="8548809" y="5972571"/>
                </a:lnTo>
                <a:lnTo>
                  <a:pt x="8462928" y="5957528"/>
                </a:lnTo>
                <a:lnTo>
                  <a:pt x="8377047" y="5963787"/>
                </a:lnTo>
                <a:lnTo>
                  <a:pt x="8291166" y="5961532"/>
                </a:lnTo>
                <a:lnTo>
                  <a:pt x="8205285" y="5969087"/>
                </a:lnTo>
                <a:lnTo>
                  <a:pt x="8119403" y="5979473"/>
                </a:lnTo>
                <a:lnTo>
                  <a:pt x="8033522" y="5972411"/>
                </a:lnTo>
                <a:lnTo>
                  <a:pt x="7947641" y="5988552"/>
                </a:lnTo>
                <a:lnTo>
                  <a:pt x="7861760" y="5970885"/>
                </a:lnTo>
                <a:lnTo>
                  <a:pt x="7775879" y="5975979"/>
                </a:lnTo>
                <a:lnTo>
                  <a:pt x="7689998" y="5978683"/>
                </a:lnTo>
                <a:lnTo>
                  <a:pt x="7604116" y="5955503"/>
                </a:lnTo>
                <a:lnTo>
                  <a:pt x="7518235" y="5967921"/>
                </a:lnTo>
                <a:lnTo>
                  <a:pt x="7432354" y="5965130"/>
                </a:lnTo>
                <a:lnTo>
                  <a:pt x="7346473" y="5986230"/>
                </a:lnTo>
                <a:lnTo>
                  <a:pt x="7260592" y="5970415"/>
                </a:lnTo>
                <a:lnTo>
                  <a:pt x="7174711" y="5990875"/>
                </a:lnTo>
                <a:lnTo>
                  <a:pt x="7088830" y="5972568"/>
                </a:lnTo>
                <a:lnTo>
                  <a:pt x="7002948" y="5977950"/>
                </a:lnTo>
                <a:lnTo>
                  <a:pt x="6917067" y="5992873"/>
                </a:lnTo>
                <a:lnTo>
                  <a:pt x="6831186" y="5963215"/>
                </a:lnTo>
                <a:lnTo>
                  <a:pt x="6745305" y="5971215"/>
                </a:lnTo>
                <a:lnTo>
                  <a:pt x="6659424" y="5970948"/>
                </a:lnTo>
                <a:lnTo>
                  <a:pt x="6573543" y="5999090"/>
                </a:lnTo>
                <a:lnTo>
                  <a:pt x="6487662" y="5963953"/>
                </a:lnTo>
                <a:lnTo>
                  <a:pt x="6401780" y="5980048"/>
                </a:lnTo>
                <a:lnTo>
                  <a:pt x="6315899" y="5975190"/>
                </a:lnTo>
                <a:lnTo>
                  <a:pt x="6230018" y="5962989"/>
                </a:lnTo>
                <a:lnTo>
                  <a:pt x="6144137" y="5976488"/>
                </a:lnTo>
                <a:lnTo>
                  <a:pt x="6058256" y="5993629"/>
                </a:lnTo>
                <a:lnTo>
                  <a:pt x="5972375" y="5975241"/>
                </a:lnTo>
                <a:lnTo>
                  <a:pt x="5886494" y="5975349"/>
                </a:lnTo>
                <a:lnTo>
                  <a:pt x="5800612" y="5986186"/>
                </a:lnTo>
                <a:lnTo>
                  <a:pt x="5714731" y="5969482"/>
                </a:lnTo>
                <a:lnTo>
                  <a:pt x="5628850" y="5940459"/>
                </a:lnTo>
                <a:lnTo>
                  <a:pt x="5542969" y="5941827"/>
                </a:lnTo>
                <a:lnTo>
                  <a:pt x="5457088" y="5962039"/>
                </a:lnTo>
                <a:lnTo>
                  <a:pt x="5371207" y="5976956"/>
                </a:lnTo>
                <a:lnTo>
                  <a:pt x="5285326" y="5946882"/>
                </a:lnTo>
                <a:lnTo>
                  <a:pt x="5199444" y="5958155"/>
                </a:lnTo>
                <a:lnTo>
                  <a:pt x="5113563" y="5970167"/>
                </a:lnTo>
                <a:lnTo>
                  <a:pt x="5027682" y="5957322"/>
                </a:lnTo>
                <a:lnTo>
                  <a:pt x="4941801" y="5964673"/>
                </a:lnTo>
                <a:lnTo>
                  <a:pt x="4855920" y="5973497"/>
                </a:lnTo>
                <a:lnTo>
                  <a:pt x="4770039" y="5982920"/>
                </a:lnTo>
                <a:lnTo>
                  <a:pt x="4684157" y="5990174"/>
                </a:lnTo>
                <a:lnTo>
                  <a:pt x="4598276" y="5982074"/>
                </a:lnTo>
                <a:lnTo>
                  <a:pt x="4512395" y="5959584"/>
                </a:lnTo>
                <a:lnTo>
                  <a:pt x="4426514" y="5984598"/>
                </a:lnTo>
                <a:lnTo>
                  <a:pt x="4340633" y="5962531"/>
                </a:lnTo>
                <a:lnTo>
                  <a:pt x="4254752" y="5982529"/>
                </a:lnTo>
                <a:lnTo>
                  <a:pt x="4168871" y="5962028"/>
                </a:lnTo>
                <a:lnTo>
                  <a:pt x="4082989" y="5967918"/>
                </a:lnTo>
                <a:lnTo>
                  <a:pt x="3997108" y="5977401"/>
                </a:lnTo>
                <a:lnTo>
                  <a:pt x="3911227" y="5959315"/>
                </a:lnTo>
                <a:lnTo>
                  <a:pt x="3825346" y="5984770"/>
                </a:lnTo>
                <a:lnTo>
                  <a:pt x="3739465" y="5977429"/>
                </a:lnTo>
                <a:lnTo>
                  <a:pt x="3653584" y="5970156"/>
                </a:lnTo>
                <a:lnTo>
                  <a:pt x="3567703" y="5976913"/>
                </a:lnTo>
                <a:lnTo>
                  <a:pt x="3481821" y="5965968"/>
                </a:lnTo>
                <a:lnTo>
                  <a:pt x="3395940" y="5965185"/>
                </a:lnTo>
                <a:lnTo>
                  <a:pt x="3310059" y="5978896"/>
                </a:lnTo>
                <a:lnTo>
                  <a:pt x="3224178" y="5958265"/>
                </a:lnTo>
                <a:lnTo>
                  <a:pt x="3138297" y="5976849"/>
                </a:lnTo>
                <a:lnTo>
                  <a:pt x="3052416" y="5965123"/>
                </a:lnTo>
                <a:lnTo>
                  <a:pt x="2966535" y="5997358"/>
                </a:lnTo>
                <a:lnTo>
                  <a:pt x="2880653" y="5976766"/>
                </a:lnTo>
                <a:lnTo>
                  <a:pt x="2794772" y="5958949"/>
                </a:lnTo>
                <a:lnTo>
                  <a:pt x="2708891" y="5972765"/>
                </a:lnTo>
                <a:lnTo>
                  <a:pt x="2623010" y="5968981"/>
                </a:lnTo>
                <a:lnTo>
                  <a:pt x="2537129" y="5967992"/>
                </a:lnTo>
                <a:lnTo>
                  <a:pt x="2451248" y="5943488"/>
                </a:lnTo>
                <a:lnTo>
                  <a:pt x="2365366" y="5977492"/>
                </a:lnTo>
                <a:lnTo>
                  <a:pt x="2279485" y="5974578"/>
                </a:lnTo>
                <a:lnTo>
                  <a:pt x="2193604" y="5966782"/>
                </a:lnTo>
                <a:lnTo>
                  <a:pt x="2107723" y="5981598"/>
                </a:lnTo>
                <a:lnTo>
                  <a:pt x="2021842" y="5972419"/>
                </a:lnTo>
                <a:lnTo>
                  <a:pt x="1935961" y="5958641"/>
                </a:lnTo>
                <a:lnTo>
                  <a:pt x="1850080" y="5944138"/>
                </a:lnTo>
                <a:lnTo>
                  <a:pt x="1764198" y="5922105"/>
                </a:lnTo>
                <a:lnTo>
                  <a:pt x="1678317" y="5913406"/>
                </a:lnTo>
                <a:lnTo>
                  <a:pt x="1592436" y="5949160"/>
                </a:lnTo>
                <a:lnTo>
                  <a:pt x="1506555" y="5952034"/>
                </a:lnTo>
                <a:lnTo>
                  <a:pt x="1420674" y="5927628"/>
                </a:lnTo>
                <a:lnTo>
                  <a:pt x="1334793" y="5934754"/>
                </a:lnTo>
                <a:lnTo>
                  <a:pt x="1248912" y="5951086"/>
                </a:lnTo>
                <a:lnTo>
                  <a:pt x="1163030" y="5960892"/>
                </a:lnTo>
                <a:lnTo>
                  <a:pt x="1077149" y="5930570"/>
                </a:lnTo>
                <a:lnTo>
                  <a:pt x="991268" y="5943534"/>
                </a:lnTo>
                <a:lnTo>
                  <a:pt x="905387" y="5940324"/>
                </a:lnTo>
                <a:lnTo>
                  <a:pt x="819506" y="5954966"/>
                </a:lnTo>
                <a:lnTo>
                  <a:pt x="733625" y="5941446"/>
                </a:lnTo>
                <a:lnTo>
                  <a:pt x="647744" y="5956192"/>
                </a:lnTo>
                <a:lnTo>
                  <a:pt x="561862" y="5934474"/>
                </a:lnTo>
                <a:lnTo>
                  <a:pt x="475981" y="5947867"/>
                </a:lnTo>
                <a:lnTo>
                  <a:pt x="390100" y="5945832"/>
                </a:lnTo>
                <a:lnTo>
                  <a:pt x="304219" y="5934375"/>
                </a:lnTo>
                <a:lnTo>
                  <a:pt x="218338" y="5936659"/>
                </a:lnTo>
                <a:lnTo>
                  <a:pt x="132457" y="5935661"/>
                </a:lnTo>
                <a:lnTo>
                  <a:pt x="22304" y="5950387"/>
                </a:lnTo>
                <a:lnTo>
                  <a:pt x="29280" y="5863541"/>
                </a:lnTo>
                <a:lnTo>
                  <a:pt x="54464" y="5776695"/>
                </a:lnTo>
                <a:lnTo>
                  <a:pt x="46629" y="5689850"/>
                </a:lnTo>
                <a:lnTo>
                  <a:pt x="53538" y="5603004"/>
                </a:lnTo>
                <a:lnTo>
                  <a:pt x="63161" y="5516159"/>
                </a:lnTo>
                <a:lnTo>
                  <a:pt x="31349" y="5429313"/>
                </a:lnTo>
                <a:lnTo>
                  <a:pt x="49701" y="5342467"/>
                </a:lnTo>
                <a:lnTo>
                  <a:pt x="28783" y="5255622"/>
                </a:lnTo>
                <a:lnTo>
                  <a:pt x="42233" y="5168776"/>
                </a:lnTo>
                <a:lnTo>
                  <a:pt x="40919" y="5081931"/>
                </a:lnTo>
                <a:lnTo>
                  <a:pt x="37063" y="4995085"/>
                </a:lnTo>
                <a:lnTo>
                  <a:pt x="31960" y="4908239"/>
                </a:lnTo>
                <a:lnTo>
                  <a:pt x="45787" y="4821394"/>
                </a:lnTo>
                <a:lnTo>
                  <a:pt x="39281" y="4734548"/>
                </a:lnTo>
                <a:lnTo>
                  <a:pt x="26153" y="4647703"/>
                </a:lnTo>
                <a:lnTo>
                  <a:pt x="7881" y="4560857"/>
                </a:lnTo>
                <a:lnTo>
                  <a:pt x="12942" y="4474012"/>
                </a:lnTo>
                <a:lnTo>
                  <a:pt x="9556" y="4387166"/>
                </a:lnTo>
                <a:lnTo>
                  <a:pt x="13883" y="4300320"/>
                </a:lnTo>
                <a:lnTo>
                  <a:pt x="2484" y="4213475"/>
                </a:lnTo>
                <a:lnTo>
                  <a:pt x="11606" y="4126629"/>
                </a:lnTo>
                <a:lnTo>
                  <a:pt x="15979" y="4039784"/>
                </a:lnTo>
                <a:lnTo>
                  <a:pt x="22381" y="3952938"/>
                </a:lnTo>
                <a:lnTo>
                  <a:pt x="29066" y="3866092"/>
                </a:lnTo>
                <a:lnTo>
                  <a:pt x="30551" y="3779247"/>
                </a:lnTo>
                <a:lnTo>
                  <a:pt x="22729" y="3692401"/>
                </a:lnTo>
                <a:lnTo>
                  <a:pt x="17308" y="3605556"/>
                </a:lnTo>
                <a:lnTo>
                  <a:pt x="23291" y="3518710"/>
                </a:lnTo>
                <a:lnTo>
                  <a:pt x="30451" y="3431864"/>
                </a:lnTo>
                <a:lnTo>
                  <a:pt x="14371" y="3345019"/>
                </a:lnTo>
                <a:lnTo>
                  <a:pt x="20700" y="3258173"/>
                </a:lnTo>
                <a:lnTo>
                  <a:pt x="21902" y="3171328"/>
                </a:lnTo>
                <a:lnTo>
                  <a:pt x="1913" y="3084482"/>
                </a:lnTo>
                <a:lnTo>
                  <a:pt x="19900" y="2997637"/>
                </a:lnTo>
                <a:lnTo>
                  <a:pt x="0" y="2910791"/>
                </a:lnTo>
                <a:lnTo>
                  <a:pt x="22033" y="2823945"/>
                </a:lnTo>
                <a:lnTo>
                  <a:pt x="31388" y="2737100"/>
                </a:lnTo>
                <a:lnTo>
                  <a:pt x="37055" y="2650254"/>
                </a:lnTo>
                <a:lnTo>
                  <a:pt x="57542" y="2563409"/>
                </a:lnTo>
                <a:lnTo>
                  <a:pt x="22187" y="2476563"/>
                </a:lnTo>
                <a:lnTo>
                  <a:pt x="31999" y="2389717"/>
                </a:lnTo>
                <a:lnTo>
                  <a:pt x="29374" y="2302872"/>
                </a:lnTo>
                <a:lnTo>
                  <a:pt x="16105" y="2216026"/>
                </a:lnTo>
                <a:lnTo>
                  <a:pt x="4951" y="2129181"/>
                </a:lnTo>
                <a:lnTo>
                  <a:pt x="36033" y="2042335"/>
                </a:lnTo>
                <a:lnTo>
                  <a:pt x="8221" y="1955489"/>
                </a:lnTo>
                <a:lnTo>
                  <a:pt x="1243" y="1868644"/>
                </a:lnTo>
                <a:lnTo>
                  <a:pt x="36040" y="1781798"/>
                </a:lnTo>
                <a:lnTo>
                  <a:pt x="15726" y="1694953"/>
                </a:lnTo>
                <a:lnTo>
                  <a:pt x="33412" y="1608107"/>
                </a:lnTo>
                <a:lnTo>
                  <a:pt x="41876" y="1521262"/>
                </a:lnTo>
                <a:lnTo>
                  <a:pt x="29603" y="1434416"/>
                </a:lnTo>
                <a:lnTo>
                  <a:pt x="58526" y="1347570"/>
                </a:lnTo>
                <a:lnTo>
                  <a:pt x="42979" y="1260725"/>
                </a:lnTo>
                <a:lnTo>
                  <a:pt x="53490" y="1173879"/>
                </a:lnTo>
                <a:lnTo>
                  <a:pt x="73796" y="1087034"/>
                </a:lnTo>
                <a:lnTo>
                  <a:pt x="56505" y="1000188"/>
                </a:lnTo>
                <a:lnTo>
                  <a:pt x="80231" y="913342"/>
                </a:lnTo>
                <a:lnTo>
                  <a:pt x="64691" y="826497"/>
                </a:lnTo>
                <a:lnTo>
                  <a:pt x="64411" y="739651"/>
                </a:lnTo>
                <a:lnTo>
                  <a:pt x="72072" y="652806"/>
                </a:lnTo>
                <a:lnTo>
                  <a:pt x="76830" y="565960"/>
                </a:lnTo>
                <a:lnTo>
                  <a:pt x="58033" y="479114"/>
                </a:lnTo>
                <a:lnTo>
                  <a:pt x="71795" y="392269"/>
                </a:lnTo>
                <a:lnTo>
                  <a:pt x="80697" y="305423"/>
                </a:lnTo>
                <a:lnTo>
                  <a:pt x="55309" y="218578"/>
                </a:lnTo>
                <a:lnTo>
                  <a:pt x="49752" y="131732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1576000">
            <a:off x="1373405" y="87021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05 · 정책적 시사점</a:t>
            </a:r>
          </a:p>
        </p:txBody>
      </p:sp>
      <p:sp>
        <p:nvSpPr>
          <p:cNvPr id="6" name="TextBox 5"/>
          <p:cNvSpPr txBox="1"/>
          <p:nvPr/>
        </p:nvSpPr>
        <p:spPr>
          <a:xfrm rot="21576000">
            <a:off x="1376446" y="1093480"/>
            <a:ext cx="72390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7"/>
              </a:lnSpc>
            </a:pPr>
            <a:r>
              <a:rPr sz="3450" b="1">
                <a:solidFill>
                  <a:srgbClr val="5C2E14"/>
                </a:solidFill>
                <a:latin typeface="Arial Black"/>
                <a:ea typeface="맑은 고딕"/>
              </a:rPr>
              <a:t>지역이 준비할 </a:t>
            </a:r>
            <a:r>
              <a:rPr sz="3104" b="1">
                <a:solidFill>
                  <a:srgbClr val="7A4A2A"/>
                </a:solidFill>
                <a:latin typeface="Arial"/>
                <a:ea typeface="맑은 고딕"/>
              </a:rPr>
              <a:t>세</a:t>
            </a:r>
            <a:r>
              <a:rPr sz="3450" b="1">
                <a:solidFill>
                  <a:srgbClr val="5C2E14"/>
                </a:solidFill>
                <a:latin typeface="Arial Black"/>
                <a:ea typeface="맑은 고딕"/>
              </a:rPr>
              <a:t> 가지 과제</a:t>
            </a:r>
          </a:p>
        </p:txBody>
      </p:sp>
      <p:sp>
        <p:nvSpPr>
          <p:cNvPr id="7" name="TextBox 6"/>
          <p:cNvSpPr txBox="1"/>
          <p:nvPr/>
        </p:nvSpPr>
        <p:spPr>
          <a:xfrm rot="21576000">
            <a:off x="7511641" y="1445483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‘연결되는 위험 · 기회’는 발표자 정리</a:t>
            </a:r>
          </a:p>
        </p:txBody>
      </p:sp>
      <p:sp>
        <p:nvSpPr>
          <p:cNvPr id="8" name="Rectangle 7"/>
          <p:cNvSpPr/>
          <p:nvPr/>
        </p:nvSpPr>
        <p:spPr>
          <a:xfrm rot="21576000">
            <a:off x="1381606" y="1905031"/>
            <a:ext cx="9410700" cy="457200"/>
          </a:xfrm>
          <a:prstGeom prst="rect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1576000">
            <a:off x="1553144" y="1930233"/>
            <a:ext cx="184785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03"/>
              </a:lnSpc>
            </a:pPr>
            <a:r>
              <a:rPr sz="1275" b="1">
                <a:solidFill>
                  <a:srgbClr val="F3EBDD"/>
                </a:solidFill>
                <a:latin typeface="Arial"/>
                <a:ea typeface="맑은 고딕"/>
              </a:rPr>
              <a:t>정책 과제</a:t>
            </a:r>
          </a:p>
        </p:txBody>
      </p:sp>
      <p:sp>
        <p:nvSpPr>
          <p:cNvPr id="10" name="TextBox 9"/>
          <p:cNvSpPr txBox="1"/>
          <p:nvPr/>
        </p:nvSpPr>
        <p:spPr>
          <a:xfrm rot="21576000">
            <a:off x="3743821" y="1909287"/>
            <a:ext cx="34671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03"/>
              </a:lnSpc>
            </a:pPr>
            <a:r>
              <a:rPr sz="1275" b="1">
                <a:solidFill>
                  <a:srgbClr val="F3EBDD"/>
                </a:solidFill>
                <a:latin typeface="Arial"/>
                <a:ea typeface="맑은 고딕"/>
              </a:rPr>
              <a:t>추진 방향</a:t>
            </a:r>
          </a:p>
        </p:txBody>
      </p:sp>
      <p:sp>
        <p:nvSpPr>
          <p:cNvPr id="11" name="TextBox 10"/>
          <p:cNvSpPr txBox="1"/>
          <p:nvPr/>
        </p:nvSpPr>
        <p:spPr>
          <a:xfrm rot="21576000">
            <a:off x="7553733" y="1884085"/>
            <a:ext cx="306705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03"/>
              </a:lnSpc>
            </a:pPr>
            <a:r>
              <a:rPr sz="1275" b="1">
                <a:solidFill>
                  <a:srgbClr val="F3EBDD"/>
                </a:solidFill>
                <a:latin typeface="Arial"/>
                <a:ea typeface="맑은 고딕"/>
              </a:rPr>
              <a:t>연결되는 위험 · 기회</a:t>
            </a:r>
          </a:p>
        </p:txBody>
      </p:sp>
      <p:sp>
        <p:nvSpPr>
          <p:cNvPr id="12" name="Oval 11"/>
          <p:cNvSpPr/>
          <p:nvPr/>
        </p:nvSpPr>
        <p:spPr>
          <a:xfrm rot="21576000">
            <a:off x="1559080" y="2821158"/>
            <a:ext cx="381000" cy="38100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72"/>
              </a:lnSpc>
            </a:pPr>
            <a:r>
              <a:rPr sz="1200" b="1">
                <a:solidFill>
                  <a:srgbClr val="F3EBDD"/>
                </a:solidFill>
                <a:latin typeface="Arial Black"/>
                <a:ea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 rot="21576000">
            <a:off x="2073405" y="2385285"/>
            <a:ext cx="1428750" cy="1238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지역 서비스업</a:t>
            </a:r>
          </a:p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전문화</a:t>
            </a:r>
          </a:p>
        </p:txBody>
      </p:sp>
      <p:sp>
        <p:nvSpPr>
          <p:cNvPr id="14" name="TextBox 13"/>
          <p:cNvSpPr txBox="1"/>
          <p:nvPr/>
        </p:nvSpPr>
        <p:spPr>
          <a:xfrm rot="21576000">
            <a:off x="3749739" y="2366466"/>
            <a:ext cx="3467100" cy="1238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76"/>
              </a:lnSpc>
            </a:pPr>
            <a:r>
              <a:rPr sz="1275" b="1">
                <a:solidFill>
                  <a:srgbClr val="3B2414"/>
                </a:solidFill>
                <a:latin typeface="Arial"/>
                <a:ea typeface="맑은 고딕"/>
              </a:rPr>
              <a:t>AI 교육시스템 강화</a:t>
            </a:r>
            <a:r>
              <a:rPr sz="1275" b="0">
                <a:solidFill>
                  <a:srgbClr val="3B2414"/>
                </a:solidFill>
                <a:latin typeface="Arial"/>
                <a:ea typeface="맑은 고딕"/>
              </a:rPr>
              <a:t>와 혁신성장 지원으로 지역 서비스업의 전문성을 높입니다.</a:t>
            </a:r>
          </a:p>
        </p:txBody>
      </p:sp>
      <p:sp>
        <p:nvSpPr>
          <p:cNvPr id="15" name="TextBox 14"/>
          <p:cNvSpPr txBox="1"/>
          <p:nvPr/>
        </p:nvSpPr>
        <p:spPr>
          <a:xfrm rot="21576000">
            <a:off x="7559651" y="2341264"/>
            <a:ext cx="3067050" cy="1238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  <a:spcAft>
                <a:spcPts val="450"/>
              </a:spcAft>
            </a:pPr>
            <a:r>
              <a:rPr sz="1200" b="0">
                <a:solidFill>
                  <a:srgbClr val="5C2E14"/>
                </a:solidFill>
                <a:latin typeface="Arial"/>
                <a:ea typeface="맑은 고딕"/>
              </a:rPr>
              <a:t>기회 ② 서비스업 생산성 개선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5C2E14"/>
                </a:solidFill>
                <a:latin typeface="Arial"/>
                <a:ea typeface="맑은 고딕"/>
              </a:rPr>
              <a:t>위험 ③ AI 준비도 격차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391961" y="3567596"/>
            <a:ext cx="9410471" cy="65699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 rot="21576000">
            <a:off x="1396169" y="3600430"/>
            <a:ext cx="9410700" cy="1238250"/>
          </a:xfrm>
          <a:prstGeom prst="rect">
            <a:avLst/>
          </a:prstGeom>
          <a:solidFill>
            <a:srgbClr val="E1D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21576000">
            <a:off x="1567725" y="4059378"/>
            <a:ext cx="381000" cy="38100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72"/>
              </a:lnSpc>
            </a:pPr>
            <a:r>
              <a:rPr sz="1200" b="1">
                <a:solidFill>
                  <a:srgbClr val="F3EBDD"/>
                </a:solidFill>
                <a:latin typeface="Arial Black"/>
                <a:ea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 rot="21576000">
            <a:off x="2082049" y="3623505"/>
            <a:ext cx="1428750" cy="1238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제조업의</a:t>
            </a:r>
          </a:p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지식서비스화</a:t>
            </a:r>
          </a:p>
        </p:txBody>
      </p:sp>
      <p:sp>
        <p:nvSpPr>
          <p:cNvPr id="20" name="TextBox 19"/>
          <p:cNvSpPr txBox="1"/>
          <p:nvPr/>
        </p:nvSpPr>
        <p:spPr>
          <a:xfrm rot="21576000">
            <a:off x="3758384" y="3604686"/>
            <a:ext cx="3467100" cy="1238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76"/>
              </a:lnSpc>
            </a:pPr>
            <a:r>
              <a:rPr sz="1275" b="1">
                <a:solidFill>
                  <a:srgbClr val="3B2414"/>
                </a:solidFill>
                <a:latin typeface="Arial"/>
                <a:ea typeface="맑은 고딕"/>
              </a:rPr>
              <a:t>주력 제조업과 연계한 서비스 특화</a:t>
            </a:r>
            <a:r>
              <a:rPr sz="1275" b="0">
                <a:solidFill>
                  <a:srgbClr val="3B2414"/>
                </a:solidFill>
                <a:latin typeface="Arial"/>
                <a:ea typeface="맑은 고딕"/>
              </a:rPr>
              <a:t>와 스타트업 육성을 추진합니다.</a:t>
            </a:r>
          </a:p>
        </p:txBody>
      </p:sp>
      <p:sp>
        <p:nvSpPr>
          <p:cNvPr id="21" name="TextBox 20"/>
          <p:cNvSpPr txBox="1"/>
          <p:nvPr/>
        </p:nvSpPr>
        <p:spPr>
          <a:xfrm rot="21576000">
            <a:off x="7568296" y="3579484"/>
            <a:ext cx="3067050" cy="1238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  <a:spcAft>
                <a:spcPts val="450"/>
              </a:spcAft>
            </a:pPr>
            <a:r>
              <a:rPr sz="1200" b="0">
                <a:solidFill>
                  <a:srgbClr val="5C2E14"/>
                </a:solidFill>
                <a:latin typeface="Arial"/>
                <a:ea typeface="맑은 고딕"/>
              </a:rPr>
              <a:t>위험 ② 피지컬AI발 고용 감소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5C2E14"/>
                </a:solidFill>
                <a:latin typeface="Arial"/>
                <a:ea typeface="맑은 고딕"/>
              </a:rPr>
              <a:t>기회 ① 산업현장 중심 R&amp;D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400606" y="4805816"/>
            <a:ext cx="9410470" cy="65698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 rot="21576000">
            <a:off x="1576369" y="5297597"/>
            <a:ext cx="381000" cy="38100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72"/>
              </a:lnSpc>
            </a:pPr>
            <a:r>
              <a:rPr sz="1200" b="1">
                <a:solidFill>
                  <a:srgbClr val="F3EBDD"/>
                </a:solidFill>
                <a:latin typeface="Arial Black"/>
                <a:ea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 rot="21576000">
            <a:off x="2090694" y="4861724"/>
            <a:ext cx="1428750" cy="1238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거점대학의</a:t>
            </a:r>
          </a:p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AI 허브화</a:t>
            </a:r>
          </a:p>
        </p:txBody>
      </p:sp>
      <p:sp>
        <p:nvSpPr>
          <p:cNvPr id="25" name="TextBox 24"/>
          <p:cNvSpPr txBox="1"/>
          <p:nvPr/>
        </p:nvSpPr>
        <p:spPr>
          <a:xfrm rot="21576000">
            <a:off x="3767028" y="4842906"/>
            <a:ext cx="3467100" cy="1238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76"/>
              </a:lnSpc>
            </a:pPr>
            <a:r>
              <a:rPr sz="1275" b="1">
                <a:solidFill>
                  <a:srgbClr val="3B2414"/>
                </a:solidFill>
                <a:latin typeface="Arial"/>
                <a:ea typeface="맑은 고딕"/>
              </a:rPr>
              <a:t>선택과 집중</a:t>
            </a:r>
            <a:r>
              <a:rPr sz="1275" b="0">
                <a:solidFill>
                  <a:srgbClr val="3B2414"/>
                </a:solidFill>
                <a:latin typeface="Arial"/>
                <a:ea typeface="맑은 고딕"/>
              </a:rPr>
              <a:t>에 기초해 지역 거점대학에 대한 투자를 확대합니다.</a:t>
            </a:r>
          </a:p>
        </p:txBody>
      </p:sp>
      <p:sp>
        <p:nvSpPr>
          <p:cNvPr id="26" name="TextBox 25"/>
          <p:cNvSpPr txBox="1"/>
          <p:nvPr/>
        </p:nvSpPr>
        <p:spPr>
          <a:xfrm rot="21576000">
            <a:off x="7576940" y="4817704"/>
            <a:ext cx="3067050" cy="1238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  <a:spcAft>
                <a:spcPts val="450"/>
              </a:spcAft>
            </a:pPr>
            <a:r>
              <a:rPr sz="1200" b="0">
                <a:solidFill>
                  <a:srgbClr val="5C2E14"/>
                </a:solidFill>
                <a:latin typeface="Arial"/>
                <a:ea typeface="맑은 고딕"/>
              </a:rPr>
              <a:t>위험 ① 인재의 수도권 집적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5C2E14"/>
                </a:solidFill>
                <a:latin typeface="Arial"/>
                <a:ea typeface="맑은 고딕"/>
              </a:rPr>
              <a:t>기회 ③ 청년 유출 완화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409250" y="6044036"/>
            <a:ext cx="9410471" cy="65698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sprig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760000">
            <a:off x="10953750" y="3619500"/>
            <a:ext cx="1714500" cy="3619500"/>
          </a:xfrm>
          <a:prstGeom prst="rect">
            <a:avLst/>
          </a:prstGeom>
        </p:spPr>
      </p:pic>
      <p:pic>
        <p:nvPicPr>
          <p:cNvPr id="29" name="Picture 28" descr="fern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880000">
            <a:off x="95250" y="4191000"/>
            <a:ext cx="85725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240000">
            <a:off x="7505594" y="-501759"/>
            <a:ext cx="5400259" cy="7864251"/>
          </a:xfrm>
          <a:custGeom>
            <a:avLst/>
            <a:gdLst/>
            <a:ahLst/>
            <a:cxnLst/>
            <a:rect l="l" t="t" r="r" b="b"/>
            <a:pathLst>
              <a:path w="5400259" h="7864251">
                <a:moveTo>
                  <a:pt x="19156" y="14008"/>
                </a:moveTo>
                <a:lnTo>
                  <a:pt x="105188" y="54808"/>
                </a:lnTo>
                <a:lnTo>
                  <a:pt x="191220" y="59553"/>
                </a:lnTo>
                <a:lnTo>
                  <a:pt x="277252" y="42475"/>
                </a:lnTo>
                <a:lnTo>
                  <a:pt x="363285" y="16885"/>
                </a:lnTo>
                <a:lnTo>
                  <a:pt x="449317" y="11513"/>
                </a:lnTo>
                <a:lnTo>
                  <a:pt x="535349" y="20466"/>
                </a:lnTo>
                <a:lnTo>
                  <a:pt x="621381" y="0"/>
                </a:lnTo>
                <a:lnTo>
                  <a:pt x="707414" y="18897"/>
                </a:lnTo>
                <a:lnTo>
                  <a:pt x="793446" y="6943"/>
                </a:lnTo>
                <a:lnTo>
                  <a:pt x="879478" y="36547"/>
                </a:lnTo>
                <a:lnTo>
                  <a:pt x="965510" y="24628"/>
                </a:lnTo>
                <a:lnTo>
                  <a:pt x="1051543" y="60061"/>
                </a:lnTo>
                <a:lnTo>
                  <a:pt x="1137575" y="48846"/>
                </a:lnTo>
                <a:lnTo>
                  <a:pt x="1223607" y="69233"/>
                </a:lnTo>
                <a:lnTo>
                  <a:pt x="1309639" y="62030"/>
                </a:lnTo>
                <a:lnTo>
                  <a:pt x="1395672" y="57315"/>
                </a:lnTo>
                <a:lnTo>
                  <a:pt x="1481704" y="52711"/>
                </a:lnTo>
                <a:lnTo>
                  <a:pt x="1567736" y="67657"/>
                </a:lnTo>
                <a:lnTo>
                  <a:pt x="1653768" y="64406"/>
                </a:lnTo>
                <a:lnTo>
                  <a:pt x="1739801" y="58689"/>
                </a:lnTo>
                <a:lnTo>
                  <a:pt x="1825833" y="38277"/>
                </a:lnTo>
                <a:lnTo>
                  <a:pt x="1911865" y="21174"/>
                </a:lnTo>
                <a:lnTo>
                  <a:pt x="1997897" y="33136"/>
                </a:lnTo>
                <a:lnTo>
                  <a:pt x="2083930" y="4623"/>
                </a:lnTo>
                <a:lnTo>
                  <a:pt x="2169962" y="7161"/>
                </a:lnTo>
                <a:lnTo>
                  <a:pt x="2255994" y="8665"/>
                </a:lnTo>
                <a:lnTo>
                  <a:pt x="2342026" y="30042"/>
                </a:lnTo>
                <a:lnTo>
                  <a:pt x="2428059" y="29094"/>
                </a:lnTo>
                <a:lnTo>
                  <a:pt x="2514091" y="18548"/>
                </a:lnTo>
                <a:lnTo>
                  <a:pt x="2600123" y="17047"/>
                </a:lnTo>
                <a:lnTo>
                  <a:pt x="2686156" y="55230"/>
                </a:lnTo>
                <a:lnTo>
                  <a:pt x="2772188" y="42826"/>
                </a:lnTo>
                <a:lnTo>
                  <a:pt x="2858220" y="41637"/>
                </a:lnTo>
                <a:lnTo>
                  <a:pt x="2944252" y="36673"/>
                </a:lnTo>
                <a:lnTo>
                  <a:pt x="3030285" y="66106"/>
                </a:lnTo>
                <a:lnTo>
                  <a:pt x="3116317" y="56406"/>
                </a:lnTo>
                <a:lnTo>
                  <a:pt x="3202349" y="65216"/>
                </a:lnTo>
                <a:lnTo>
                  <a:pt x="3288381" y="47405"/>
                </a:lnTo>
                <a:lnTo>
                  <a:pt x="3374414" y="46073"/>
                </a:lnTo>
                <a:lnTo>
                  <a:pt x="3460446" y="54198"/>
                </a:lnTo>
                <a:lnTo>
                  <a:pt x="3546478" y="52055"/>
                </a:lnTo>
                <a:lnTo>
                  <a:pt x="3632510" y="40914"/>
                </a:lnTo>
                <a:lnTo>
                  <a:pt x="3718543" y="23989"/>
                </a:lnTo>
                <a:lnTo>
                  <a:pt x="3804575" y="25366"/>
                </a:lnTo>
                <a:lnTo>
                  <a:pt x="3890607" y="19166"/>
                </a:lnTo>
                <a:lnTo>
                  <a:pt x="3976639" y="2343"/>
                </a:lnTo>
                <a:lnTo>
                  <a:pt x="4062672" y="20003"/>
                </a:lnTo>
                <a:lnTo>
                  <a:pt x="4148704" y="10252"/>
                </a:lnTo>
                <a:lnTo>
                  <a:pt x="4234736" y="41191"/>
                </a:lnTo>
                <a:lnTo>
                  <a:pt x="4320768" y="39283"/>
                </a:lnTo>
                <a:lnTo>
                  <a:pt x="4406801" y="7944"/>
                </a:lnTo>
                <a:lnTo>
                  <a:pt x="4492833" y="25042"/>
                </a:lnTo>
                <a:lnTo>
                  <a:pt x="4578865" y="11803"/>
                </a:lnTo>
                <a:lnTo>
                  <a:pt x="4664897" y="26301"/>
                </a:lnTo>
                <a:lnTo>
                  <a:pt x="4750930" y="36220"/>
                </a:lnTo>
                <a:lnTo>
                  <a:pt x="4836962" y="26303"/>
                </a:lnTo>
                <a:lnTo>
                  <a:pt x="4922994" y="28123"/>
                </a:lnTo>
                <a:lnTo>
                  <a:pt x="5009026" y="1144"/>
                </a:lnTo>
                <a:lnTo>
                  <a:pt x="5095059" y="28149"/>
                </a:lnTo>
                <a:lnTo>
                  <a:pt x="5181091" y="9217"/>
                </a:lnTo>
                <a:lnTo>
                  <a:pt x="5267123" y="18924"/>
                </a:lnTo>
                <a:lnTo>
                  <a:pt x="5334812" y="25509"/>
                </a:lnTo>
                <a:lnTo>
                  <a:pt x="5350027" y="111339"/>
                </a:lnTo>
                <a:lnTo>
                  <a:pt x="5351210" y="197169"/>
                </a:lnTo>
                <a:lnTo>
                  <a:pt x="5385488" y="282999"/>
                </a:lnTo>
                <a:lnTo>
                  <a:pt x="5348549" y="368828"/>
                </a:lnTo>
                <a:lnTo>
                  <a:pt x="5386253" y="454658"/>
                </a:lnTo>
                <a:lnTo>
                  <a:pt x="5397284" y="540487"/>
                </a:lnTo>
                <a:lnTo>
                  <a:pt x="5379927" y="626316"/>
                </a:lnTo>
                <a:lnTo>
                  <a:pt x="5376102" y="712146"/>
                </a:lnTo>
                <a:lnTo>
                  <a:pt x="5370691" y="797976"/>
                </a:lnTo>
                <a:lnTo>
                  <a:pt x="5378931" y="883805"/>
                </a:lnTo>
                <a:lnTo>
                  <a:pt x="5355867" y="969635"/>
                </a:lnTo>
                <a:lnTo>
                  <a:pt x="5371988" y="1055465"/>
                </a:lnTo>
                <a:lnTo>
                  <a:pt x="5369733" y="1141294"/>
                </a:lnTo>
                <a:lnTo>
                  <a:pt x="5368634" y="1227124"/>
                </a:lnTo>
                <a:lnTo>
                  <a:pt x="5394687" y="1312954"/>
                </a:lnTo>
                <a:lnTo>
                  <a:pt x="5389953" y="1398783"/>
                </a:lnTo>
                <a:lnTo>
                  <a:pt x="5385436" y="1484613"/>
                </a:lnTo>
                <a:lnTo>
                  <a:pt x="5385948" y="1570443"/>
                </a:lnTo>
                <a:lnTo>
                  <a:pt x="5356223" y="1656272"/>
                </a:lnTo>
                <a:lnTo>
                  <a:pt x="5364323" y="1742102"/>
                </a:lnTo>
                <a:lnTo>
                  <a:pt x="5382083" y="1827932"/>
                </a:lnTo>
                <a:lnTo>
                  <a:pt x="5384577" y="1913761"/>
                </a:lnTo>
                <a:lnTo>
                  <a:pt x="5355787" y="1999591"/>
                </a:lnTo>
                <a:lnTo>
                  <a:pt x="5370772" y="2085421"/>
                </a:lnTo>
                <a:lnTo>
                  <a:pt x="5379345" y="2171250"/>
                </a:lnTo>
                <a:lnTo>
                  <a:pt x="5371534" y="2257080"/>
                </a:lnTo>
                <a:lnTo>
                  <a:pt x="5376530" y="2342910"/>
                </a:lnTo>
                <a:lnTo>
                  <a:pt x="5386878" y="2428739"/>
                </a:lnTo>
                <a:lnTo>
                  <a:pt x="5400259" y="2514569"/>
                </a:lnTo>
                <a:lnTo>
                  <a:pt x="5375949" y="2600399"/>
                </a:lnTo>
                <a:lnTo>
                  <a:pt x="5375685" y="2686228"/>
                </a:lnTo>
                <a:lnTo>
                  <a:pt x="5396708" y="2772058"/>
                </a:lnTo>
                <a:lnTo>
                  <a:pt x="5363530" y="2857888"/>
                </a:lnTo>
                <a:lnTo>
                  <a:pt x="5396599" y="2943717"/>
                </a:lnTo>
                <a:lnTo>
                  <a:pt x="5381224" y="3029547"/>
                </a:lnTo>
                <a:lnTo>
                  <a:pt x="5365301" y="3115377"/>
                </a:lnTo>
                <a:lnTo>
                  <a:pt x="5368075" y="3201206"/>
                </a:lnTo>
                <a:lnTo>
                  <a:pt x="5367887" y="3287036"/>
                </a:lnTo>
                <a:lnTo>
                  <a:pt x="5356084" y="3372866"/>
                </a:lnTo>
                <a:lnTo>
                  <a:pt x="5370665" y="3458695"/>
                </a:lnTo>
                <a:lnTo>
                  <a:pt x="5367759" y="3544525"/>
                </a:lnTo>
                <a:lnTo>
                  <a:pt x="5364314" y="3630355"/>
                </a:lnTo>
                <a:lnTo>
                  <a:pt x="5367761" y="3716184"/>
                </a:lnTo>
                <a:lnTo>
                  <a:pt x="5372181" y="3802014"/>
                </a:lnTo>
                <a:lnTo>
                  <a:pt x="5384326" y="3887844"/>
                </a:lnTo>
                <a:lnTo>
                  <a:pt x="5371757" y="3973673"/>
                </a:lnTo>
                <a:lnTo>
                  <a:pt x="5355390" y="4059503"/>
                </a:lnTo>
                <a:lnTo>
                  <a:pt x="5369864" y="4145333"/>
                </a:lnTo>
                <a:lnTo>
                  <a:pt x="5361707" y="4231162"/>
                </a:lnTo>
                <a:lnTo>
                  <a:pt x="5363151" y="4316992"/>
                </a:lnTo>
                <a:lnTo>
                  <a:pt x="5332984" y="4402822"/>
                </a:lnTo>
                <a:lnTo>
                  <a:pt x="5309473" y="4488651"/>
                </a:lnTo>
                <a:lnTo>
                  <a:pt x="5334957" y="4574481"/>
                </a:lnTo>
                <a:lnTo>
                  <a:pt x="5322134" y="4660311"/>
                </a:lnTo>
                <a:lnTo>
                  <a:pt x="5322203" y="4746140"/>
                </a:lnTo>
                <a:lnTo>
                  <a:pt x="5357230" y="4831970"/>
                </a:lnTo>
                <a:lnTo>
                  <a:pt x="5351482" y="4917800"/>
                </a:lnTo>
                <a:lnTo>
                  <a:pt x="5368813" y="5003629"/>
                </a:lnTo>
                <a:lnTo>
                  <a:pt x="5370733" y="5089459"/>
                </a:lnTo>
                <a:lnTo>
                  <a:pt x="5360390" y="5175289"/>
                </a:lnTo>
                <a:lnTo>
                  <a:pt x="5380193" y="5261118"/>
                </a:lnTo>
                <a:lnTo>
                  <a:pt x="5368375" y="5346948"/>
                </a:lnTo>
                <a:lnTo>
                  <a:pt x="5385485" y="5432778"/>
                </a:lnTo>
                <a:lnTo>
                  <a:pt x="5370437" y="5518607"/>
                </a:lnTo>
                <a:lnTo>
                  <a:pt x="5356673" y="5604437"/>
                </a:lnTo>
                <a:lnTo>
                  <a:pt x="5366354" y="5690267"/>
                </a:lnTo>
                <a:lnTo>
                  <a:pt x="5377718" y="5776096"/>
                </a:lnTo>
                <a:lnTo>
                  <a:pt x="5391758" y="5861926"/>
                </a:lnTo>
                <a:lnTo>
                  <a:pt x="5366873" y="5947756"/>
                </a:lnTo>
                <a:lnTo>
                  <a:pt x="5377738" y="6033585"/>
                </a:lnTo>
                <a:lnTo>
                  <a:pt x="5372464" y="6119415"/>
                </a:lnTo>
                <a:lnTo>
                  <a:pt x="5394138" y="6205245"/>
                </a:lnTo>
                <a:lnTo>
                  <a:pt x="5391708" y="6291074"/>
                </a:lnTo>
                <a:lnTo>
                  <a:pt x="5396388" y="6376904"/>
                </a:lnTo>
                <a:lnTo>
                  <a:pt x="5363117" y="6462734"/>
                </a:lnTo>
                <a:lnTo>
                  <a:pt x="5364843" y="6548563"/>
                </a:lnTo>
                <a:lnTo>
                  <a:pt x="5347069" y="6634393"/>
                </a:lnTo>
                <a:lnTo>
                  <a:pt x="5352000" y="6720223"/>
                </a:lnTo>
                <a:lnTo>
                  <a:pt x="5363091" y="6806052"/>
                </a:lnTo>
                <a:lnTo>
                  <a:pt x="5346462" y="6891882"/>
                </a:lnTo>
                <a:lnTo>
                  <a:pt x="5352813" y="6977712"/>
                </a:lnTo>
                <a:lnTo>
                  <a:pt x="5354378" y="7063541"/>
                </a:lnTo>
                <a:lnTo>
                  <a:pt x="5378948" y="7149371"/>
                </a:lnTo>
                <a:lnTo>
                  <a:pt x="5338665" y="7235201"/>
                </a:lnTo>
                <a:lnTo>
                  <a:pt x="5352615" y="7321030"/>
                </a:lnTo>
                <a:lnTo>
                  <a:pt x="5316324" y="7406860"/>
                </a:lnTo>
                <a:lnTo>
                  <a:pt x="5324939" y="7492690"/>
                </a:lnTo>
                <a:lnTo>
                  <a:pt x="5328641" y="7578519"/>
                </a:lnTo>
                <a:lnTo>
                  <a:pt x="5314247" y="7664349"/>
                </a:lnTo>
                <a:lnTo>
                  <a:pt x="5350036" y="7750179"/>
                </a:lnTo>
                <a:lnTo>
                  <a:pt x="5353156" y="7851057"/>
                </a:lnTo>
                <a:lnTo>
                  <a:pt x="5267123" y="7836365"/>
                </a:lnTo>
                <a:lnTo>
                  <a:pt x="5181091" y="7822045"/>
                </a:lnTo>
                <a:lnTo>
                  <a:pt x="5095059" y="7799858"/>
                </a:lnTo>
                <a:lnTo>
                  <a:pt x="5009026" y="7820616"/>
                </a:lnTo>
                <a:lnTo>
                  <a:pt x="4922994" y="7806980"/>
                </a:lnTo>
                <a:lnTo>
                  <a:pt x="4836962" y="7846514"/>
                </a:lnTo>
                <a:lnTo>
                  <a:pt x="4750930" y="7822517"/>
                </a:lnTo>
                <a:lnTo>
                  <a:pt x="4664897" y="7812004"/>
                </a:lnTo>
                <a:lnTo>
                  <a:pt x="4578865" y="7822127"/>
                </a:lnTo>
                <a:lnTo>
                  <a:pt x="4492833" y="7852867"/>
                </a:lnTo>
                <a:lnTo>
                  <a:pt x="4406801" y="7859922"/>
                </a:lnTo>
                <a:lnTo>
                  <a:pt x="4320768" y="7817580"/>
                </a:lnTo>
                <a:lnTo>
                  <a:pt x="4234736" y="7832269"/>
                </a:lnTo>
                <a:lnTo>
                  <a:pt x="4148704" y="7823933"/>
                </a:lnTo>
                <a:lnTo>
                  <a:pt x="4062672" y="7824344"/>
                </a:lnTo>
                <a:lnTo>
                  <a:pt x="3976639" y="7817588"/>
                </a:lnTo>
                <a:lnTo>
                  <a:pt x="3890607" y="7836310"/>
                </a:lnTo>
                <a:lnTo>
                  <a:pt x="3804575" y="7825762"/>
                </a:lnTo>
                <a:lnTo>
                  <a:pt x="3718543" y="7826423"/>
                </a:lnTo>
                <a:lnTo>
                  <a:pt x="3632510" y="7819034"/>
                </a:lnTo>
                <a:lnTo>
                  <a:pt x="3546478" y="7832881"/>
                </a:lnTo>
                <a:lnTo>
                  <a:pt x="3460446" y="7848090"/>
                </a:lnTo>
                <a:lnTo>
                  <a:pt x="3374414" y="7839146"/>
                </a:lnTo>
                <a:lnTo>
                  <a:pt x="3288381" y="7848417"/>
                </a:lnTo>
                <a:lnTo>
                  <a:pt x="3202349" y="7828384"/>
                </a:lnTo>
                <a:lnTo>
                  <a:pt x="3116317" y="7841692"/>
                </a:lnTo>
                <a:lnTo>
                  <a:pt x="3030285" y="7851315"/>
                </a:lnTo>
                <a:lnTo>
                  <a:pt x="2944252" y="7831496"/>
                </a:lnTo>
                <a:lnTo>
                  <a:pt x="2858220" y="7838503"/>
                </a:lnTo>
                <a:lnTo>
                  <a:pt x="2772188" y="7833732"/>
                </a:lnTo>
                <a:lnTo>
                  <a:pt x="2686156" y="7856811"/>
                </a:lnTo>
                <a:lnTo>
                  <a:pt x="2600123" y="7840014"/>
                </a:lnTo>
                <a:lnTo>
                  <a:pt x="2514091" y="7840452"/>
                </a:lnTo>
                <a:lnTo>
                  <a:pt x="2428059" y="7836172"/>
                </a:lnTo>
                <a:lnTo>
                  <a:pt x="2342026" y="7824279"/>
                </a:lnTo>
                <a:lnTo>
                  <a:pt x="2255994" y="7820891"/>
                </a:lnTo>
                <a:lnTo>
                  <a:pt x="2169962" y="7851436"/>
                </a:lnTo>
                <a:lnTo>
                  <a:pt x="2083930" y="7839125"/>
                </a:lnTo>
                <a:lnTo>
                  <a:pt x="1997897" y="7850576"/>
                </a:lnTo>
                <a:lnTo>
                  <a:pt x="1911865" y="7855943"/>
                </a:lnTo>
                <a:lnTo>
                  <a:pt x="1825833" y="7849706"/>
                </a:lnTo>
                <a:lnTo>
                  <a:pt x="1739801" y="7820887"/>
                </a:lnTo>
                <a:lnTo>
                  <a:pt x="1653768" y="7837071"/>
                </a:lnTo>
                <a:lnTo>
                  <a:pt x="1567736" y="7855455"/>
                </a:lnTo>
                <a:lnTo>
                  <a:pt x="1481704" y="7843525"/>
                </a:lnTo>
                <a:lnTo>
                  <a:pt x="1395672" y="7827743"/>
                </a:lnTo>
                <a:lnTo>
                  <a:pt x="1309639" y="7811831"/>
                </a:lnTo>
                <a:lnTo>
                  <a:pt x="1223607" y="7838919"/>
                </a:lnTo>
                <a:lnTo>
                  <a:pt x="1137575" y="7851554"/>
                </a:lnTo>
                <a:lnTo>
                  <a:pt x="1051543" y="7864251"/>
                </a:lnTo>
                <a:lnTo>
                  <a:pt x="965510" y="7842802"/>
                </a:lnTo>
                <a:lnTo>
                  <a:pt x="879478" y="7825092"/>
                </a:lnTo>
                <a:lnTo>
                  <a:pt x="793446" y="7838967"/>
                </a:lnTo>
                <a:lnTo>
                  <a:pt x="707414" y="7799879"/>
                </a:lnTo>
                <a:lnTo>
                  <a:pt x="621381" y="7816122"/>
                </a:lnTo>
                <a:lnTo>
                  <a:pt x="535349" y="7788358"/>
                </a:lnTo>
                <a:lnTo>
                  <a:pt x="449317" y="7821943"/>
                </a:lnTo>
                <a:lnTo>
                  <a:pt x="363285" y="7798282"/>
                </a:lnTo>
                <a:lnTo>
                  <a:pt x="277252" y="7810434"/>
                </a:lnTo>
                <a:lnTo>
                  <a:pt x="191220" y="7801440"/>
                </a:lnTo>
                <a:lnTo>
                  <a:pt x="105188" y="7817078"/>
                </a:lnTo>
                <a:lnTo>
                  <a:pt x="31434" y="7836009"/>
                </a:lnTo>
                <a:lnTo>
                  <a:pt x="46096" y="7750179"/>
                </a:lnTo>
                <a:lnTo>
                  <a:pt x="55819" y="7664349"/>
                </a:lnTo>
                <a:lnTo>
                  <a:pt x="54991" y="7578519"/>
                </a:lnTo>
                <a:lnTo>
                  <a:pt x="64181" y="7492690"/>
                </a:lnTo>
                <a:lnTo>
                  <a:pt x="65352" y="7406860"/>
                </a:lnTo>
                <a:lnTo>
                  <a:pt x="42750" y="7321030"/>
                </a:lnTo>
                <a:lnTo>
                  <a:pt x="19823" y="7235201"/>
                </a:lnTo>
                <a:lnTo>
                  <a:pt x="22508" y="7149371"/>
                </a:lnTo>
                <a:lnTo>
                  <a:pt x="32040" y="7063541"/>
                </a:lnTo>
                <a:lnTo>
                  <a:pt x="28367" y="6977712"/>
                </a:lnTo>
                <a:lnTo>
                  <a:pt x="32001" y="6891882"/>
                </a:lnTo>
                <a:lnTo>
                  <a:pt x="37969" y="6806052"/>
                </a:lnTo>
                <a:lnTo>
                  <a:pt x="26146" y="6720223"/>
                </a:lnTo>
                <a:lnTo>
                  <a:pt x="10779" y="6634393"/>
                </a:lnTo>
                <a:lnTo>
                  <a:pt x="13595" y="6548563"/>
                </a:lnTo>
                <a:lnTo>
                  <a:pt x="41070" y="6462734"/>
                </a:lnTo>
                <a:lnTo>
                  <a:pt x="11463" y="6376904"/>
                </a:lnTo>
                <a:lnTo>
                  <a:pt x="37143" y="6291074"/>
                </a:lnTo>
                <a:lnTo>
                  <a:pt x="49630" y="6205245"/>
                </a:lnTo>
                <a:lnTo>
                  <a:pt x="20438" y="6119415"/>
                </a:lnTo>
                <a:lnTo>
                  <a:pt x="40256" y="6033585"/>
                </a:lnTo>
                <a:lnTo>
                  <a:pt x="47674" y="5947756"/>
                </a:lnTo>
                <a:lnTo>
                  <a:pt x="67472" y="5861926"/>
                </a:lnTo>
                <a:lnTo>
                  <a:pt x="30829" y="5776096"/>
                </a:lnTo>
                <a:lnTo>
                  <a:pt x="21625" y="5690267"/>
                </a:lnTo>
                <a:lnTo>
                  <a:pt x="45035" y="5604437"/>
                </a:lnTo>
                <a:lnTo>
                  <a:pt x="21438" y="5518607"/>
                </a:lnTo>
                <a:lnTo>
                  <a:pt x="35345" y="5432778"/>
                </a:lnTo>
                <a:lnTo>
                  <a:pt x="25137" y="5346948"/>
                </a:lnTo>
                <a:lnTo>
                  <a:pt x="7809" y="5261118"/>
                </a:lnTo>
                <a:lnTo>
                  <a:pt x="0" y="5175289"/>
                </a:lnTo>
                <a:lnTo>
                  <a:pt x="4877" y="5089459"/>
                </a:lnTo>
                <a:lnTo>
                  <a:pt x="11616" y="5003629"/>
                </a:lnTo>
                <a:lnTo>
                  <a:pt x="15000" y="4917800"/>
                </a:lnTo>
                <a:lnTo>
                  <a:pt x="37770" y="4831970"/>
                </a:lnTo>
                <a:lnTo>
                  <a:pt x="32646" y="4746140"/>
                </a:lnTo>
                <a:lnTo>
                  <a:pt x="25867" y="4660311"/>
                </a:lnTo>
                <a:lnTo>
                  <a:pt x="32421" y="4574481"/>
                </a:lnTo>
                <a:lnTo>
                  <a:pt x="20426" y="4488651"/>
                </a:lnTo>
                <a:lnTo>
                  <a:pt x="15197" y="4402822"/>
                </a:lnTo>
                <a:lnTo>
                  <a:pt x="43045" y="4316992"/>
                </a:lnTo>
                <a:lnTo>
                  <a:pt x="34128" y="4231162"/>
                </a:lnTo>
                <a:lnTo>
                  <a:pt x="42154" y="4145333"/>
                </a:lnTo>
                <a:lnTo>
                  <a:pt x="44114" y="4059503"/>
                </a:lnTo>
                <a:lnTo>
                  <a:pt x="28297" y="3973673"/>
                </a:lnTo>
                <a:lnTo>
                  <a:pt x="45353" y="3887844"/>
                </a:lnTo>
                <a:lnTo>
                  <a:pt x="28610" y="3802014"/>
                </a:lnTo>
                <a:lnTo>
                  <a:pt x="22019" y="3716184"/>
                </a:lnTo>
                <a:lnTo>
                  <a:pt x="8854" y="3630355"/>
                </a:lnTo>
                <a:lnTo>
                  <a:pt x="14156" y="3544525"/>
                </a:lnTo>
                <a:lnTo>
                  <a:pt x="18298" y="3458695"/>
                </a:lnTo>
                <a:lnTo>
                  <a:pt x="48435" y="3372866"/>
                </a:lnTo>
                <a:lnTo>
                  <a:pt x="21255" y="3287036"/>
                </a:lnTo>
                <a:lnTo>
                  <a:pt x="45735" y="3201206"/>
                </a:lnTo>
                <a:lnTo>
                  <a:pt x="24037" y="3115377"/>
                </a:lnTo>
                <a:lnTo>
                  <a:pt x="36543" y="3029547"/>
                </a:lnTo>
                <a:lnTo>
                  <a:pt x="44635" y="2943717"/>
                </a:lnTo>
                <a:lnTo>
                  <a:pt x="33237" y="2857888"/>
                </a:lnTo>
                <a:lnTo>
                  <a:pt x="46738" y="2772058"/>
                </a:lnTo>
                <a:lnTo>
                  <a:pt x="18943" y="2686228"/>
                </a:lnTo>
                <a:lnTo>
                  <a:pt x="48954" y="2600399"/>
                </a:lnTo>
                <a:lnTo>
                  <a:pt x="32921" y="2514569"/>
                </a:lnTo>
                <a:lnTo>
                  <a:pt x="2453" y="2428739"/>
                </a:lnTo>
                <a:lnTo>
                  <a:pt x="1890" y="2342910"/>
                </a:lnTo>
                <a:lnTo>
                  <a:pt x="23279" y="2257080"/>
                </a:lnTo>
                <a:lnTo>
                  <a:pt x="27648" y="2171250"/>
                </a:lnTo>
                <a:lnTo>
                  <a:pt x="8245" y="2085421"/>
                </a:lnTo>
                <a:lnTo>
                  <a:pt x="47953" y="1999591"/>
                </a:lnTo>
                <a:lnTo>
                  <a:pt x="30280" y="1913761"/>
                </a:lnTo>
                <a:lnTo>
                  <a:pt x="35085" y="1827932"/>
                </a:lnTo>
                <a:lnTo>
                  <a:pt x="53164" y="1742102"/>
                </a:lnTo>
                <a:lnTo>
                  <a:pt x="63852" y="1656272"/>
                </a:lnTo>
                <a:lnTo>
                  <a:pt x="39787" y="1570443"/>
                </a:lnTo>
                <a:lnTo>
                  <a:pt x="40676" y="1484613"/>
                </a:lnTo>
                <a:lnTo>
                  <a:pt x="59438" y="1398783"/>
                </a:lnTo>
                <a:lnTo>
                  <a:pt x="26130" y="1312954"/>
                </a:lnTo>
                <a:lnTo>
                  <a:pt x="37725" y="1227124"/>
                </a:lnTo>
                <a:lnTo>
                  <a:pt x="58836" y="1141294"/>
                </a:lnTo>
                <a:lnTo>
                  <a:pt x="29878" y="1055465"/>
                </a:lnTo>
                <a:lnTo>
                  <a:pt x="26311" y="969635"/>
                </a:lnTo>
                <a:lnTo>
                  <a:pt x="27916" y="883805"/>
                </a:lnTo>
                <a:lnTo>
                  <a:pt x="35804" y="797976"/>
                </a:lnTo>
                <a:lnTo>
                  <a:pt x="8110" y="712146"/>
                </a:lnTo>
                <a:lnTo>
                  <a:pt x="31994" y="626316"/>
                </a:lnTo>
                <a:lnTo>
                  <a:pt x="44097" y="540487"/>
                </a:lnTo>
                <a:lnTo>
                  <a:pt x="30417" y="454658"/>
                </a:lnTo>
                <a:lnTo>
                  <a:pt x="26672" y="368828"/>
                </a:lnTo>
                <a:lnTo>
                  <a:pt x="45533" y="282999"/>
                </a:lnTo>
                <a:lnTo>
                  <a:pt x="33846" y="197169"/>
                </a:lnTo>
                <a:lnTo>
                  <a:pt x="64054" y="111339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 rot="21540000">
            <a:off x="1005002" y="752905"/>
            <a:ext cx="9229072" cy="5351906"/>
          </a:xfrm>
          <a:custGeom>
            <a:avLst/>
            <a:gdLst/>
            <a:ahLst/>
            <a:cxnLst/>
            <a:rect l="l" t="t" r="r" b="b"/>
            <a:pathLst>
              <a:path w="9229072" h="5351906">
                <a:moveTo>
                  <a:pt x="42748" y="56951"/>
                </a:moveTo>
                <a:lnTo>
                  <a:pt x="129012" y="54442"/>
                </a:lnTo>
                <a:lnTo>
                  <a:pt x="215276" y="50792"/>
                </a:lnTo>
                <a:lnTo>
                  <a:pt x="301540" y="61461"/>
                </a:lnTo>
                <a:lnTo>
                  <a:pt x="387804" y="52441"/>
                </a:lnTo>
                <a:lnTo>
                  <a:pt x="474068" y="55637"/>
                </a:lnTo>
                <a:lnTo>
                  <a:pt x="560332" y="48613"/>
                </a:lnTo>
                <a:lnTo>
                  <a:pt x="646597" y="41462"/>
                </a:lnTo>
                <a:lnTo>
                  <a:pt x="732861" y="24952"/>
                </a:lnTo>
                <a:lnTo>
                  <a:pt x="819125" y="26421"/>
                </a:lnTo>
                <a:lnTo>
                  <a:pt x="905389" y="53679"/>
                </a:lnTo>
                <a:lnTo>
                  <a:pt x="991653" y="37935"/>
                </a:lnTo>
                <a:lnTo>
                  <a:pt x="1077917" y="19757"/>
                </a:lnTo>
                <a:lnTo>
                  <a:pt x="1164181" y="29857"/>
                </a:lnTo>
                <a:lnTo>
                  <a:pt x="1250446" y="21400"/>
                </a:lnTo>
                <a:lnTo>
                  <a:pt x="1336710" y="46142"/>
                </a:lnTo>
                <a:lnTo>
                  <a:pt x="1422974" y="40046"/>
                </a:lnTo>
                <a:lnTo>
                  <a:pt x="1509238" y="40455"/>
                </a:lnTo>
                <a:lnTo>
                  <a:pt x="1595502" y="28874"/>
                </a:lnTo>
                <a:lnTo>
                  <a:pt x="1681766" y="28216"/>
                </a:lnTo>
                <a:lnTo>
                  <a:pt x="1768031" y="25477"/>
                </a:lnTo>
                <a:lnTo>
                  <a:pt x="1854295" y="47003"/>
                </a:lnTo>
                <a:lnTo>
                  <a:pt x="1940559" y="59302"/>
                </a:lnTo>
                <a:lnTo>
                  <a:pt x="2026823" y="27934"/>
                </a:lnTo>
                <a:lnTo>
                  <a:pt x="2113087" y="21403"/>
                </a:lnTo>
                <a:lnTo>
                  <a:pt x="2199351" y="55445"/>
                </a:lnTo>
                <a:lnTo>
                  <a:pt x="2285615" y="23903"/>
                </a:lnTo>
                <a:lnTo>
                  <a:pt x="2371880" y="14527"/>
                </a:lnTo>
                <a:lnTo>
                  <a:pt x="2458144" y="19292"/>
                </a:lnTo>
                <a:lnTo>
                  <a:pt x="2544408" y="14763"/>
                </a:lnTo>
                <a:lnTo>
                  <a:pt x="2630672" y="4106"/>
                </a:lnTo>
                <a:lnTo>
                  <a:pt x="2716936" y="22715"/>
                </a:lnTo>
                <a:lnTo>
                  <a:pt x="2803200" y="12094"/>
                </a:lnTo>
                <a:lnTo>
                  <a:pt x="2889464" y="35864"/>
                </a:lnTo>
                <a:lnTo>
                  <a:pt x="2975729" y="34387"/>
                </a:lnTo>
                <a:lnTo>
                  <a:pt x="3061993" y="35008"/>
                </a:lnTo>
                <a:lnTo>
                  <a:pt x="3148257" y="7895"/>
                </a:lnTo>
                <a:lnTo>
                  <a:pt x="3234521" y="45722"/>
                </a:lnTo>
                <a:lnTo>
                  <a:pt x="3320785" y="26388"/>
                </a:lnTo>
                <a:lnTo>
                  <a:pt x="3407049" y="29446"/>
                </a:lnTo>
                <a:lnTo>
                  <a:pt x="3493314" y="21420"/>
                </a:lnTo>
                <a:lnTo>
                  <a:pt x="3579578" y="27190"/>
                </a:lnTo>
                <a:lnTo>
                  <a:pt x="3665842" y="19544"/>
                </a:lnTo>
                <a:lnTo>
                  <a:pt x="3752106" y="40215"/>
                </a:lnTo>
                <a:lnTo>
                  <a:pt x="3838370" y="15058"/>
                </a:lnTo>
                <a:lnTo>
                  <a:pt x="3924634" y="43816"/>
                </a:lnTo>
                <a:lnTo>
                  <a:pt x="4010898" y="15127"/>
                </a:lnTo>
                <a:lnTo>
                  <a:pt x="4097163" y="22695"/>
                </a:lnTo>
                <a:lnTo>
                  <a:pt x="4183427" y="20189"/>
                </a:lnTo>
                <a:lnTo>
                  <a:pt x="4269691" y="17125"/>
                </a:lnTo>
                <a:lnTo>
                  <a:pt x="4355955" y="20172"/>
                </a:lnTo>
                <a:lnTo>
                  <a:pt x="4442219" y="6806"/>
                </a:lnTo>
                <a:lnTo>
                  <a:pt x="4528483" y="48469"/>
                </a:lnTo>
                <a:lnTo>
                  <a:pt x="4614748" y="59589"/>
                </a:lnTo>
                <a:lnTo>
                  <a:pt x="4701012" y="35402"/>
                </a:lnTo>
                <a:lnTo>
                  <a:pt x="4787276" y="34391"/>
                </a:lnTo>
                <a:lnTo>
                  <a:pt x="4873540" y="31935"/>
                </a:lnTo>
                <a:lnTo>
                  <a:pt x="4959804" y="25354"/>
                </a:lnTo>
                <a:lnTo>
                  <a:pt x="5046068" y="24854"/>
                </a:lnTo>
                <a:lnTo>
                  <a:pt x="5132332" y="22192"/>
                </a:lnTo>
                <a:lnTo>
                  <a:pt x="5218597" y="27260"/>
                </a:lnTo>
                <a:lnTo>
                  <a:pt x="5304861" y="33356"/>
                </a:lnTo>
                <a:lnTo>
                  <a:pt x="5391125" y="27221"/>
                </a:lnTo>
                <a:lnTo>
                  <a:pt x="5477389" y="13395"/>
                </a:lnTo>
                <a:lnTo>
                  <a:pt x="5563653" y="16626"/>
                </a:lnTo>
                <a:lnTo>
                  <a:pt x="5649917" y="13259"/>
                </a:lnTo>
                <a:lnTo>
                  <a:pt x="5736181" y="27147"/>
                </a:lnTo>
                <a:lnTo>
                  <a:pt x="5822446" y="36017"/>
                </a:lnTo>
                <a:lnTo>
                  <a:pt x="5908710" y="12202"/>
                </a:lnTo>
                <a:lnTo>
                  <a:pt x="5994974" y="5420"/>
                </a:lnTo>
                <a:lnTo>
                  <a:pt x="6081238" y="22262"/>
                </a:lnTo>
                <a:lnTo>
                  <a:pt x="6167502" y="22097"/>
                </a:lnTo>
                <a:lnTo>
                  <a:pt x="6253766" y="16948"/>
                </a:lnTo>
                <a:lnTo>
                  <a:pt x="6340031" y="15324"/>
                </a:lnTo>
                <a:lnTo>
                  <a:pt x="6426295" y="9472"/>
                </a:lnTo>
                <a:lnTo>
                  <a:pt x="6512559" y="33459"/>
                </a:lnTo>
                <a:lnTo>
                  <a:pt x="6598823" y="489"/>
                </a:lnTo>
                <a:lnTo>
                  <a:pt x="6685087" y="32459"/>
                </a:lnTo>
                <a:lnTo>
                  <a:pt x="6771351" y="0"/>
                </a:lnTo>
                <a:lnTo>
                  <a:pt x="6857615" y="15977"/>
                </a:lnTo>
                <a:lnTo>
                  <a:pt x="6943880" y="16380"/>
                </a:lnTo>
                <a:lnTo>
                  <a:pt x="7030144" y="51346"/>
                </a:lnTo>
                <a:lnTo>
                  <a:pt x="7116408" y="30518"/>
                </a:lnTo>
                <a:lnTo>
                  <a:pt x="7202672" y="3341"/>
                </a:lnTo>
                <a:lnTo>
                  <a:pt x="7288936" y="27148"/>
                </a:lnTo>
                <a:lnTo>
                  <a:pt x="7375200" y="17479"/>
                </a:lnTo>
                <a:lnTo>
                  <a:pt x="7461464" y="25585"/>
                </a:lnTo>
                <a:lnTo>
                  <a:pt x="7547729" y="20196"/>
                </a:lnTo>
                <a:lnTo>
                  <a:pt x="7633993" y="15002"/>
                </a:lnTo>
                <a:lnTo>
                  <a:pt x="7720257" y="33971"/>
                </a:lnTo>
                <a:lnTo>
                  <a:pt x="7806521" y="8595"/>
                </a:lnTo>
                <a:lnTo>
                  <a:pt x="7892785" y="24048"/>
                </a:lnTo>
                <a:lnTo>
                  <a:pt x="7979049" y="19314"/>
                </a:lnTo>
                <a:lnTo>
                  <a:pt x="8065314" y="43170"/>
                </a:lnTo>
                <a:lnTo>
                  <a:pt x="8151578" y="23975"/>
                </a:lnTo>
                <a:lnTo>
                  <a:pt x="8237842" y="19096"/>
                </a:lnTo>
                <a:lnTo>
                  <a:pt x="8324106" y="35772"/>
                </a:lnTo>
                <a:lnTo>
                  <a:pt x="8410370" y="63579"/>
                </a:lnTo>
                <a:lnTo>
                  <a:pt x="8496634" y="38510"/>
                </a:lnTo>
                <a:lnTo>
                  <a:pt x="8582898" y="57827"/>
                </a:lnTo>
                <a:lnTo>
                  <a:pt x="8669163" y="48539"/>
                </a:lnTo>
                <a:lnTo>
                  <a:pt x="8755427" y="70797"/>
                </a:lnTo>
                <a:lnTo>
                  <a:pt x="8841691" y="65706"/>
                </a:lnTo>
                <a:lnTo>
                  <a:pt x="8927955" y="61131"/>
                </a:lnTo>
                <a:lnTo>
                  <a:pt x="9014219" y="73923"/>
                </a:lnTo>
                <a:lnTo>
                  <a:pt x="9100483" y="78182"/>
                </a:lnTo>
                <a:lnTo>
                  <a:pt x="9185981" y="47195"/>
                </a:lnTo>
                <a:lnTo>
                  <a:pt x="9198571" y="133388"/>
                </a:lnTo>
                <a:lnTo>
                  <a:pt x="9178020" y="219581"/>
                </a:lnTo>
                <a:lnTo>
                  <a:pt x="9201469" y="305775"/>
                </a:lnTo>
                <a:lnTo>
                  <a:pt x="9188050" y="391968"/>
                </a:lnTo>
                <a:lnTo>
                  <a:pt x="9184471" y="478162"/>
                </a:lnTo>
                <a:lnTo>
                  <a:pt x="9177169" y="564355"/>
                </a:lnTo>
                <a:lnTo>
                  <a:pt x="9149724" y="650549"/>
                </a:lnTo>
                <a:lnTo>
                  <a:pt x="9164805" y="736742"/>
                </a:lnTo>
                <a:lnTo>
                  <a:pt x="9184577" y="822935"/>
                </a:lnTo>
                <a:lnTo>
                  <a:pt x="9183018" y="909129"/>
                </a:lnTo>
                <a:lnTo>
                  <a:pt x="9180737" y="995322"/>
                </a:lnTo>
                <a:lnTo>
                  <a:pt x="9187744" y="1081516"/>
                </a:lnTo>
                <a:lnTo>
                  <a:pt x="9190061" y="1167709"/>
                </a:lnTo>
                <a:lnTo>
                  <a:pt x="9182604" y="1253903"/>
                </a:lnTo>
                <a:lnTo>
                  <a:pt x="9174750" y="1340096"/>
                </a:lnTo>
                <a:lnTo>
                  <a:pt x="9195497" y="1426290"/>
                </a:lnTo>
                <a:lnTo>
                  <a:pt x="9198332" y="1512483"/>
                </a:lnTo>
                <a:lnTo>
                  <a:pt x="9212305" y="1598676"/>
                </a:lnTo>
                <a:lnTo>
                  <a:pt x="9222632" y="1684870"/>
                </a:lnTo>
                <a:lnTo>
                  <a:pt x="9218415" y="1771063"/>
                </a:lnTo>
                <a:lnTo>
                  <a:pt x="9200931" y="1857257"/>
                </a:lnTo>
                <a:lnTo>
                  <a:pt x="9213770" y="1943450"/>
                </a:lnTo>
                <a:lnTo>
                  <a:pt x="9226625" y="2029644"/>
                </a:lnTo>
                <a:lnTo>
                  <a:pt x="9203248" y="2115837"/>
                </a:lnTo>
                <a:lnTo>
                  <a:pt x="9216590" y="2202031"/>
                </a:lnTo>
                <a:lnTo>
                  <a:pt x="9198593" y="2288224"/>
                </a:lnTo>
                <a:lnTo>
                  <a:pt x="9214488" y="2374417"/>
                </a:lnTo>
                <a:lnTo>
                  <a:pt x="9204701" y="2460611"/>
                </a:lnTo>
                <a:lnTo>
                  <a:pt x="9223521" y="2546804"/>
                </a:lnTo>
                <a:lnTo>
                  <a:pt x="9211280" y="2632998"/>
                </a:lnTo>
                <a:lnTo>
                  <a:pt x="9229072" y="2719191"/>
                </a:lnTo>
                <a:lnTo>
                  <a:pt x="9214044" y="2805385"/>
                </a:lnTo>
                <a:lnTo>
                  <a:pt x="9206263" y="2891578"/>
                </a:lnTo>
                <a:lnTo>
                  <a:pt x="9203203" y="2977772"/>
                </a:lnTo>
                <a:lnTo>
                  <a:pt x="9200646" y="3063965"/>
                </a:lnTo>
                <a:lnTo>
                  <a:pt x="9205266" y="3150158"/>
                </a:lnTo>
                <a:lnTo>
                  <a:pt x="9175956" y="3236352"/>
                </a:lnTo>
                <a:lnTo>
                  <a:pt x="9176761" y="3322545"/>
                </a:lnTo>
                <a:lnTo>
                  <a:pt x="9192825" y="3408739"/>
                </a:lnTo>
                <a:lnTo>
                  <a:pt x="9187870" y="3494932"/>
                </a:lnTo>
                <a:lnTo>
                  <a:pt x="9184787" y="3581126"/>
                </a:lnTo>
                <a:lnTo>
                  <a:pt x="9155257" y="3667319"/>
                </a:lnTo>
                <a:lnTo>
                  <a:pt x="9159593" y="3753513"/>
                </a:lnTo>
                <a:lnTo>
                  <a:pt x="9174071" y="3839706"/>
                </a:lnTo>
                <a:lnTo>
                  <a:pt x="9192867" y="3925899"/>
                </a:lnTo>
                <a:lnTo>
                  <a:pt x="9185112" y="4012093"/>
                </a:lnTo>
                <a:lnTo>
                  <a:pt x="9198984" y="4098286"/>
                </a:lnTo>
                <a:lnTo>
                  <a:pt x="9201079" y="4184480"/>
                </a:lnTo>
                <a:lnTo>
                  <a:pt x="9192606" y="4270673"/>
                </a:lnTo>
                <a:lnTo>
                  <a:pt x="9198818" y="4356867"/>
                </a:lnTo>
                <a:lnTo>
                  <a:pt x="9194320" y="4443060"/>
                </a:lnTo>
                <a:lnTo>
                  <a:pt x="9190669" y="4529254"/>
                </a:lnTo>
                <a:lnTo>
                  <a:pt x="9187425" y="4615447"/>
                </a:lnTo>
                <a:lnTo>
                  <a:pt x="9206266" y="4701640"/>
                </a:lnTo>
                <a:lnTo>
                  <a:pt x="9192383" y="4787834"/>
                </a:lnTo>
                <a:lnTo>
                  <a:pt x="9216483" y="4874027"/>
                </a:lnTo>
                <a:lnTo>
                  <a:pt x="9219341" y="4960221"/>
                </a:lnTo>
                <a:lnTo>
                  <a:pt x="9205385" y="5046414"/>
                </a:lnTo>
                <a:lnTo>
                  <a:pt x="9199632" y="5132608"/>
                </a:lnTo>
                <a:lnTo>
                  <a:pt x="9204322" y="5218801"/>
                </a:lnTo>
                <a:lnTo>
                  <a:pt x="9186748" y="5288640"/>
                </a:lnTo>
                <a:lnTo>
                  <a:pt x="9100483" y="5309755"/>
                </a:lnTo>
                <a:lnTo>
                  <a:pt x="9014219" y="5292320"/>
                </a:lnTo>
                <a:lnTo>
                  <a:pt x="8927955" y="5300761"/>
                </a:lnTo>
                <a:lnTo>
                  <a:pt x="8841691" y="5280213"/>
                </a:lnTo>
                <a:lnTo>
                  <a:pt x="8755427" y="5279249"/>
                </a:lnTo>
                <a:lnTo>
                  <a:pt x="8669163" y="5260372"/>
                </a:lnTo>
                <a:lnTo>
                  <a:pt x="8582898" y="5294547"/>
                </a:lnTo>
                <a:lnTo>
                  <a:pt x="8496634" y="5264199"/>
                </a:lnTo>
                <a:lnTo>
                  <a:pt x="8410370" y="5276882"/>
                </a:lnTo>
                <a:lnTo>
                  <a:pt x="8324106" y="5266066"/>
                </a:lnTo>
                <a:lnTo>
                  <a:pt x="8237842" y="5290025"/>
                </a:lnTo>
                <a:lnTo>
                  <a:pt x="8151578" y="5275954"/>
                </a:lnTo>
                <a:lnTo>
                  <a:pt x="8065314" y="5267980"/>
                </a:lnTo>
                <a:lnTo>
                  <a:pt x="7979049" y="5315238"/>
                </a:lnTo>
                <a:lnTo>
                  <a:pt x="7892785" y="5301668"/>
                </a:lnTo>
                <a:lnTo>
                  <a:pt x="7806521" y="5294889"/>
                </a:lnTo>
                <a:lnTo>
                  <a:pt x="7720257" y="5285075"/>
                </a:lnTo>
                <a:lnTo>
                  <a:pt x="7633993" y="5293862"/>
                </a:lnTo>
                <a:lnTo>
                  <a:pt x="7547729" y="5282569"/>
                </a:lnTo>
                <a:lnTo>
                  <a:pt x="7461464" y="5290164"/>
                </a:lnTo>
                <a:lnTo>
                  <a:pt x="7375200" y="5277627"/>
                </a:lnTo>
                <a:lnTo>
                  <a:pt x="7288936" y="5282605"/>
                </a:lnTo>
                <a:lnTo>
                  <a:pt x="7202672" y="5286296"/>
                </a:lnTo>
                <a:lnTo>
                  <a:pt x="7116408" y="5289121"/>
                </a:lnTo>
                <a:lnTo>
                  <a:pt x="7030144" y="5267371"/>
                </a:lnTo>
                <a:lnTo>
                  <a:pt x="6943880" y="5282641"/>
                </a:lnTo>
                <a:lnTo>
                  <a:pt x="6857615" y="5287221"/>
                </a:lnTo>
                <a:lnTo>
                  <a:pt x="6771351" y="5277354"/>
                </a:lnTo>
                <a:lnTo>
                  <a:pt x="6685087" y="5270160"/>
                </a:lnTo>
                <a:lnTo>
                  <a:pt x="6598823" y="5259284"/>
                </a:lnTo>
                <a:lnTo>
                  <a:pt x="6512559" y="5287135"/>
                </a:lnTo>
                <a:lnTo>
                  <a:pt x="6426295" y="5283196"/>
                </a:lnTo>
                <a:lnTo>
                  <a:pt x="6340031" y="5282791"/>
                </a:lnTo>
                <a:lnTo>
                  <a:pt x="6253766" y="5287013"/>
                </a:lnTo>
                <a:lnTo>
                  <a:pt x="6167502" y="5307466"/>
                </a:lnTo>
                <a:lnTo>
                  <a:pt x="6081238" y="5297944"/>
                </a:lnTo>
                <a:lnTo>
                  <a:pt x="5994974" y="5285954"/>
                </a:lnTo>
                <a:lnTo>
                  <a:pt x="5908710" y="5312812"/>
                </a:lnTo>
                <a:lnTo>
                  <a:pt x="5822446" y="5307643"/>
                </a:lnTo>
                <a:lnTo>
                  <a:pt x="5736181" y="5319313"/>
                </a:lnTo>
                <a:lnTo>
                  <a:pt x="5649917" y="5305567"/>
                </a:lnTo>
                <a:lnTo>
                  <a:pt x="5563653" y="5327445"/>
                </a:lnTo>
                <a:lnTo>
                  <a:pt x="5477389" y="5322564"/>
                </a:lnTo>
                <a:lnTo>
                  <a:pt x="5391125" y="5324086"/>
                </a:lnTo>
                <a:lnTo>
                  <a:pt x="5304861" y="5299462"/>
                </a:lnTo>
                <a:lnTo>
                  <a:pt x="5218597" y="5310554"/>
                </a:lnTo>
                <a:lnTo>
                  <a:pt x="5132332" y="5288312"/>
                </a:lnTo>
                <a:lnTo>
                  <a:pt x="5046068" y="5281596"/>
                </a:lnTo>
                <a:lnTo>
                  <a:pt x="4959804" y="5321814"/>
                </a:lnTo>
                <a:lnTo>
                  <a:pt x="4873540" y="5326716"/>
                </a:lnTo>
                <a:lnTo>
                  <a:pt x="4787276" y="5294210"/>
                </a:lnTo>
                <a:lnTo>
                  <a:pt x="4701012" y="5319133"/>
                </a:lnTo>
                <a:lnTo>
                  <a:pt x="4614748" y="5290981"/>
                </a:lnTo>
                <a:lnTo>
                  <a:pt x="4528483" y="5310745"/>
                </a:lnTo>
                <a:lnTo>
                  <a:pt x="4442219" y="5330567"/>
                </a:lnTo>
                <a:lnTo>
                  <a:pt x="4355955" y="5334337"/>
                </a:lnTo>
                <a:lnTo>
                  <a:pt x="4269691" y="5328784"/>
                </a:lnTo>
                <a:lnTo>
                  <a:pt x="4183427" y="5349683"/>
                </a:lnTo>
                <a:lnTo>
                  <a:pt x="4097163" y="5341937"/>
                </a:lnTo>
                <a:lnTo>
                  <a:pt x="4010898" y="5343618"/>
                </a:lnTo>
                <a:lnTo>
                  <a:pt x="3924634" y="5313716"/>
                </a:lnTo>
                <a:lnTo>
                  <a:pt x="3838370" y="5342611"/>
                </a:lnTo>
                <a:lnTo>
                  <a:pt x="3752106" y="5325948"/>
                </a:lnTo>
                <a:lnTo>
                  <a:pt x="3665842" y="5327730"/>
                </a:lnTo>
                <a:lnTo>
                  <a:pt x="3579578" y="5325089"/>
                </a:lnTo>
                <a:lnTo>
                  <a:pt x="3493314" y="5322655"/>
                </a:lnTo>
                <a:lnTo>
                  <a:pt x="3407049" y="5312679"/>
                </a:lnTo>
                <a:lnTo>
                  <a:pt x="3320785" y="5313078"/>
                </a:lnTo>
                <a:lnTo>
                  <a:pt x="3234521" y="5320001"/>
                </a:lnTo>
                <a:lnTo>
                  <a:pt x="3148257" y="5292634"/>
                </a:lnTo>
                <a:lnTo>
                  <a:pt x="3061993" y="5317971"/>
                </a:lnTo>
                <a:lnTo>
                  <a:pt x="2975729" y="5310736"/>
                </a:lnTo>
                <a:lnTo>
                  <a:pt x="2889464" y="5316830"/>
                </a:lnTo>
                <a:lnTo>
                  <a:pt x="2803200" y="5314975"/>
                </a:lnTo>
                <a:lnTo>
                  <a:pt x="2716936" y="5302055"/>
                </a:lnTo>
                <a:lnTo>
                  <a:pt x="2630672" y="5268498"/>
                </a:lnTo>
                <a:lnTo>
                  <a:pt x="2544408" y="5291146"/>
                </a:lnTo>
                <a:lnTo>
                  <a:pt x="2458144" y="5289879"/>
                </a:lnTo>
                <a:lnTo>
                  <a:pt x="2371880" y="5286463"/>
                </a:lnTo>
                <a:lnTo>
                  <a:pt x="2285615" y="5283093"/>
                </a:lnTo>
                <a:lnTo>
                  <a:pt x="2199351" y="5278312"/>
                </a:lnTo>
                <a:lnTo>
                  <a:pt x="2113087" y="5279401"/>
                </a:lnTo>
                <a:lnTo>
                  <a:pt x="2026823" y="5264358"/>
                </a:lnTo>
                <a:lnTo>
                  <a:pt x="1940559" y="5283588"/>
                </a:lnTo>
                <a:lnTo>
                  <a:pt x="1854295" y="5296283"/>
                </a:lnTo>
                <a:lnTo>
                  <a:pt x="1768031" y="5273298"/>
                </a:lnTo>
                <a:lnTo>
                  <a:pt x="1681766" y="5303956"/>
                </a:lnTo>
                <a:lnTo>
                  <a:pt x="1595502" y="5305948"/>
                </a:lnTo>
                <a:lnTo>
                  <a:pt x="1509238" y="5312183"/>
                </a:lnTo>
                <a:lnTo>
                  <a:pt x="1422974" y="5317720"/>
                </a:lnTo>
                <a:lnTo>
                  <a:pt x="1336710" y="5330927"/>
                </a:lnTo>
                <a:lnTo>
                  <a:pt x="1250446" y="5332480"/>
                </a:lnTo>
                <a:lnTo>
                  <a:pt x="1164181" y="5343035"/>
                </a:lnTo>
                <a:lnTo>
                  <a:pt x="1077917" y="5333249"/>
                </a:lnTo>
                <a:lnTo>
                  <a:pt x="991653" y="5310417"/>
                </a:lnTo>
                <a:lnTo>
                  <a:pt x="905389" y="5335534"/>
                </a:lnTo>
                <a:lnTo>
                  <a:pt x="819125" y="5313867"/>
                </a:lnTo>
                <a:lnTo>
                  <a:pt x="732861" y="5321016"/>
                </a:lnTo>
                <a:lnTo>
                  <a:pt x="646597" y="5323248"/>
                </a:lnTo>
                <a:lnTo>
                  <a:pt x="560332" y="5329100"/>
                </a:lnTo>
                <a:lnTo>
                  <a:pt x="474068" y="5300789"/>
                </a:lnTo>
                <a:lnTo>
                  <a:pt x="387804" y="5316977"/>
                </a:lnTo>
                <a:lnTo>
                  <a:pt x="301540" y="5322393"/>
                </a:lnTo>
                <a:lnTo>
                  <a:pt x="215276" y="5351906"/>
                </a:lnTo>
                <a:lnTo>
                  <a:pt x="129012" y="5336751"/>
                </a:lnTo>
                <a:lnTo>
                  <a:pt x="37781" y="5304995"/>
                </a:lnTo>
                <a:lnTo>
                  <a:pt x="25653" y="5218801"/>
                </a:lnTo>
                <a:lnTo>
                  <a:pt x="3506" y="5132608"/>
                </a:lnTo>
                <a:lnTo>
                  <a:pt x="33452" y="5046414"/>
                </a:lnTo>
                <a:lnTo>
                  <a:pt x="15121" y="4960221"/>
                </a:lnTo>
                <a:lnTo>
                  <a:pt x="8255" y="4874027"/>
                </a:lnTo>
                <a:lnTo>
                  <a:pt x="9171" y="4787834"/>
                </a:lnTo>
                <a:lnTo>
                  <a:pt x="6427" y="4701640"/>
                </a:lnTo>
                <a:lnTo>
                  <a:pt x="19234" y="4615447"/>
                </a:lnTo>
                <a:lnTo>
                  <a:pt x="957" y="4529254"/>
                </a:lnTo>
                <a:lnTo>
                  <a:pt x="13997" y="4443060"/>
                </a:lnTo>
                <a:lnTo>
                  <a:pt x="32377" y="4356867"/>
                </a:lnTo>
                <a:lnTo>
                  <a:pt x="55166" y="4270673"/>
                </a:lnTo>
                <a:lnTo>
                  <a:pt x="20826" y="4184480"/>
                </a:lnTo>
                <a:lnTo>
                  <a:pt x="47489" y="4098286"/>
                </a:lnTo>
                <a:lnTo>
                  <a:pt x="60399" y="4012093"/>
                </a:lnTo>
                <a:lnTo>
                  <a:pt x="38997" y="3925899"/>
                </a:lnTo>
                <a:lnTo>
                  <a:pt x="18474" y="3839706"/>
                </a:lnTo>
                <a:lnTo>
                  <a:pt x="46858" y="3753513"/>
                </a:lnTo>
                <a:lnTo>
                  <a:pt x="30300" y="3667319"/>
                </a:lnTo>
                <a:lnTo>
                  <a:pt x="53898" y="3581126"/>
                </a:lnTo>
                <a:lnTo>
                  <a:pt x="60671" y="3494932"/>
                </a:lnTo>
                <a:lnTo>
                  <a:pt x="55020" y="3408739"/>
                </a:lnTo>
                <a:lnTo>
                  <a:pt x="65728" y="3322545"/>
                </a:lnTo>
                <a:lnTo>
                  <a:pt x="64378" y="3236352"/>
                </a:lnTo>
                <a:lnTo>
                  <a:pt x="66746" y="3150158"/>
                </a:lnTo>
                <a:lnTo>
                  <a:pt x="68633" y="3063965"/>
                </a:lnTo>
                <a:lnTo>
                  <a:pt x="62327" y="2977772"/>
                </a:lnTo>
                <a:lnTo>
                  <a:pt x="74498" y="2891578"/>
                </a:lnTo>
                <a:lnTo>
                  <a:pt x="82092" y="2805385"/>
                </a:lnTo>
                <a:lnTo>
                  <a:pt x="60952" y="2719191"/>
                </a:lnTo>
                <a:lnTo>
                  <a:pt x="85992" y="2632998"/>
                </a:lnTo>
                <a:lnTo>
                  <a:pt x="81700" y="2546804"/>
                </a:lnTo>
                <a:lnTo>
                  <a:pt x="86836" y="2460611"/>
                </a:lnTo>
                <a:lnTo>
                  <a:pt x="80299" y="2374417"/>
                </a:lnTo>
                <a:lnTo>
                  <a:pt x="71961" y="2288224"/>
                </a:lnTo>
                <a:lnTo>
                  <a:pt x="65063" y="2202031"/>
                </a:lnTo>
                <a:lnTo>
                  <a:pt x="59454" y="2115837"/>
                </a:lnTo>
                <a:lnTo>
                  <a:pt x="40285" y="2029644"/>
                </a:lnTo>
                <a:lnTo>
                  <a:pt x="60803" y="1943450"/>
                </a:lnTo>
                <a:lnTo>
                  <a:pt x="55057" y="1857257"/>
                </a:lnTo>
                <a:lnTo>
                  <a:pt x="15509" y="1771063"/>
                </a:lnTo>
                <a:lnTo>
                  <a:pt x="12364" y="1684870"/>
                </a:lnTo>
                <a:lnTo>
                  <a:pt x="28227" y="1598676"/>
                </a:lnTo>
                <a:lnTo>
                  <a:pt x="18294" y="1512483"/>
                </a:lnTo>
                <a:lnTo>
                  <a:pt x="8101" y="1426290"/>
                </a:lnTo>
                <a:lnTo>
                  <a:pt x="10495" y="1340096"/>
                </a:lnTo>
                <a:lnTo>
                  <a:pt x="19774" y="1253903"/>
                </a:lnTo>
                <a:lnTo>
                  <a:pt x="9261" y="1167709"/>
                </a:lnTo>
                <a:lnTo>
                  <a:pt x="31623" y="1081516"/>
                </a:lnTo>
                <a:lnTo>
                  <a:pt x="17723" y="995322"/>
                </a:lnTo>
                <a:lnTo>
                  <a:pt x="5015" y="909129"/>
                </a:lnTo>
                <a:lnTo>
                  <a:pt x="24334" y="822935"/>
                </a:lnTo>
                <a:lnTo>
                  <a:pt x="42508" y="736742"/>
                </a:lnTo>
                <a:lnTo>
                  <a:pt x="28800" y="650549"/>
                </a:lnTo>
                <a:lnTo>
                  <a:pt x="0" y="564355"/>
                </a:lnTo>
                <a:lnTo>
                  <a:pt x="25923" y="478162"/>
                </a:lnTo>
                <a:lnTo>
                  <a:pt x="31401" y="391968"/>
                </a:lnTo>
                <a:lnTo>
                  <a:pt x="26865" y="305775"/>
                </a:lnTo>
                <a:lnTo>
                  <a:pt x="52578" y="219581"/>
                </a:lnTo>
                <a:lnTo>
                  <a:pt x="17315" y="133388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1540000">
            <a:off x="1890761" y="1378374"/>
            <a:ext cx="6667500" cy="2476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300"/>
              </a:lnSpc>
            </a:pPr>
            <a:r>
              <a:rPr sz="8370" b="1">
                <a:solidFill>
                  <a:srgbClr val="7A4A2A"/>
                </a:solidFill>
                <a:latin typeface="Arial"/>
                <a:ea typeface="맑은 고딕"/>
              </a:rPr>
              <a:t>감</a:t>
            </a:r>
            <a:r>
              <a:rPr sz="9300" b="1">
                <a:solidFill>
                  <a:srgbClr val="5C2E14"/>
                </a:solidFill>
                <a:latin typeface="Arial Black"/>
                <a:ea typeface="맑은 고딕"/>
              </a:rPr>
              <a:t>사</a:t>
            </a:r>
          </a:p>
          <a:p>
            <a:pPr algn="l">
              <a:lnSpc>
                <a:spcPts val="9300"/>
              </a:lnSpc>
            </a:pPr>
            <a:r>
              <a:rPr sz="9300" b="1">
                <a:solidFill>
                  <a:srgbClr val="5C2E14"/>
                </a:solidFill>
                <a:latin typeface="Arial Black"/>
                <a:ea typeface="맑은 고딕"/>
              </a:rPr>
              <a:t>합니</a:t>
            </a:r>
            <a:r>
              <a:rPr sz="8370" b="1">
                <a:solidFill>
                  <a:srgbClr val="7A4A2A"/>
                </a:solidFill>
                <a:latin typeface="Arial"/>
                <a:ea typeface="맑은 고딕"/>
              </a:rPr>
              <a:t>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917202" y="4084012"/>
            <a:ext cx="4380832" cy="76467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 rot="21540000">
            <a:off x="1922231" y="4336736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 rot="21540000">
            <a:off x="1926907" y="4567721"/>
            <a:ext cx="5715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궁금한 점을 편하게 질문해 주세요</a:t>
            </a:r>
          </a:p>
        </p:txBody>
      </p:sp>
      <p:sp>
        <p:nvSpPr>
          <p:cNvPr id="9" name="TextBox 8"/>
          <p:cNvSpPr txBox="1"/>
          <p:nvPr/>
        </p:nvSpPr>
        <p:spPr>
          <a:xfrm rot="21540000">
            <a:off x="1936729" y="4969347"/>
            <a:ext cx="5524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출처: 한국은행, BOK 이슈노트 제2026-25호 「AI와 지역 노동시장 – 지역간 격차 확대 위험과 새로운 기회」, 지역경제조사팀, 2026.9 (요약본 기준)</a:t>
            </a:r>
          </a:p>
        </p:txBody>
      </p:sp>
      <p:pic>
        <p:nvPicPr>
          <p:cNvPr id="10" name="Picture 9" descr="sprig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240000">
            <a:off x="7810500" y="1047750"/>
            <a:ext cx="3048000" cy="6286500"/>
          </a:xfrm>
          <a:prstGeom prst="rect">
            <a:avLst/>
          </a:prstGeom>
        </p:spPr>
      </p:pic>
      <p:pic>
        <p:nvPicPr>
          <p:cNvPr id="11" name="Picture 10" descr="fern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600000">
            <a:off x="10858500" y="3048000"/>
            <a:ext cx="952500" cy="419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